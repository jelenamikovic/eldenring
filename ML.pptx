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Bebas Neue"/>
      <p:regular r:id="rId31"/>
    </p:embeddedFont>
    <p:embeddedFont>
      <p:font typeface="Domine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367339-88C9-4B61-9A2E-A5302D22DF38}">
  <a:tblStyle styleId="{75367339-88C9-4B61-9A2E-A5302D22DF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basNeue-regular.fntdata"/><Relationship Id="rId30" Type="http://schemas.openxmlformats.org/officeDocument/2006/relationships/font" Target="fonts/Roboto-boldItalic.fntdata"/><Relationship Id="rId33" Type="http://schemas.openxmlformats.org/officeDocument/2006/relationships/font" Target="fonts/Domine-bold.fntdata"/><Relationship Id="rId32" Type="http://schemas.openxmlformats.org/officeDocument/2006/relationships/font" Target="fonts/Domine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29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aacf80043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aacf80043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093daabde8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093daabde8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9c3a1e6ae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39c3a1e6ae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9c3a1e6ae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9c3a1e6ae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9c3a1e6ae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9c3a1e6ae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1093daabde8_0_1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1093daabde8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aacf80043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aacf80043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1093daabde8_0_1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1093daabde8_0_1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093daabde8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093daabde8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38641c2042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38641c2042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9c3a1e6ae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9c3a1e6ae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b70a109fc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b70a109fc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aacf80043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aacf80043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aacf800435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aacf800435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9c3a1e6ae9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39c3a1e6ae9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9c3a1e6ae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39c3a1e6ae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38641c2042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38641c204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8641c2042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38641c2042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8641c2042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8641c204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1093daabde8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1093daabde8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21" y="1440026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 rot="335208">
            <a:off x="6362847" y="2396734"/>
            <a:ext cx="2866637" cy="2611557"/>
          </a:xfrm>
          <a:custGeom>
            <a:rect b="b" l="l" r="r" t="t"/>
            <a:pathLst>
              <a:path extrusionOk="0" h="76121" w="83556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4524" y="2291425"/>
            <a:ext cx="2715067" cy="2283336"/>
          </a:xfrm>
          <a:custGeom>
            <a:rect b="b" l="l" r="r" t="t"/>
            <a:pathLst>
              <a:path extrusionOk="0" h="66555" w="72751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05275" y="3060400"/>
            <a:ext cx="3378774" cy="1942765"/>
          </a:xfrm>
          <a:custGeom>
            <a:rect b="b" l="l" r="r" t="t"/>
            <a:pathLst>
              <a:path extrusionOk="0" h="56628" w="93092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451272" y="2568202"/>
            <a:ext cx="660385" cy="2296304"/>
            <a:chOff x="2328047" y="2701577"/>
            <a:chExt cx="660385" cy="2296304"/>
          </a:xfrm>
        </p:grpSpPr>
        <p:sp>
          <p:nvSpPr>
            <p:cNvPr id="14" name="Google Shape;14;p2"/>
            <p:cNvSpPr/>
            <p:nvPr/>
          </p:nvSpPr>
          <p:spPr>
            <a:xfrm>
              <a:off x="2328047" y="2701577"/>
              <a:ext cx="660385" cy="2296304"/>
            </a:xfrm>
            <a:custGeom>
              <a:rect b="b" l="l" r="r" t="t"/>
              <a:pathLst>
                <a:path extrusionOk="0" h="66933" w="19249">
                  <a:moveTo>
                    <a:pt x="7698" y="0"/>
                  </a:moveTo>
                  <a:lnTo>
                    <a:pt x="5986" y="1492"/>
                  </a:lnTo>
                  <a:lnTo>
                    <a:pt x="6417" y="5555"/>
                  </a:lnTo>
                  <a:lnTo>
                    <a:pt x="4705" y="6836"/>
                  </a:lnTo>
                  <a:lnTo>
                    <a:pt x="4705" y="24373"/>
                  </a:lnTo>
                  <a:lnTo>
                    <a:pt x="2784" y="25444"/>
                  </a:lnTo>
                  <a:lnTo>
                    <a:pt x="2563" y="37205"/>
                  </a:lnTo>
                  <a:lnTo>
                    <a:pt x="851" y="38066"/>
                  </a:lnTo>
                  <a:lnTo>
                    <a:pt x="1" y="53250"/>
                  </a:lnTo>
                  <a:lnTo>
                    <a:pt x="5346" y="66933"/>
                  </a:lnTo>
                  <a:lnTo>
                    <a:pt x="14114" y="66292"/>
                  </a:lnTo>
                  <a:lnTo>
                    <a:pt x="19249" y="54741"/>
                  </a:lnTo>
                  <a:lnTo>
                    <a:pt x="11762" y="42980"/>
                  </a:lnTo>
                  <a:lnTo>
                    <a:pt x="12402" y="20530"/>
                  </a:lnTo>
                  <a:lnTo>
                    <a:pt x="11552" y="19458"/>
                  </a:lnTo>
                  <a:lnTo>
                    <a:pt x="11982" y="9619"/>
                  </a:lnTo>
                  <a:lnTo>
                    <a:pt x="10911" y="8338"/>
                  </a:lnTo>
                  <a:lnTo>
                    <a:pt x="10691" y="4484"/>
                  </a:lnTo>
                  <a:lnTo>
                    <a:pt x="9620" y="2993"/>
                  </a:lnTo>
                  <a:lnTo>
                    <a:pt x="10271" y="420"/>
                  </a:lnTo>
                  <a:lnTo>
                    <a:pt x="76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92112" y="2701577"/>
              <a:ext cx="87244" cy="111705"/>
            </a:xfrm>
            <a:custGeom>
              <a:rect b="b" l="l" r="r" t="t"/>
              <a:pathLst>
                <a:path extrusionOk="0" h="3256" w="2543">
                  <a:moveTo>
                    <a:pt x="1" y="0"/>
                  </a:moveTo>
                  <a:lnTo>
                    <a:pt x="452" y="3256"/>
                  </a:lnTo>
                  <a:lnTo>
                    <a:pt x="1923" y="2993"/>
                  </a:lnTo>
                  <a:lnTo>
                    <a:pt x="2542" y="4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635374" y="2855412"/>
              <a:ext cx="103780" cy="176203"/>
            </a:xfrm>
            <a:custGeom>
              <a:rect b="b" l="l" r="r" t="t"/>
              <a:pathLst>
                <a:path extrusionOk="0" h="5136" w="3025">
                  <a:moveTo>
                    <a:pt x="1733" y="0"/>
                  </a:moveTo>
                  <a:lnTo>
                    <a:pt x="0" y="609"/>
                  </a:lnTo>
                  <a:lnTo>
                    <a:pt x="557" y="3823"/>
                  </a:lnTo>
                  <a:lnTo>
                    <a:pt x="3024" y="5135"/>
                  </a:lnTo>
                  <a:lnTo>
                    <a:pt x="1964" y="3917"/>
                  </a:lnTo>
                  <a:lnTo>
                    <a:pt x="17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64192" y="3380146"/>
              <a:ext cx="180869" cy="967334"/>
            </a:xfrm>
            <a:custGeom>
              <a:rect b="b" l="l" r="r" t="t"/>
              <a:pathLst>
                <a:path extrusionOk="0" h="28196" w="5272">
                  <a:moveTo>
                    <a:pt x="1092" y="1"/>
                  </a:moveTo>
                  <a:lnTo>
                    <a:pt x="0" y="23460"/>
                  </a:lnTo>
                  <a:lnTo>
                    <a:pt x="5272" y="28196"/>
                  </a:lnTo>
                  <a:lnTo>
                    <a:pt x="5272" y="28196"/>
                  </a:lnTo>
                  <a:lnTo>
                    <a:pt x="1964" y="22966"/>
                  </a:lnTo>
                  <a:lnTo>
                    <a:pt x="2604" y="516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dk1">
                <a:alpha val="28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15977" y="2730739"/>
              <a:ext cx="149889" cy="1247249"/>
            </a:xfrm>
            <a:custGeom>
              <a:rect b="b" l="l" r="r" t="t"/>
              <a:pathLst>
                <a:path extrusionOk="0" h="36355" w="4369">
                  <a:moveTo>
                    <a:pt x="4043" y="1"/>
                  </a:moveTo>
                  <a:lnTo>
                    <a:pt x="3423" y="642"/>
                  </a:lnTo>
                  <a:lnTo>
                    <a:pt x="3854" y="4705"/>
                  </a:lnTo>
                  <a:lnTo>
                    <a:pt x="2142" y="5986"/>
                  </a:lnTo>
                  <a:lnTo>
                    <a:pt x="2142" y="23523"/>
                  </a:lnTo>
                  <a:lnTo>
                    <a:pt x="221" y="24594"/>
                  </a:lnTo>
                  <a:lnTo>
                    <a:pt x="0" y="36355"/>
                  </a:lnTo>
                  <a:lnTo>
                    <a:pt x="683" y="24940"/>
                  </a:lnTo>
                  <a:lnTo>
                    <a:pt x="2499" y="23680"/>
                  </a:lnTo>
                  <a:lnTo>
                    <a:pt x="2552" y="6154"/>
                  </a:lnTo>
                  <a:lnTo>
                    <a:pt x="4368" y="4558"/>
                  </a:lnTo>
                  <a:lnTo>
                    <a:pt x="3822" y="883"/>
                  </a:lnTo>
                  <a:close/>
                </a:path>
              </a:pathLst>
            </a:custGeom>
            <a:solidFill>
              <a:schemeClr val="dk1">
                <a:alpha val="28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/>
          <p:nvPr/>
        </p:nvSpPr>
        <p:spPr>
          <a:xfrm>
            <a:off x="76350" y="3617726"/>
            <a:ext cx="9141458" cy="3539904"/>
          </a:xfrm>
          <a:custGeom>
            <a:rect b="b" l="l" r="r" t="t"/>
            <a:pathLst>
              <a:path extrusionOk="0" h="24720" w="63837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-3675" y="4233927"/>
            <a:ext cx="9144036" cy="3993848"/>
          </a:xfrm>
          <a:custGeom>
            <a:rect b="b" l="l" r="r" t="t"/>
            <a:pathLst>
              <a:path extrusionOk="0" h="27890" w="63855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314233" y="92441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1228018" y="276850"/>
            <a:ext cx="1368376" cy="1495526"/>
          </a:xfrm>
          <a:custGeom>
            <a:rect b="b" l="l" r="r" t="t"/>
            <a:pathLst>
              <a:path extrusionOk="0" h="42178" w="38592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0" y="3078010"/>
            <a:ext cx="2386318" cy="1996991"/>
          </a:xfrm>
          <a:custGeom>
            <a:rect b="b" l="l" r="r" t="t"/>
            <a:pathLst>
              <a:path extrusionOk="0" h="21733" w="2597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-3675" y="4718977"/>
            <a:ext cx="9144042" cy="1230724"/>
          </a:xfrm>
          <a:custGeom>
            <a:rect b="b" l="l" r="r" t="t"/>
            <a:pathLst>
              <a:path extrusionOk="0" h="17260" w="63874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-6537" y="3607058"/>
            <a:ext cx="1933681" cy="1620804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6443210" y="1311230"/>
            <a:ext cx="2452677" cy="1670638"/>
            <a:chOff x="6479785" y="1632505"/>
            <a:chExt cx="2452677" cy="1670638"/>
          </a:xfrm>
        </p:grpSpPr>
        <p:sp>
          <p:nvSpPr>
            <p:cNvPr id="29" name="Google Shape;29;p2"/>
            <p:cNvSpPr/>
            <p:nvPr/>
          </p:nvSpPr>
          <p:spPr>
            <a:xfrm>
              <a:off x="6787832" y="1632505"/>
              <a:ext cx="1834113" cy="1670638"/>
            </a:xfrm>
            <a:custGeom>
              <a:rect b="b" l="l" r="r" t="t"/>
              <a:pathLst>
                <a:path extrusionOk="0" h="48696" w="53461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140954" y="2109310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642986" y="2398968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70437" y="2248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479785" y="2483982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255884" y="277364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>
            <a:off x="5062875" y="1870525"/>
            <a:ext cx="4081193" cy="3269141"/>
          </a:xfrm>
          <a:custGeom>
            <a:rect b="b" l="l" r="r" t="t"/>
            <a:pathLst>
              <a:path extrusionOk="0" h="42794" w="53424">
                <a:moveTo>
                  <a:pt x="53387" y="18617"/>
                </a:moveTo>
                <a:cubicBezTo>
                  <a:pt x="53297" y="18762"/>
                  <a:pt x="53224" y="18889"/>
                  <a:pt x="53134" y="19016"/>
                </a:cubicBezTo>
                <a:cubicBezTo>
                  <a:pt x="53134" y="19034"/>
                  <a:pt x="53134" y="19034"/>
                  <a:pt x="53134" y="19052"/>
                </a:cubicBezTo>
                <a:lnTo>
                  <a:pt x="53134" y="19052"/>
                </a:lnTo>
                <a:cubicBezTo>
                  <a:pt x="53116" y="19106"/>
                  <a:pt x="53116" y="19179"/>
                  <a:pt x="53134" y="19251"/>
                </a:cubicBezTo>
                <a:cubicBezTo>
                  <a:pt x="53152" y="19269"/>
                  <a:pt x="53170" y="19306"/>
                  <a:pt x="53188" y="19306"/>
                </a:cubicBezTo>
                <a:cubicBezTo>
                  <a:pt x="53188" y="19342"/>
                  <a:pt x="53206" y="19378"/>
                  <a:pt x="53224" y="19396"/>
                </a:cubicBezTo>
                <a:cubicBezTo>
                  <a:pt x="53242" y="19414"/>
                  <a:pt x="53260" y="19432"/>
                  <a:pt x="53297" y="19432"/>
                </a:cubicBezTo>
                <a:lnTo>
                  <a:pt x="53297" y="19577"/>
                </a:lnTo>
                <a:lnTo>
                  <a:pt x="53297" y="19776"/>
                </a:lnTo>
                <a:lnTo>
                  <a:pt x="53297" y="20157"/>
                </a:lnTo>
                <a:lnTo>
                  <a:pt x="53297" y="20555"/>
                </a:lnTo>
                <a:lnTo>
                  <a:pt x="53297" y="20736"/>
                </a:lnTo>
                <a:cubicBezTo>
                  <a:pt x="53297" y="20772"/>
                  <a:pt x="53297" y="20827"/>
                  <a:pt x="53297" y="20863"/>
                </a:cubicBezTo>
                <a:cubicBezTo>
                  <a:pt x="53224" y="20881"/>
                  <a:pt x="53170" y="20935"/>
                  <a:pt x="53170" y="21008"/>
                </a:cubicBezTo>
                <a:cubicBezTo>
                  <a:pt x="53170" y="21044"/>
                  <a:pt x="53170" y="21080"/>
                  <a:pt x="53170" y="21135"/>
                </a:cubicBezTo>
                <a:cubicBezTo>
                  <a:pt x="53170" y="21171"/>
                  <a:pt x="53170" y="21225"/>
                  <a:pt x="53188" y="21261"/>
                </a:cubicBezTo>
                <a:cubicBezTo>
                  <a:pt x="53206" y="21280"/>
                  <a:pt x="53206" y="21298"/>
                  <a:pt x="53224" y="21298"/>
                </a:cubicBezTo>
                <a:cubicBezTo>
                  <a:pt x="53242" y="21316"/>
                  <a:pt x="53278" y="21352"/>
                  <a:pt x="53333" y="21370"/>
                </a:cubicBezTo>
                <a:cubicBezTo>
                  <a:pt x="53369" y="21388"/>
                  <a:pt x="53387" y="21424"/>
                  <a:pt x="53405" y="21479"/>
                </a:cubicBezTo>
                <a:cubicBezTo>
                  <a:pt x="53387" y="21587"/>
                  <a:pt x="53387" y="21696"/>
                  <a:pt x="53369" y="21805"/>
                </a:cubicBezTo>
                <a:cubicBezTo>
                  <a:pt x="53333" y="21805"/>
                  <a:pt x="53315" y="21805"/>
                  <a:pt x="53278" y="21823"/>
                </a:cubicBezTo>
                <a:lnTo>
                  <a:pt x="53278" y="21823"/>
                </a:lnTo>
                <a:cubicBezTo>
                  <a:pt x="53260" y="21841"/>
                  <a:pt x="53260" y="21859"/>
                  <a:pt x="53260" y="21877"/>
                </a:cubicBezTo>
                <a:lnTo>
                  <a:pt x="53260" y="22167"/>
                </a:lnTo>
                <a:cubicBezTo>
                  <a:pt x="53242" y="22239"/>
                  <a:pt x="53260" y="22294"/>
                  <a:pt x="53260" y="22366"/>
                </a:cubicBezTo>
                <a:lnTo>
                  <a:pt x="53188" y="22366"/>
                </a:lnTo>
                <a:lnTo>
                  <a:pt x="53134" y="22366"/>
                </a:lnTo>
                <a:lnTo>
                  <a:pt x="53134" y="22276"/>
                </a:lnTo>
                <a:cubicBezTo>
                  <a:pt x="53134" y="22203"/>
                  <a:pt x="53134" y="22131"/>
                  <a:pt x="53134" y="22058"/>
                </a:cubicBezTo>
                <a:cubicBezTo>
                  <a:pt x="53152" y="21986"/>
                  <a:pt x="53152" y="21913"/>
                  <a:pt x="53134" y="21859"/>
                </a:cubicBezTo>
                <a:cubicBezTo>
                  <a:pt x="53116" y="21805"/>
                  <a:pt x="53061" y="21768"/>
                  <a:pt x="53007" y="21787"/>
                </a:cubicBezTo>
                <a:cubicBezTo>
                  <a:pt x="52934" y="21750"/>
                  <a:pt x="52844" y="21750"/>
                  <a:pt x="52771" y="21732"/>
                </a:cubicBezTo>
                <a:cubicBezTo>
                  <a:pt x="52735" y="21732"/>
                  <a:pt x="52681" y="21732"/>
                  <a:pt x="52645" y="21732"/>
                </a:cubicBezTo>
                <a:cubicBezTo>
                  <a:pt x="52608" y="21732"/>
                  <a:pt x="52572" y="21750"/>
                  <a:pt x="52518" y="21768"/>
                </a:cubicBezTo>
                <a:cubicBezTo>
                  <a:pt x="52518" y="21768"/>
                  <a:pt x="52500" y="21787"/>
                  <a:pt x="52500" y="21805"/>
                </a:cubicBezTo>
                <a:cubicBezTo>
                  <a:pt x="52500" y="21805"/>
                  <a:pt x="52500" y="21805"/>
                  <a:pt x="52500" y="21823"/>
                </a:cubicBezTo>
                <a:cubicBezTo>
                  <a:pt x="52500" y="21913"/>
                  <a:pt x="52500" y="22004"/>
                  <a:pt x="52500" y="22113"/>
                </a:cubicBezTo>
                <a:lnTo>
                  <a:pt x="52500" y="22330"/>
                </a:lnTo>
                <a:cubicBezTo>
                  <a:pt x="52464" y="22312"/>
                  <a:pt x="52409" y="22312"/>
                  <a:pt x="52355" y="22330"/>
                </a:cubicBezTo>
                <a:lnTo>
                  <a:pt x="52355" y="22257"/>
                </a:lnTo>
                <a:lnTo>
                  <a:pt x="52355" y="22094"/>
                </a:lnTo>
                <a:lnTo>
                  <a:pt x="52355" y="21931"/>
                </a:lnTo>
                <a:lnTo>
                  <a:pt x="52355" y="21768"/>
                </a:lnTo>
                <a:cubicBezTo>
                  <a:pt x="52355" y="21750"/>
                  <a:pt x="52337" y="21714"/>
                  <a:pt x="52301" y="21714"/>
                </a:cubicBezTo>
                <a:cubicBezTo>
                  <a:pt x="52210" y="21714"/>
                  <a:pt x="52119" y="21696"/>
                  <a:pt x="52029" y="21696"/>
                </a:cubicBezTo>
                <a:lnTo>
                  <a:pt x="52011" y="21660"/>
                </a:lnTo>
                <a:lnTo>
                  <a:pt x="51902" y="21479"/>
                </a:lnTo>
                <a:cubicBezTo>
                  <a:pt x="51830" y="21352"/>
                  <a:pt x="51757" y="21225"/>
                  <a:pt x="51685" y="21098"/>
                </a:cubicBezTo>
                <a:cubicBezTo>
                  <a:pt x="51558" y="20845"/>
                  <a:pt x="51449" y="20573"/>
                  <a:pt x="51341" y="20302"/>
                </a:cubicBezTo>
                <a:cubicBezTo>
                  <a:pt x="51160" y="19758"/>
                  <a:pt x="51033" y="19179"/>
                  <a:pt x="50997" y="18599"/>
                </a:cubicBezTo>
                <a:cubicBezTo>
                  <a:pt x="50979" y="18436"/>
                  <a:pt x="50960" y="18273"/>
                  <a:pt x="50960" y="18110"/>
                </a:cubicBezTo>
                <a:lnTo>
                  <a:pt x="50960" y="17857"/>
                </a:lnTo>
                <a:lnTo>
                  <a:pt x="50960" y="17621"/>
                </a:lnTo>
                <a:cubicBezTo>
                  <a:pt x="50960" y="17603"/>
                  <a:pt x="50960" y="17603"/>
                  <a:pt x="50960" y="17603"/>
                </a:cubicBezTo>
                <a:cubicBezTo>
                  <a:pt x="51015" y="17549"/>
                  <a:pt x="51069" y="17513"/>
                  <a:pt x="51105" y="17477"/>
                </a:cubicBezTo>
                <a:cubicBezTo>
                  <a:pt x="51178" y="17404"/>
                  <a:pt x="51214" y="17314"/>
                  <a:pt x="51214" y="17223"/>
                </a:cubicBezTo>
                <a:cubicBezTo>
                  <a:pt x="51214" y="17151"/>
                  <a:pt x="51214" y="17096"/>
                  <a:pt x="51196" y="17060"/>
                </a:cubicBezTo>
                <a:cubicBezTo>
                  <a:pt x="51196" y="17042"/>
                  <a:pt x="51196" y="17024"/>
                  <a:pt x="51196" y="17006"/>
                </a:cubicBezTo>
                <a:cubicBezTo>
                  <a:pt x="51250" y="17006"/>
                  <a:pt x="51286" y="16969"/>
                  <a:pt x="51305" y="16933"/>
                </a:cubicBezTo>
                <a:cubicBezTo>
                  <a:pt x="51341" y="16879"/>
                  <a:pt x="51359" y="16806"/>
                  <a:pt x="51341" y="16752"/>
                </a:cubicBezTo>
                <a:cubicBezTo>
                  <a:pt x="51323" y="16662"/>
                  <a:pt x="51250" y="16571"/>
                  <a:pt x="51160" y="16535"/>
                </a:cubicBezTo>
                <a:lnTo>
                  <a:pt x="51160" y="16444"/>
                </a:lnTo>
                <a:lnTo>
                  <a:pt x="51160" y="16299"/>
                </a:lnTo>
                <a:lnTo>
                  <a:pt x="51160" y="16155"/>
                </a:lnTo>
                <a:cubicBezTo>
                  <a:pt x="51160" y="16118"/>
                  <a:pt x="51160" y="16064"/>
                  <a:pt x="51160" y="16028"/>
                </a:cubicBezTo>
                <a:cubicBezTo>
                  <a:pt x="51142" y="15955"/>
                  <a:pt x="51087" y="15901"/>
                  <a:pt x="51033" y="15883"/>
                </a:cubicBezTo>
                <a:lnTo>
                  <a:pt x="50960" y="15847"/>
                </a:lnTo>
                <a:lnTo>
                  <a:pt x="50942" y="15847"/>
                </a:lnTo>
                <a:lnTo>
                  <a:pt x="50942" y="15285"/>
                </a:lnTo>
                <a:cubicBezTo>
                  <a:pt x="50942" y="15177"/>
                  <a:pt x="50942" y="15068"/>
                  <a:pt x="50906" y="14977"/>
                </a:cubicBezTo>
                <a:cubicBezTo>
                  <a:pt x="50852" y="14905"/>
                  <a:pt x="50797" y="14869"/>
                  <a:pt x="50725" y="14833"/>
                </a:cubicBezTo>
                <a:cubicBezTo>
                  <a:pt x="50707" y="14814"/>
                  <a:pt x="50653" y="14814"/>
                  <a:pt x="50634" y="14796"/>
                </a:cubicBezTo>
                <a:cubicBezTo>
                  <a:pt x="50598" y="14778"/>
                  <a:pt x="50580" y="14760"/>
                  <a:pt x="50562" y="14742"/>
                </a:cubicBezTo>
                <a:cubicBezTo>
                  <a:pt x="50580" y="14706"/>
                  <a:pt x="50580" y="14651"/>
                  <a:pt x="50562" y="14615"/>
                </a:cubicBezTo>
                <a:cubicBezTo>
                  <a:pt x="50562" y="14561"/>
                  <a:pt x="50562" y="14525"/>
                  <a:pt x="50544" y="14470"/>
                </a:cubicBezTo>
                <a:lnTo>
                  <a:pt x="50580" y="14470"/>
                </a:lnTo>
                <a:lnTo>
                  <a:pt x="50725" y="14470"/>
                </a:lnTo>
                <a:cubicBezTo>
                  <a:pt x="50761" y="14470"/>
                  <a:pt x="50779" y="14452"/>
                  <a:pt x="50797" y="14434"/>
                </a:cubicBezTo>
                <a:cubicBezTo>
                  <a:pt x="50834" y="14325"/>
                  <a:pt x="50834" y="14217"/>
                  <a:pt x="50779" y="14126"/>
                </a:cubicBezTo>
                <a:cubicBezTo>
                  <a:pt x="50743" y="14054"/>
                  <a:pt x="50671" y="14018"/>
                  <a:pt x="50598" y="13999"/>
                </a:cubicBezTo>
                <a:lnTo>
                  <a:pt x="50598" y="13981"/>
                </a:lnTo>
                <a:cubicBezTo>
                  <a:pt x="50653" y="13999"/>
                  <a:pt x="50725" y="13963"/>
                  <a:pt x="50743" y="13927"/>
                </a:cubicBezTo>
                <a:cubicBezTo>
                  <a:pt x="50797" y="13836"/>
                  <a:pt x="50725" y="13764"/>
                  <a:pt x="50689" y="13710"/>
                </a:cubicBezTo>
                <a:cubicBezTo>
                  <a:pt x="50634" y="13637"/>
                  <a:pt x="50580" y="13583"/>
                  <a:pt x="50526" y="13547"/>
                </a:cubicBezTo>
                <a:cubicBezTo>
                  <a:pt x="50508" y="13511"/>
                  <a:pt x="50472" y="13492"/>
                  <a:pt x="50435" y="13474"/>
                </a:cubicBezTo>
                <a:cubicBezTo>
                  <a:pt x="50417" y="13456"/>
                  <a:pt x="50399" y="13456"/>
                  <a:pt x="50381" y="13438"/>
                </a:cubicBezTo>
                <a:lnTo>
                  <a:pt x="50381" y="13329"/>
                </a:lnTo>
                <a:lnTo>
                  <a:pt x="50381" y="13130"/>
                </a:lnTo>
                <a:lnTo>
                  <a:pt x="50381" y="12750"/>
                </a:lnTo>
                <a:lnTo>
                  <a:pt x="50381" y="11989"/>
                </a:lnTo>
                <a:lnTo>
                  <a:pt x="50381" y="10486"/>
                </a:lnTo>
                <a:lnTo>
                  <a:pt x="50381" y="10052"/>
                </a:lnTo>
                <a:lnTo>
                  <a:pt x="50381" y="9834"/>
                </a:lnTo>
                <a:cubicBezTo>
                  <a:pt x="50381" y="9762"/>
                  <a:pt x="50381" y="9689"/>
                  <a:pt x="50363" y="9617"/>
                </a:cubicBezTo>
                <a:cubicBezTo>
                  <a:pt x="50363" y="9599"/>
                  <a:pt x="50363" y="9599"/>
                  <a:pt x="50345" y="9599"/>
                </a:cubicBezTo>
                <a:cubicBezTo>
                  <a:pt x="50345" y="9563"/>
                  <a:pt x="50327" y="9526"/>
                  <a:pt x="50309" y="9508"/>
                </a:cubicBezTo>
                <a:lnTo>
                  <a:pt x="50236" y="9382"/>
                </a:lnTo>
                <a:lnTo>
                  <a:pt x="50182" y="9273"/>
                </a:lnTo>
                <a:cubicBezTo>
                  <a:pt x="50164" y="9255"/>
                  <a:pt x="50146" y="9219"/>
                  <a:pt x="50127" y="9200"/>
                </a:cubicBezTo>
                <a:cubicBezTo>
                  <a:pt x="50127" y="9164"/>
                  <a:pt x="50109" y="9146"/>
                  <a:pt x="50073" y="9146"/>
                </a:cubicBezTo>
                <a:lnTo>
                  <a:pt x="49747" y="9164"/>
                </a:lnTo>
                <a:lnTo>
                  <a:pt x="49620" y="9164"/>
                </a:lnTo>
                <a:cubicBezTo>
                  <a:pt x="49584" y="9164"/>
                  <a:pt x="49566" y="9164"/>
                  <a:pt x="49530" y="9182"/>
                </a:cubicBezTo>
                <a:cubicBezTo>
                  <a:pt x="49530" y="9128"/>
                  <a:pt x="49512" y="9092"/>
                  <a:pt x="49512" y="9056"/>
                </a:cubicBezTo>
                <a:lnTo>
                  <a:pt x="49475" y="8856"/>
                </a:lnTo>
                <a:lnTo>
                  <a:pt x="49439" y="8657"/>
                </a:lnTo>
                <a:cubicBezTo>
                  <a:pt x="49421" y="8621"/>
                  <a:pt x="49421" y="8567"/>
                  <a:pt x="49403" y="8512"/>
                </a:cubicBezTo>
                <a:lnTo>
                  <a:pt x="49403" y="8096"/>
                </a:lnTo>
                <a:lnTo>
                  <a:pt x="49403" y="7752"/>
                </a:lnTo>
                <a:lnTo>
                  <a:pt x="49403" y="7571"/>
                </a:lnTo>
                <a:cubicBezTo>
                  <a:pt x="49403" y="7498"/>
                  <a:pt x="49403" y="7498"/>
                  <a:pt x="49385" y="7462"/>
                </a:cubicBezTo>
                <a:cubicBezTo>
                  <a:pt x="49385" y="7444"/>
                  <a:pt x="49367" y="7426"/>
                  <a:pt x="49349" y="7408"/>
                </a:cubicBezTo>
                <a:cubicBezTo>
                  <a:pt x="49349" y="7390"/>
                  <a:pt x="49313" y="7390"/>
                  <a:pt x="49313" y="7408"/>
                </a:cubicBezTo>
                <a:cubicBezTo>
                  <a:pt x="49294" y="7426"/>
                  <a:pt x="49276" y="7444"/>
                  <a:pt x="49276" y="7462"/>
                </a:cubicBezTo>
                <a:cubicBezTo>
                  <a:pt x="49276" y="7480"/>
                  <a:pt x="49258" y="7516"/>
                  <a:pt x="49258" y="7534"/>
                </a:cubicBezTo>
                <a:cubicBezTo>
                  <a:pt x="49258" y="7589"/>
                  <a:pt x="49258" y="7643"/>
                  <a:pt x="49258" y="7697"/>
                </a:cubicBezTo>
                <a:lnTo>
                  <a:pt x="49258" y="8023"/>
                </a:lnTo>
                <a:lnTo>
                  <a:pt x="49258" y="8386"/>
                </a:lnTo>
                <a:lnTo>
                  <a:pt x="49186" y="8331"/>
                </a:lnTo>
                <a:cubicBezTo>
                  <a:pt x="49150" y="8277"/>
                  <a:pt x="49113" y="8223"/>
                  <a:pt x="49077" y="8168"/>
                </a:cubicBezTo>
                <a:cubicBezTo>
                  <a:pt x="49023" y="8078"/>
                  <a:pt x="48968" y="8005"/>
                  <a:pt x="48914" y="7915"/>
                </a:cubicBezTo>
                <a:lnTo>
                  <a:pt x="48914" y="7263"/>
                </a:lnTo>
                <a:lnTo>
                  <a:pt x="48914" y="7009"/>
                </a:lnTo>
                <a:cubicBezTo>
                  <a:pt x="48932" y="6937"/>
                  <a:pt x="48914" y="6864"/>
                  <a:pt x="48878" y="6792"/>
                </a:cubicBezTo>
                <a:cubicBezTo>
                  <a:pt x="48860" y="6774"/>
                  <a:pt x="48842" y="6774"/>
                  <a:pt x="48842" y="6792"/>
                </a:cubicBezTo>
                <a:cubicBezTo>
                  <a:pt x="48824" y="6792"/>
                  <a:pt x="48824" y="6810"/>
                  <a:pt x="48824" y="6810"/>
                </a:cubicBezTo>
                <a:cubicBezTo>
                  <a:pt x="48805" y="6810"/>
                  <a:pt x="48805" y="6828"/>
                  <a:pt x="48805" y="6828"/>
                </a:cubicBezTo>
                <a:cubicBezTo>
                  <a:pt x="48787" y="6882"/>
                  <a:pt x="48787" y="6919"/>
                  <a:pt x="48787" y="6973"/>
                </a:cubicBezTo>
                <a:lnTo>
                  <a:pt x="48787" y="7136"/>
                </a:lnTo>
                <a:lnTo>
                  <a:pt x="48787" y="7933"/>
                </a:lnTo>
                <a:lnTo>
                  <a:pt x="48787" y="8005"/>
                </a:lnTo>
                <a:lnTo>
                  <a:pt x="48787" y="8060"/>
                </a:lnTo>
                <a:lnTo>
                  <a:pt x="48787" y="8060"/>
                </a:lnTo>
                <a:cubicBezTo>
                  <a:pt x="48787" y="8096"/>
                  <a:pt x="48787" y="8114"/>
                  <a:pt x="48769" y="8150"/>
                </a:cubicBezTo>
                <a:cubicBezTo>
                  <a:pt x="48769" y="8168"/>
                  <a:pt x="48769" y="8168"/>
                  <a:pt x="48769" y="8168"/>
                </a:cubicBezTo>
                <a:lnTo>
                  <a:pt x="48769" y="8241"/>
                </a:lnTo>
                <a:cubicBezTo>
                  <a:pt x="48769" y="8259"/>
                  <a:pt x="48751" y="8295"/>
                  <a:pt x="48751" y="8331"/>
                </a:cubicBezTo>
                <a:cubicBezTo>
                  <a:pt x="48751" y="8331"/>
                  <a:pt x="48751" y="8349"/>
                  <a:pt x="48751" y="8349"/>
                </a:cubicBezTo>
                <a:cubicBezTo>
                  <a:pt x="48715" y="8458"/>
                  <a:pt x="48697" y="8549"/>
                  <a:pt x="48679" y="8639"/>
                </a:cubicBezTo>
                <a:cubicBezTo>
                  <a:pt x="48642" y="8838"/>
                  <a:pt x="48588" y="9037"/>
                  <a:pt x="48552" y="9237"/>
                </a:cubicBezTo>
                <a:cubicBezTo>
                  <a:pt x="48461" y="9617"/>
                  <a:pt x="48371" y="10015"/>
                  <a:pt x="48262" y="10396"/>
                </a:cubicBezTo>
                <a:cubicBezTo>
                  <a:pt x="48244" y="10468"/>
                  <a:pt x="48226" y="10522"/>
                  <a:pt x="48208" y="10595"/>
                </a:cubicBezTo>
                <a:cubicBezTo>
                  <a:pt x="48117" y="10595"/>
                  <a:pt x="48027" y="10613"/>
                  <a:pt x="47936" y="10613"/>
                </a:cubicBezTo>
                <a:lnTo>
                  <a:pt x="47556" y="10649"/>
                </a:lnTo>
                <a:lnTo>
                  <a:pt x="46777" y="10704"/>
                </a:lnTo>
                <a:lnTo>
                  <a:pt x="46560" y="10722"/>
                </a:lnTo>
                <a:lnTo>
                  <a:pt x="46451" y="10722"/>
                </a:lnTo>
                <a:lnTo>
                  <a:pt x="46415" y="10722"/>
                </a:lnTo>
                <a:cubicBezTo>
                  <a:pt x="46397" y="10649"/>
                  <a:pt x="46361" y="10595"/>
                  <a:pt x="46343" y="10522"/>
                </a:cubicBezTo>
                <a:lnTo>
                  <a:pt x="46198" y="10215"/>
                </a:lnTo>
                <a:cubicBezTo>
                  <a:pt x="46125" y="10015"/>
                  <a:pt x="46035" y="9816"/>
                  <a:pt x="45944" y="9617"/>
                </a:cubicBezTo>
                <a:cubicBezTo>
                  <a:pt x="45763" y="9200"/>
                  <a:pt x="45600" y="8802"/>
                  <a:pt x="45419" y="8404"/>
                </a:cubicBezTo>
                <a:cubicBezTo>
                  <a:pt x="45310" y="8168"/>
                  <a:pt x="45220" y="7951"/>
                  <a:pt x="45093" y="7715"/>
                </a:cubicBezTo>
                <a:cubicBezTo>
                  <a:pt x="45093" y="7715"/>
                  <a:pt x="45075" y="7715"/>
                  <a:pt x="45075" y="7715"/>
                </a:cubicBezTo>
                <a:cubicBezTo>
                  <a:pt x="45057" y="7715"/>
                  <a:pt x="45039" y="7734"/>
                  <a:pt x="45021" y="7752"/>
                </a:cubicBezTo>
                <a:cubicBezTo>
                  <a:pt x="44984" y="7842"/>
                  <a:pt x="44948" y="7951"/>
                  <a:pt x="44912" y="8060"/>
                </a:cubicBezTo>
                <a:cubicBezTo>
                  <a:pt x="44876" y="8150"/>
                  <a:pt x="44858" y="8186"/>
                  <a:pt x="44839" y="8259"/>
                </a:cubicBezTo>
                <a:lnTo>
                  <a:pt x="44785" y="8132"/>
                </a:lnTo>
                <a:cubicBezTo>
                  <a:pt x="44749" y="8078"/>
                  <a:pt x="44713" y="8005"/>
                  <a:pt x="44676" y="7933"/>
                </a:cubicBezTo>
                <a:cubicBezTo>
                  <a:pt x="44640" y="7860"/>
                  <a:pt x="44586" y="7806"/>
                  <a:pt x="44532" y="7752"/>
                </a:cubicBezTo>
                <a:cubicBezTo>
                  <a:pt x="44550" y="7715"/>
                  <a:pt x="44495" y="7697"/>
                  <a:pt x="44495" y="7715"/>
                </a:cubicBezTo>
                <a:cubicBezTo>
                  <a:pt x="44387" y="7915"/>
                  <a:pt x="44278" y="8096"/>
                  <a:pt x="44188" y="8295"/>
                </a:cubicBezTo>
                <a:cubicBezTo>
                  <a:pt x="44097" y="8512"/>
                  <a:pt x="44025" y="8712"/>
                  <a:pt x="43934" y="8911"/>
                </a:cubicBezTo>
                <a:lnTo>
                  <a:pt x="43862" y="9074"/>
                </a:lnTo>
                <a:cubicBezTo>
                  <a:pt x="43843" y="9128"/>
                  <a:pt x="43825" y="9182"/>
                  <a:pt x="43807" y="9237"/>
                </a:cubicBezTo>
                <a:cubicBezTo>
                  <a:pt x="43699" y="9237"/>
                  <a:pt x="43644" y="9418"/>
                  <a:pt x="43753" y="9472"/>
                </a:cubicBezTo>
                <a:lnTo>
                  <a:pt x="43753" y="9472"/>
                </a:lnTo>
                <a:cubicBezTo>
                  <a:pt x="43753" y="9526"/>
                  <a:pt x="43753" y="9581"/>
                  <a:pt x="43753" y="9635"/>
                </a:cubicBezTo>
                <a:lnTo>
                  <a:pt x="43753" y="10830"/>
                </a:lnTo>
                <a:lnTo>
                  <a:pt x="43753" y="10939"/>
                </a:lnTo>
                <a:cubicBezTo>
                  <a:pt x="43753" y="10939"/>
                  <a:pt x="43753" y="10957"/>
                  <a:pt x="43753" y="10975"/>
                </a:cubicBezTo>
                <a:cubicBezTo>
                  <a:pt x="43717" y="10975"/>
                  <a:pt x="43699" y="10975"/>
                  <a:pt x="43662" y="10975"/>
                </a:cubicBezTo>
                <a:lnTo>
                  <a:pt x="43554" y="10975"/>
                </a:lnTo>
                <a:lnTo>
                  <a:pt x="43427" y="10975"/>
                </a:lnTo>
                <a:lnTo>
                  <a:pt x="43354" y="10975"/>
                </a:lnTo>
                <a:lnTo>
                  <a:pt x="43354" y="10450"/>
                </a:lnTo>
                <a:lnTo>
                  <a:pt x="43354" y="10305"/>
                </a:lnTo>
                <a:cubicBezTo>
                  <a:pt x="43354" y="10287"/>
                  <a:pt x="43354" y="10251"/>
                  <a:pt x="43354" y="10233"/>
                </a:cubicBezTo>
                <a:cubicBezTo>
                  <a:pt x="43427" y="10215"/>
                  <a:pt x="43499" y="10142"/>
                  <a:pt x="43499" y="10052"/>
                </a:cubicBezTo>
                <a:cubicBezTo>
                  <a:pt x="43499" y="9979"/>
                  <a:pt x="43445" y="9907"/>
                  <a:pt x="43373" y="9889"/>
                </a:cubicBezTo>
                <a:lnTo>
                  <a:pt x="43373" y="9689"/>
                </a:lnTo>
                <a:lnTo>
                  <a:pt x="43373" y="9581"/>
                </a:lnTo>
                <a:lnTo>
                  <a:pt x="43373" y="9508"/>
                </a:lnTo>
                <a:cubicBezTo>
                  <a:pt x="43463" y="9454"/>
                  <a:pt x="43554" y="9363"/>
                  <a:pt x="43608" y="9255"/>
                </a:cubicBezTo>
                <a:cubicBezTo>
                  <a:pt x="43644" y="9200"/>
                  <a:pt x="43662" y="9146"/>
                  <a:pt x="43699" y="9092"/>
                </a:cubicBezTo>
                <a:cubicBezTo>
                  <a:pt x="43699" y="9056"/>
                  <a:pt x="43717" y="9037"/>
                  <a:pt x="43717" y="9001"/>
                </a:cubicBezTo>
                <a:cubicBezTo>
                  <a:pt x="43717" y="8983"/>
                  <a:pt x="43735" y="8965"/>
                  <a:pt x="43735" y="8929"/>
                </a:cubicBezTo>
                <a:cubicBezTo>
                  <a:pt x="43735" y="8875"/>
                  <a:pt x="43735" y="8820"/>
                  <a:pt x="43735" y="8766"/>
                </a:cubicBezTo>
                <a:lnTo>
                  <a:pt x="43735" y="8585"/>
                </a:lnTo>
                <a:lnTo>
                  <a:pt x="43735" y="8223"/>
                </a:lnTo>
                <a:lnTo>
                  <a:pt x="43735" y="7860"/>
                </a:lnTo>
                <a:lnTo>
                  <a:pt x="43735" y="7679"/>
                </a:lnTo>
                <a:lnTo>
                  <a:pt x="43735" y="7589"/>
                </a:lnTo>
                <a:cubicBezTo>
                  <a:pt x="43735" y="7571"/>
                  <a:pt x="43735" y="7571"/>
                  <a:pt x="43735" y="7553"/>
                </a:cubicBezTo>
                <a:lnTo>
                  <a:pt x="43735" y="7534"/>
                </a:lnTo>
                <a:cubicBezTo>
                  <a:pt x="43735" y="7498"/>
                  <a:pt x="43717" y="7480"/>
                  <a:pt x="43699" y="7444"/>
                </a:cubicBezTo>
                <a:cubicBezTo>
                  <a:pt x="43699" y="7426"/>
                  <a:pt x="43680" y="7390"/>
                  <a:pt x="43662" y="7353"/>
                </a:cubicBezTo>
                <a:cubicBezTo>
                  <a:pt x="43662" y="7335"/>
                  <a:pt x="43608" y="7245"/>
                  <a:pt x="43590" y="7172"/>
                </a:cubicBezTo>
                <a:cubicBezTo>
                  <a:pt x="43554" y="7064"/>
                  <a:pt x="43499" y="6937"/>
                  <a:pt x="43463" y="6810"/>
                </a:cubicBezTo>
                <a:cubicBezTo>
                  <a:pt x="43391" y="6556"/>
                  <a:pt x="43336" y="6303"/>
                  <a:pt x="43282" y="6049"/>
                </a:cubicBezTo>
                <a:lnTo>
                  <a:pt x="43246" y="5850"/>
                </a:lnTo>
                <a:cubicBezTo>
                  <a:pt x="43246" y="5814"/>
                  <a:pt x="43246" y="5778"/>
                  <a:pt x="43228" y="5742"/>
                </a:cubicBezTo>
                <a:cubicBezTo>
                  <a:pt x="43228" y="5705"/>
                  <a:pt x="43228" y="5669"/>
                  <a:pt x="43210" y="5651"/>
                </a:cubicBezTo>
                <a:cubicBezTo>
                  <a:pt x="43210" y="5651"/>
                  <a:pt x="43210" y="5633"/>
                  <a:pt x="43210" y="5633"/>
                </a:cubicBezTo>
                <a:cubicBezTo>
                  <a:pt x="43210" y="5597"/>
                  <a:pt x="43173" y="5597"/>
                  <a:pt x="43155" y="5633"/>
                </a:cubicBezTo>
                <a:cubicBezTo>
                  <a:pt x="43137" y="5687"/>
                  <a:pt x="43119" y="5760"/>
                  <a:pt x="43119" y="5814"/>
                </a:cubicBezTo>
                <a:lnTo>
                  <a:pt x="43083" y="6013"/>
                </a:lnTo>
                <a:cubicBezTo>
                  <a:pt x="43065" y="6140"/>
                  <a:pt x="43029" y="6285"/>
                  <a:pt x="43010" y="6412"/>
                </a:cubicBezTo>
                <a:cubicBezTo>
                  <a:pt x="42938" y="6665"/>
                  <a:pt x="42884" y="6919"/>
                  <a:pt x="42793" y="7172"/>
                </a:cubicBezTo>
                <a:cubicBezTo>
                  <a:pt x="42775" y="7245"/>
                  <a:pt x="42757" y="7317"/>
                  <a:pt x="42721" y="7371"/>
                </a:cubicBezTo>
                <a:lnTo>
                  <a:pt x="42684" y="7480"/>
                </a:lnTo>
                <a:cubicBezTo>
                  <a:pt x="42684" y="7516"/>
                  <a:pt x="42666" y="7553"/>
                  <a:pt x="42666" y="7589"/>
                </a:cubicBezTo>
                <a:cubicBezTo>
                  <a:pt x="42648" y="7607"/>
                  <a:pt x="42648" y="7607"/>
                  <a:pt x="42666" y="7625"/>
                </a:cubicBezTo>
                <a:cubicBezTo>
                  <a:pt x="42648" y="7643"/>
                  <a:pt x="42648" y="7679"/>
                  <a:pt x="42666" y="7715"/>
                </a:cubicBezTo>
                <a:lnTo>
                  <a:pt x="42666" y="7824"/>
                </a:lnTo>
                <a:lnTo>
                  <a:pt x="42666" y="8041"/>
                </a:lnTo>
                <a:lnTo>
                  <a:pt x="42594" y="8041"/>
                </a:lnTo>
                <a:cubicBezTo>
                  <a:pt x="42576" y="8023"/>
                  <a:pt x="42558" y="8023"/>
                  <a:pt x="42540" y="8041"/>
                </a:cubicBezTo>
                <a:lnTo>
                  <a:pt x="42449" y="8041"/>
                </a:lnTo>
                <a:lnTo>
                  <a:pt x="42250" y="8041"/>
                </a:lnTo>
                <a:lnTo>
                  <a:pt x="42051" y="8041"/>
                </a:lnTo>
                <a:cubicBezTo>
                  <a:pt x="41996" y="8023"/>
                  <a:pt x="41942" y="8023"/>
                  <a:pt x="41888" y="8060"/>
                </a:cubicBezTo>
                <a:cubicBezTo>
                  <a:pt x="41869" y="8060"/>
                  <a:pt x="41869" y="8078"/>
                  <a:pt x="41888" y="8078"/>
                </a:cubicBezTo>
                <a:cubicBezTo>
                  <a:pt x="41869" y="8078"/>
                  <a:pt x="41869" y="8096"/>
                  <a:pt x="41888" y="8096"/>
                </a:cubicBezTo>
                <a:cubicBezTo>
                  <a:pt x="41869" y="8223"/>
                  <a:pt x="41869" y="8331"/>
                  <a:pt x="41869" y="8440"/>
                </a:cubicBezTo>
                <a:cubicBezTo>
                  <a:pt x="41869" y="8567"/>
                  <a:pt x="41869" y="8693"/>
                  <a:pt x="41869" y="8802"/>
                </a:cubicBezTo>
                <a:lnTo>
                  <a:pt x="41869" y="9164"/>
                </a:lnTo>
                <a:lnTo>
                  <a:pt x="41869" y="9327"/>
                </a:lnTo>
                <a:lnTo>
                  <a:pt x="41869" y="9382"/>
                </a:lnTo>
                <a:lnTo>
                  <a:pt x="41797" y="9382"/>
                </a:lnTo>
                <a:lnTo>
                  <a:pt x="41743" y="9400"/>
                </a:lnTo>
                <a:lnTo>
                  <a:pt x="41743" y="9400"/>
                </a:lnTo>
                <a:lnTo>
                  <a:pt x="41743" y="9309"/>
                </a:lnTo>
                <a:lnTo>
                  <a:pt x="41743" y="9146"/>
                </a:lnTo>
                <a:lnTo>
                  <a:pt x="41725" y="8784"/>
                </a:lnTo>
                <a:cubicBezTo>
                  <a:pt x="41725" y="8675"/>
                  <a:pt x="41707" y="8567"/>
                  <a:pt x="41707" y="8440"/>
                </a:cubicBezTo>
                <a:cubicBezTo>
                  <a:pt x="41707" y="8331"/>
                  <a:pt x="41688" y="8241"/>
                  <a:pt x="41688" y="8150"/>
                </a:cubicBezTo>
                <a:lnTo>
                  <a:pt x="41688" y="8132"/>
                </a:lnTo>
                <a:lnTo>
                  <a:pt x="41688" y="7915"/>
                </a:lnTo>
                <a:lnTo>
                  <a:pt x="41688" y="7516"/>
                </a:lnTo>
                <a:lnTo>
                  <a:pt x="41688" y="7118"/>
                </a:lnTo>
                <a:lnTo>
                  <a:pt x="41688" y="6901"/>
                </a:lnTo>
                <a:cubicBezTo>
                  <a:pt x="41688" y="6828"/>
                  <a:pt x="41670" y="6756"/>
                  <a:pt x="41670" y="6701"/>
                </a:cubicBezTo>
                <a:cubicBezTo>
                  <a:pt x="41670" y="6683"/>
                  <a:pt x="41652" y="6683"/>
                  <a:pt x="41634" y="6683"/>
                </a:cubicBezTo>
                <a:lnTo>
                  <a:pt x="41616" y="6683"/>
                </a:lnTo>
                <a:cubicBezTo>
                  <a:pt x="41598" y="6719"/>
                  <a:pt x="41598" y="6774"/>
                  <a:pt x="41598" y="6828"/>
                </a:cubicBezTo>
                <a:lnTo>
                  <a:pt x="41598" y="6973"/>
                </a:lnTo>
                <a:lnTo>
                  <a:pt x="41598" y="7281"/>
                </a:lnTo>
                <a:cubicBezTo>
                  <a:pt x="41598" y="7371"/>
                  <a:pt x="41598" y="7480"/>
                  <a:pt x="41580" y="7589"/>
                </a:cubicBezTo>
                <a:cubicBezTo>
                  <a:pt x="41580" y="7643"/>
                  <a:pt x="41580" y="7679"/>
                  <a:pt x="41562" y="7734"/>
                </a:cubicBezTo>
                <a:cubicBezTo>
                  <a:pt x="41562" y="7788"/>
                  <a:pt x="41562" y="7770"/>
                  <a:pt x="41562" y="7806"/>
                </a:cubicBezTo>
                <a:lnTo>
                  <a:pt x="41525" y="7806"/>
                </a:lnTo>
                <a:lnTo>
                  <a:pt x="41471" y="7806"/>
                </a:lnTo>
                <a:lnTo>
                  <a:pt x="41417" y="7806"/>
                </a:lnTo>
                <a:cubicBezTo>
                  <a:pt x="41381" y="7788"/>
                  <a:pt x="41326" y="7788"/>
                  <a:pt x="41272" y="7806"/>
                </a:cubicBezTo>
                <a:lnTo>
                  <a:pt x="40692" y="7806"/>
                </a:lnTo>
                <a:lnTo>
                  <a:pt x="40692" y="7498"/>
                </a:lnTo>
                <a:lnTo>
                  <a:pt x="40692" y="6774"/>
                </a:lnTo>
                <a:lnTo>
                  <a:pt x="40692" y="6556"/>
                </a:lnTo>
                <a:lnTo>
                  <a:pt x="40692" y="6430"/>
                </a:lnTo>
                <a:lnTo>
                  <a:pt x="40747" y="6394"/>
                </a:lnTo>
                <a:lnTo>
                  <a:pt x="40801" y="6321"/>
                </a:lnTo>
                <a:cubicBezTo>
                  <a:pt x="40837" y="6303"/>
                  <a:pt x="40855" y="6285"/>
                  <a:pt x="40873" y="6249"/>
                </a:cubicBezTo>
                <a:cubicBezTo>
                  <a:pt x="40873" y="6249"/>
                  <a:pt x="40873" y="6231"/>
                  <a:pt x="40873" y="6231"/>
                </a:cubicBezTo>
                <a:cubicBezTo>
                  <a:pt x="40873" y="6194"/>
                  <a:pt x="40873" y="6158"/>
                  <a:pt x="40873" y="6122"/>
                </a:cubicBezTo>
                <a:lnTo>
                  <a:pt x="40928" y="6122"/>
                </a:lnTo>
                <a:cubicBezTo>
                  <a:pt x="40964" y="6122"/>
                  <a:pt x="41018" y="6140"/>
                  <a:pt x="41073" y="6140"/>
                </a:cubicBezTo>
                <a:lnTo>
                  <a:pt x="41218" y="6140"/>
                </a:lnTo>
                <a:cubicBezTo>
                  <a:pt x="41254" y="6140"/>
                  <a:pt x="41308" y="6122"/>
                  <a:pt x="41344" y="6104"/>
                </a:cubicBezTo>
                <a:cubicBezTo>
                  <a:pt x="41362" y="6104"/>
                  <a:pt x="41362" y="6086"/>
                  <a:pt x="41344" y="6068"/>
                </a:cubicBezTo>
                <a:cubicBezTo>
                  <a:pt x="41362" y="6068"/>
                  <a:pt x="41362" y="6049"/>
                  <a:pt x="41344" y="6049"/>
                </a:cubicBezTo>
                <a:cubicBezTo>
                  <a:pt x="41326" y="6031"/>
                  <a:pt x="41290" y="6031"/>
                  <a:pt x="41272" y="6031"/>
                </a:cubicBezTo>
                <a:lnTo>
                  <a:pt x="41199" y="6031"/>
                </a:lnTo>
                <a:lnTo>
                  <a:pt x="41018" y="6031"/>
                </a:lnTo>
                <a:lnTo>
                  <a:pt x="40873" y="6031"/>
                </a:lnTo>
                <a:lnTo>
                  <a:pt x="40873" y="5995"/>
                </a:lnTo>
                <a:lnTo>
                  <a:pt x="40873" y="5850"/>
                </a:lnTo>
                <a:cubicBezTo>
                  <a:pt x="40892" y="5814"/>
                  <a:pt x="40873" y="5778"/>
                  <a:pt x="40873" y="5742"/>
                </a:cubicBezTo>
                <a:cubicBezTo>
                  <a:pt x="40873" y="5723"/>
                  <a:pt x="40873" y="5687"/>
                  <a:pt x="40855" y="5687"/>
                </a:cubicBezTo>
                <a:cubicBezTo>
                  <a:pt x="40801" y="5669"/>
                  <a:pt x="40765" y="5651"/>
                  <a:pt x="40710" y="5615"/>
                </a:cubicBezTo>
                <a:cubicBezTo>
                  <a:pt x="40674" y="5615"/>
                  <a:pt x="40656" y="5597"/>
                  <a:pt x="40620" y="5579"/>
                </a:cubicBezTo>
                <a:cubicBezTo>
                  <a:pt x="40620" y="5560"/>
                  <a:pt x="40620" y="5542"/>
                  <a:pt x="40620" y="5506"/>
                </a:cubicBezTo>
                <a:cubicBezTo>
                  <a:pt x="40620" y="5488"/>
                  <a:pt x="40620" y="5470"/>
                  <a:pt x="40620" y="5452"/>
                </a:cubicBezTo>
                <a:lnTo>
                  <a:pt x="40620" y="5325"/>
                </a:lnTo>
                <a:lnTo>
                  <a:pt x="40620" y="5090"/>
                </a:lnTo>
                <a:cubicBezTo>
                  <a:pt x="40620" y="4945"/>
                  <a:pt x="40620" y="4782"/>
                  <a:pt x="40602" y="4637"/>
                </a:cubicBezTo>
                <a:lnTo>
                  <a:pt x="40602" y="4637"/>
                </a:lnTo>
                <a:cubicBezTo>
                  <a:pt x="40656" y="4619"/>
                  <a:pt x="40710" y="4637"/>
                  <a:pt x="40765" y="4637"/>
                </a:cubicBezTo>
                <a:cubicBezTo>
                  <a:pt x="40819" y="4637"/>
                  <a:pt x="40873" y="4601"/>
                  <a:pt x="40873" y="4546"/>
                </a:cubicBezTo>
                <a:cubicBezTo>
                  <a:pt x="40892" y="4492"/>
                  <a:pt x="40855" y="4438"/>
                  <a:pt x="40819" y="4420"/>
                </a:cubicBezTo>
                <a:cubicBezTo>
                  <a:pt x="40783" y="4420"/>
                  <a:pt x="40765" y="4401"/>
                  <a:pt x="40729" y="4401"/>
                </a:cubicBezTo>
                <a:cubicBezTo>
                  <a:pt x="40710" y="4401"/>
                  <a:pt x="40674" y="4401"/>
                  <a:pt x="40656" y="4401"/>
                </a:cubicBezTo>
                <a:cubicBezTo>
                  <a:pt x="40457" y="3858"/>
                  <a:pt x="40294" y="3315"/>
                  <a:pt x="40167" y="2735"/>
                </a:cubicBezTo>
                <a:cubicBezTo>
                  <a:pt x="40040" y="2174"/>
                  <a:pt x="39968" y="1594"/>
                  <a:pt x="39932" y="997"/>
                </a:cubicBezTo>
                <a:cubicBezTo>
                  <a:pt x="39932" y="834"/>
                  <a:pt x="39914" y="671"/>
                  <a:pt x="39914" y="508"/>
                </a:cubicBezTo>
                <a:lnTo>
                  <a:pt x="39914" y="272"/>
                </a:lnTo>
                <a:cubicBezTo>
                  <a:pt x="39914" y="182"/>
                  <a:pt x="39914" y="110"/>
                  <a:pt x="39896" y="19"/>
                </a:cubicBezTo>
                <a:cubicBezTo>
                  <a:pt x="39896" y="1"/>
                  <a:pt x="39859" y="1"/>
                  <a:pt x="39859" y="19"/>
                </a:cubicBezTo>
                <a:cubicBezTo>
                  <a:pt x="39859" y="37"/>
                  <a:pt x="39859" y="55"/>
                  <a:pt x="39859" y="73"/>
                </a:cubicBezTo>
                <a:lnTo>
                  <a:pt x="39859" y="19"/>
                </a:lnTo>
                <a:cubicBezTo>
                  <a:pt x="39859" y="1"/>
                  <a:pt x="39841" y="1"/>
                  <a:pt x="39841" y="19"/>
                </a:cubicBezTo>
                <a:lnTo>
                  <a:pt x="39841" y="924"/>
                </a:lnTo>
                <a:cubicBezTo>
                  <a:pt x="39841" y="1232"/>
                  <a:pt x="39823" y="1522"/>
                  <a:pt x="39805" y="1830"/>
                </a:cubicBezTo>
                <a:cubicBezTo>
                  <a:pt x="39751" y="2409"/>
                  <a:pt x="39660" y="2971"/>
                  <a:pt x="39497" y="3514"/>
                </a:cubicBezTo>
                <a:cubicBezTo>
                  <a:pt x="39425" y="3822"/>
                  <a:pt x="39316" y="4130"/>
                  <a:pt x="39189" y="4420"/>
                </a:cubicBezTo>
                <a:lnTo>
                  <a:pt x="39189" y="4420"/>
                </a:lnTo>
                <a:cubicBezTo>
                  <a:pt x="39153" y="4420"/>
                  <a:pt x="39135" y="4420"/>
                  <a:pt x="39117" y="4438"/>
                </a:cubicBezTo>
                <a:cubicBezTo>
                  <a:pt x="39081" y="4438"/>
                  <a:pt x="39026" y="4438"/>
                  <a:pt x="38990" y="4438"/>
                </a:cubicBezTo>
                <a:cubicBezTo>
                  <a:pt x="38990" y="4438"/>
                  <a:pt x="38972" y="4456"/>
                  <a:pt x="38972" y="4456"/>
                </a:cubicBezTo>
                <a:cubicBezTo>
                  <a:pt x="38881" y="4474"/>
                  <a:pt x="38827" y="4583"/>
                  <a:pt x="38900" y="4637"/>
                </a:cubicBezTo>
                <a:cubicBezTo>
                  <a:pt x="38954" y="4673"/>
                  <a:pt x="39008" y="4655"/>
                  <a:pt x="39063" y="4655"/>
                </a:cubicBezTo>
                <a:lnTo>
                  <a:pt x="39153" y="4655"/>
                </a:lnTo>
                <a:lnTo>
                  <a:pt x="39153" y="4746"/>
                </a:lnTo>
                <a:lnTo>
                  <a:pt x="39153" y="4890"/>
                </a:lnTo>
                <a:lnTo>
                  <a:pt x="39153" y="5162"/>
                </a:lnTo>
                <a:lnTo>
                  <a:pt x="39153" y="5416"/>
                </a:lnTo>
                <a:lnTo>
                  <a:pt x="39153" y="5560"/>
                </a:lnTo>
                <a:lnTo>
                  <a:pt x="39153" y="5633"/>
                </a:lnTo>
                <a:lnTo>
                  <a:pt x="39044" y="5669"/>
                </a:lnTo>
                <a:cubicBezTo>
                  <a:pt x="38990" y="5687"/>
                  <a:pt x="38936" y="5705"/>
                  <a:pt x="38881" y="5723"/>
                </a:cubicBezTo>
                <a:lnTo>
                  <a:pt x="38881" y="5723"/>
                </a:lnTo>
                <a:lnTo>
                  <a:pt x="38881" y="5723"/>
                </a:lnTo>
                <a:cubicBezTo>
                  <a:pt x="38863" y="5742"/>
                  <a:pt x="38863" y="5760"/>
                  <a:pt x="38863" y="5778"/>
                </a:cubicBezTo>
                <a:lnTo>
                  <a:pt x="38863" y="5850"/>
                </a:lnTo>
                <a:lnTo>
                  <a:pt x="38863" y="6013"/>
                </a:lnTo>
                <a:lnTo>
                  <a:pt x="38863" y="6104"/>
                </a:lnTo>
                <a:lnTo>
                  <a:pt x="38610" y="6104"/>
                </a:lnTo>
                <a:lnTo>
                  <a:pt x="38519" y="6104"/>
                </a:lnTo>
                <a:cubicBezTo>
                  <a:pt x="38501" y="6104"/>
                  <a:pt x="38465" y="6122"/>
                  <a:pt x="38429" y="6122"/>
                </a:cubicBezTo>
                <a:cubicBezTo>
                  <a:pt x="38411" y="6140"/>
                  <a:pt x="38411" y="6158"/>
                  <a:pt x="38429" y="6176"/>
                </a:cubicBezTo>
                <a:lnTo>
                  <a:pt x="38429" y="6176"/>
                </a:lnTo>
                <a:lnTo>
                  <a:pt x="38429" y="6176"/>
                </a:lnTo>
                <a:cubicBezTo>
                  <a:pt x="38501" y="6194"/>
                  <a:pt x="38555" y="6194"/>
                  <a:pt x="38628" y="6194"/>
                </a:cubicBezTo>
                <a:lnTo>
                  <a:pt x="38845" y="6194"/>
                </a:lnTo>
                <a:cubicBezTo>
                  <a:pt x="38845" y="6231"/>
                  <a:pt x="38845" y="6267"/>
                  <a:pt x="38863" y="6285"/>
                </a:cubicBezTo>
                <a:cubicBezTo>
                  <a:pt x="38863" y="6303"/>
                  <a:pt x="38863" y="6303"/>
                  <a:pt x="38863" y="6303"/>
                </a:cubicBezTo>
                <a:cubicBezTo>
                  <a:pt x="38881" y="6339"/>
                  <a:pt x="38900" y="6375"/>
                  <a:pt x="38918" y="6412"/>
                </a:cubicBezTo>
                <a:lnTo>
                  <a:pt x="38990" y="6484"/>
                </a:lnTo>
                <a:lnTo>
                  <a:pt x="38990" y="6629"/>
                </a:lnTo>
                <a:lnTo>
                  <a:pt x="38990" y="7480"/>
                </a:lnTo>
                <a:lnTo>
                  <a:pt x="38990" y="8621"/>
                </a:lnTo>
                <a:lnTo>
                  <a:pt x="38990" y="8947"/>
                </a:lnTo>
                <a:lnTo>
                  <a:pt x="38990" y="9128"/>
                </a:lnTo>
                <a:cubicBezTo>
                  <a:pt x="38954" y="9146"/>
                  <a:pt x="38918" y="9164"/>
                  <a:pt x="38881" y="9182"/>
                </a:cubicBezTo>
                <a:cubicBezTo>
                  <a:pt x="38827" y="9200"/>
                  <a:pt x="38773" y="9200"/>
                  <a:pt x="38755" y="9237"/>
                </a:cubicBezTo>
                <a:cubicBezTo>
                  <a:pt x="38737" y="9291"/>
                  <a:pt x="38737" y="9345"/>
                  <a:pt x="38737" y="9382"/>
                </a:cubicBezTo>
                <a:lnTo>
                  <a:pt x="38737" y="9472"/>
                </a:lnTo>
                <a:cubicBezTo>
                  <a:pt x="38737" y="9490"/>
                  <a:pt x="38755" y="9508"/>
                  <a:pt x="38755" y="9545"/>
                </a:cubicBezTo>
                <a:cubicBezTo>
                  <a:pt x="38773" y="9563"/>
                  <a:pt x="38791" y="9563"/>
                  <a:pt x="38809" y="9545"/>
                </a:cubicBezTo>
                <a:lnTo>
                  <a:pt x="38809" y="9545"/>
                </a:lnTo>
                <a:cubicBezTo>
                  <a:pt x="38827" y="9563"/>
                  <a:pt x="38845" y="9581"/>
                  <a:pt x="38881" y="9599"/>
                </a:cubicBezTo>
                <a:lnTo>
                  <a:pt x="38972" y="9671"/>
                </a:lnTo>
                <a:cubicBezTo>
                  <a:pt x="38954" y="9726"/>
                  <a:pt x="38954" y="9780"/>
                  <a:pt x="38954" y="9834"/>
                </a:cubicBezTo>
                <a:cubicBezTo>
                  <a:pt x="38954" y="9889"/>
                  <a:pt x="38954" y="9943"/>
                  <a:pt x="38936" y="9997"/>
                </a:cubicBezTo>
                <a:cubicBezTo>
                  <a:pt x="38936" y="10106"/>
                  <a:pt x="38918" y="10233"/>
                  <a:pt x="38900" y="10323"/>
                </a:cubicBezTo>
                <a:cubicBezTo>
                  <a:pt x="38881" y="10432"/>
                  <a:pt x="38863" y="10559"/>
                  <a:pt x="38827" y="10649"/>
                </a:cubicBezTo>
                <a:cubicBezTo>
                  <a:pt x="38827" y="10704"/>
                  <a:pt x="38809" y="10758"/>
                  <a:pt x="38791" y="10812"/>
                </a:cubicBezTo>
                <a:lnTo>
                  <a:pt x="38773" y="10921"/>
                </a:lnTo>
                <a:cubicBezTo>
                  <a:pt x="38737" y="10921"/>
                  <a:pt x="38700" y="10939"/>
                  <a:pt x="38682" y="10939"/>
                </a:cubicBezTo>
                <a:lnTo>
                  <a:pt x="38519" y="10975"/>
                </a:lnTo>
                <a:lnTo>
                  <a:pt x="38356" y="11030"/>
                </a:lnTo>
                <a:cubicBezTo>
                  <a:pt x="38302" y="11030"/>
                  <a:pt x="38266" y="11048"/>
                  <a:pt x="38248" y="11102"/>
                </a:cubicBezTo>
                <a:cubicBezTo>
                  <a:pt x="38229" y="11120"/>
                  <a:pt x="38229" y="11156"/>
                  <a:pt x="38229" y="11174"/>
                </a:cubicBezTo>
                <a:lnTo>
                  <a:pt x="38229" y="11174"/>
                </a:lnTo>
                <a:lnTo>
                  <a:pt x="38139" y="11193"/>
                </a:lnTo>
                <a:cubicBezTo>
                  <a:pt x="38085" y="11211"/>
                  <a:pt x="38030" y="11229"/>
                  <a:pt x="37958" y="11229"/>
                </a:cubicBezTo>
                <a:cubicBezTo>
                  <a:pt x="37922" y="11229"/>
                  <a:pt x="37849" y="11229"/>
                  <a:pt x="37813" y="11247"/>
                </a:cubicBezTo>
                <a:cubicBezTo>
                  <a:pt x="37795" y="11283"/>
                  <a:pt x="37795" y="11319"/>
                  <a:pt x="37813" y="11337"/>
                </a:cubicBezTo>
                <a:lnTo>
                  <a:pt x="37813" y="11337"/>
                </a:lnTo>
                <a:cubicBezTo>
                  <a:pt x="37831" y="11356"/>
                  <a:pt x="37849" y="11374"/>
                  <a:pt x="37867" y="11374"/>
                </a:cubicBezTo>
                <a:cubicBezTo>
                  <a:pt x="37904" y="11374"/>
                  <a:pt x="37958" y="11374"/>
                  <a:pt x="37994" y="11374"/>
                </a:cubicBezTo>
                <a:lnTo>
                  <a:pt x="38175" y="11374"/>
                </a:lnTo>
                <a:cubicBezTo>
                  <a:pt x="38193" y="11464"/>
                  <a:pt x="38302" y="11537"/>
                  <a:pt x="38374" y="11591"/>
                </a:cubicBezTo>
                <a:cubicBezTo>
                  <a:pt x="38447" y="11663"/>
                  <a:pt x="38465" y="11681"/>
                  <a:pt x="38519" y="11718"/>
                </a:cubicBezTo>
                <a:lnTo>
                  <a:pt x="38592" y="11790"/>
                </a:lnTo>
                <a:lnTo>
                  <a:pt x="38628" y="11826"/>
                </a:lnTo>
                <a:cubicBezTo>
                  <a:pt x="38592" y="11953"/>
                  <a:pt x="38574" y="12098"/>
                  <a:pt x="38537" y="12225"/>
                </a:cubicBezTo>
                <a:cubicBezTo>
                  <a:pt x="38519" y="12370"/>
                  <a:pt x="38483" y="12533"/>
                  <a:pt x="38447" y="12677"/>
                </a:cubicBezTo>
                <a:cubicBezTo>
                  <a:pt x="38392" y="12985"/>
                  <a:pt x="38320" y="13293"/>
                  <a:pt x="38229" y="13583"/>
                </a:cubicBezTo>
                <a:cubicBezTo>
                  <a:pt x="38211" y="13674"/>
                  <a:pt x="38175" y="13764"/>
                  <a:pt x="38157" y="13836"/>
                </a:cubicBezTo>
                <a:lnTo>
                  <a:pt x="38121" y="13927"/>
                </a:lnTo>
                <a:cubicBezTo>
                  <a:pt x="38103" y="13927"/>
                  <a:pt x="38066" y="13927"/>
                  <a:pt x="38048" y="13927"/>
                </a:cubicBezTo>
                <a:lnTo>
                  <a:pt x="37994" y="13927"/>
                </a:lnTo>
                <a:cubicBezTo>
                  <a:pt x="37976" y="13855"/>
                  <a:pt x="37958" y="13782"/>
                  <a:pt x="37940" y="13710"/>
                </a:cubicBezTo>
                <a:cubicBezTo>
                  <a:pt x="37904" y="13619"/>
                  <a:pt x="37885" y="13511"/>
                  <a:pt x="37849" y="13420"/>
                </a:cubicBezTo>
                <a:cubicBezTo>
                  <a:pt x="37795" y="13239"/>
                  <a:pt x="37759" y="13058"/>
                  <a:pt x="37704" y="12859"/>
                </a:cubicBezTo>
                <a:cubicBezTo>
                  <a:pt x="37614" y="12496"/>
                  <a:pt x="37541" y="12116"/>
                  <a:pt x="37487" y="11736"/>
                </a:cubicBezTo>
                <a:cubicBezTo>
                  <a:pt x="37469" y="11627"/>
                  <a:pt x="37451" y="11518"/>
                  <a:pt x="37433" y="11410"/>
                </a:cubicBezTo>
                <a:cubicBezTo>
                  <a:pt x="37415" y="11301"/>
                  <a:pt x="37396" y="11193"/>
                  <a:pt x="37378" y="11084"/>
                </a:cubicBezTo>
                <a:cubicBezTo>
                  <a:pt x="37360" y="11084"/>
                  <a:pt x="37342" y="11084"/>
                  <a:pt x="37342" y="11084"/>
                </a:cubicBezTo>
                <a:lnTo>
                  <a:pt x="37342" y="11084"/>
                </a:lnTo>
                <a:cubicBezTo>
                  <a:pt x="37324" y="11084"/>
                  <a:pt x="37306" y="11084"/>
                  <a:pt x="37306" y="11102"/>
                </a:cubicBezTo>
                <a:cubicBezTo>
                  <a:pt x="37270" y="11283"/>
                  <a:pt x="37270" y="11464"/>
                  <a:pt x="37252" y="11645"/>
                </a:cubicBezTo>
                <a:cubicBezTo>
                  <a:pt x="37233" y="11826"/>
                  <a:pt x="37197" y="12007"/>
                  <a:pt x="37161" y="12189"/>
                </a:cubicBezTo>
                <a:cubicBezTo>
                  <a:pt x="37107" y="12533"/>
                  <a:pt x="37016" y="12895"/>
                  <a:pt x="36907" y="13221"/>
                </a:cubicBezTo>
                <a:cubicBezTo>
                  <a:pt x="36871" y="13329"/>
                  <a:pt x="36853" y="13420"/>
                  <a:pt x="36817" y="13511"/>
                </a:cubicBezTo>
                <a:cubicBezTo>
                  <a:pt x="36799" y="13565"/>
                  <a:pt x="36781" y="13601"/>
                  <a:pt x="36763" y="13655"/>
                </a:cubicBezTo>
                <a:lnTo>
                  <a:pt x="36726" y="13746"/>
                </a:lnTo>
                <a:lnTo>
                  <a:pt x="36690" y="13782"/>
                </a:lnTo>
                <a:cubicBezTo>
                  <a:pt x="36654" y="13800"/>
                  <a:pt x="36600" y="13818"/>
                  <a:pt x="36582" y="13873"/>
                </a:cubicBezTo>
                <a:cubicBezTo>
                  <a:pt x="36545" y="13909"/>
                  <a:pt x="36527" y="14090"/>
                  <a:pt x="36618" y="14108"/>
                </a:cubicBezTo>
                <a:lnTo>
                  <a:pt x="36618" y="14217"/>
                </a:lnTo>
                <a:lnTo>
                  <a:pt x="36618" y="15050"/>
                </a:lnTo>
                <a:cubicBezTo>
                  <a:pt x="36618" y="15158"/>
                  <a:pt x="36618" y="15249"/>
                  <a:pt x="36618" y="15340"/>
                </a:cubicBezTo>
                <a:cubicBezTo>
                  <a:pt x="36600" y="15340"/>
                  <a:pt x="36582" y="15358"/>
                  <a:pt x="36582" y="15358"/>
                </a:cubicBezTo>
                <a:cubicBezTo>
                  <a:pt x="36545" y="15412"/>
                  <a:pt x="36527" y="15448"/>
                  <a:pt x="36527" y="15503"/>
                </a:cubicBezTo>
                <a:cubicBezTo>
                  <a:pt x="36509" y="15539"/>
                  <a:pt x="36509" y="15593"/>
                  <a:pt x="36545" y="15629"/>
                </a:cubicBezTo>
                <a:cubicBezTo>
                  <a:pt x="36545" y="15647"/>
                  <a:pt x="36582" y="15666"/>
                  <a:pt x="36600" y="15666"/>
                </a:cubicBezTo>
                <a:cubicBezTo>
                  <a:pt x="36600" y="15666"/>
                  <a:pt x="36618" y="15666"/>
                  <a:pt x="36636" y="15666"/>
                </a:cubicBezTo>
                <a:cubicBezTo>
                  <a:pt x="36636" y="15684"/>
                  <a:pt x="36636" y="15702"/>
                  <a:pt x="36636" y="15720"/>
                </a:cubicBezTo>
                <a:lnTo>
                  <a:pt x="36636" y="15829"/>
                </a:lnTo>
                <a:cubicBezTo>
                  <a:pt x="36636" y="15883"/>
                  <a:pt x="36636" y="15919"/>
                  <a:pt x="36636" y="15955"/>
                </a:cubicBezTo>
                <a:cubicBezTo>
                  <a:pt x="36636" y="15992"/>
                  <a:pt x="36636" y="16010"/>
                  <a:pt x="36654" y="16046"/>
                </a:cubicBezTo>
                <a:cubicBezTo>
                  <a:pt x="36618" y="16064"/>
                  <a:pt x="36600" y="16100"/>
                  <a:pt x="36582" y="16118"/>
                </a:cubicBezTo>
                <a:cubicBezTo>
                  <a:pt x="36563" y="16155"/>
                  <a:pt x="36545" y="16209"/>
                  <a:pt x="36545" y="16245"/>
                </a:cubicBezTo>
                <a:cubicBezTo>
                  <a:pt x="36527" y="16317"/>
                  <a:pt x="36582" y="16390"/>
                  <a:pt x="36654" y="16390"/>
                </a:cubicBezTo>
                <a:lnTo>
                  <a:pt x="36654" y="16480"/>
                </a:lnTo>
                <a:cubicBezTo>
                  <a:pt x="36654" y="16535"/>
                  <a:pt x="36672" y="16571"/>
                  <a:pt x="36708" y="16607"/>
                </a:cubicBezTo>
                <a:cubicBezTo>
                  <a:pt x="36745" y="16643"/>
                  <a:pt x="36799" y="16680"/>
                  <a:pt x="36853" y="16680"/>
                </a:cubicBezTo>
                <a:lnTo>
                  <a:pt x="36853" y="16734"/>
                </a:lnTo>
                <a:lnTo>
                  <a:pt x="36853" y="16843"/>
                </a:lnTo>
                <a:cubicBezTo>
                  <a:pt x="36853" y="16879"/>
                  <a:pt x="36835" y="16969"/>
                  <a:pt x="36889" y="17006"/>
                </a:cubicBezTo>
                <a:cubicBezTo>
                  <a:pt x="36907" y="17024"/>
                  <a:pt x="36944" y="17024"/>
                  <a:pt x="36962" y="17024"/>
                </a:cubicBezTo>
                <a:lnTo>
                  <a:pt x="36980" y="17024"/>
                </a:lnTo>
                <a:cubicBezTo>
                  <a:pt x="36980" y="17024"/>
                  <a:pt x="36980" y="17042"/>
                  <a:pt x="36980" y="17042"/>
                </a:cubicBezTo>
                <a:cubicBezTo>
                  <a:pt x="36962" y="17078"/>
                  <a:pt x="36962" y="17114"/>
                  <a:pt x="36980" y="17132"/>
                </a:cubicBezTo>
                <a:lnTo>
                  <a:pt x="36980" y="17151"/>
                </a:lnTo>
                <a:cubicBezTo>
                  <a:pt x="36980" y="17169"/>
                  <a:pt x="36980" y="17205"/>
                  <a:pt x="36980" y="17223"/>
                </a:cubicBezTo>
                <a:lnTo>
                  <a:pt x="36980" y="17350"/>
                </a:lnTo>
                <a:lnTo>
                  <a:pt x="36980" y="17585"/>
                </a:lnTo>
                <a:lnTo>
                  <a:pt x="36980" y="18599"/>
                </a:lnTo>
                <a:cubicBezTo>
                  <a:pt x="36944" y="18599"/>
                  <a:pt x="36926" y="18599"/>
                  <a:pt x="36889" y="18599"/>
                </a:cubicBezTo>
                <a:lnTo>
                  <a:pt x="36799" y="18599"/>
                </a:lnTo>
                <a:cubicBezTo>
                  <a:pt x="36817" y="18563"/>
                  <a:pt x="36799" y="18527"/>
                  <a:pt x="36763" y="18491"/>
                </a:cubicBezTo>
                <a:cubicBezTo>
                  <a:pt x="36726" y="18491"/>
                  <a:pt x="36690" y="18491"/>
                  <a:pt x="36654" y="18491"/>
                </a:cubicBezTo>
                <a:cubicBezTo>
                  <a:pt x="36636" y="18473"/>
                  <a:pt x="36600" y="18473"/>
                  <a:pt x="36563" y="18491"/>
                </a:cubicBezTo>
                <a:cubicBezTo>
                  <a:pt x="36491" y="18527"/>
                  <a:pt x="36509" y="18617"/>
                  <a:pt x="36509" y="18690"/>
                </a:cubicBezTo>
                <a:cubicBezTo>
                  <a:pt x="36509" y="18744"/>
                  <a:pt x="36509" y="18762"/>
                  <a:pt x="36509" y="18780"/>
                </a:cubicBezTo>
                <a:lnTo>
                  <a:pt x="36491" y="18817"/>
                </a:lnTo>
                <a:cubicBezTo>
                  <a:pt x="36455" y="18835"/>
                  <a:pt x="36437" y="18871"/>
                  <a:pt x="36419" y="18889"/>
                </a:cubicBezTo>
                <a:lnTo>
                  <a:pt x="36274" y="19052"/>
                </a:lnTo>
                <a:lnTo>
                  <a:pt x="36147" y="19215"/>
                </a:lnTo>
                <a:lnTo>
                  <a:pt x="36093" y="19287"/>
                </a:lnTo>
                <a:cubicBezTo>
                  <a:pt x="36093" y="19251"/>
                  <a:pt x="36093" y="19215"/>
                  <a:pt x="36074" y="19197"/>
                </a:cubicBezTo>
                <a:cubicBezTo>
                  <a:pt x="36038" y="19161"/>
                  <a:pt x="36002" y="19179"/>
                  <a:pt x="35966" y="19179"/>
                </a:cubicBezTo>
                <a:lnTo>
                  <a:pt x="35821" y="19197"/>
                </a:lnTo>
                <a:cubicBezTo>
                  <a:pt x="35803" y="19197"/>
                  <a:pt x="35785" y="19215"/>
                  <a:pt x="35785" y="19233"/>
                </a:cubicBezTo>
                <a:lnTo>
                  <a:pt x="35785" y="19233"/>
                </a:lnTo>
                <a:cubicBezTo>
                  <a:pt x="35767" y="19306"/>
                  <a:pt x="35767" y="19360"/>
                  <a:pt x="35767" y="19414"/>
                </a:cubicBezTo>
                <a:lnTo>
                  <a:pt x="35767" y="19613"/>
                </a:lnTo>
                <a:lnTo>
                  <a:pt x="35767" y="19976"/>
                </a:lnTo>
                <a:lnTo>
                  <a:pt x="35767" y="20338"/>
                </a:lnTo>
                <a:lnTo>
                  <a:pt x="35767" y="20519"/>
                </a:lnTo>
                <a:cubicBezTo>
                  <a:pt x="35767" y="20555"/>
                  <a:pt x="35767" y="20609"/>
                  <a:pt x="35767" y="20646"/>
                </a:cubicBezTo>
                <a:cubicBezTo>
                  <a:pt x="35712" y="20646"/>
                  <a:pt x="35676" y="20646"/>
                  <a:pt x="35622" y="20646"/>
                </a:cubicBezTo>
                <a:lnTo>
                  <a:pt x="35441" y="20646"/>
                </a:lnTo>
                <a:lnTo>
                  <a:pt x="35078" y="20646"/>
                </a:lnTo>
                <a:cubicBezTo>
                  <a:pt x="35060" y="20646"/>
                  <a:pt x="35042" y="20664"/>
                  <a:pt x="35042" y="20682"/>
                </a:cubicBezTo>
                <a:cubicBezTo>
                  <a:pt x="35024" y="20682"/>
                  <a:pt x="35006" y="20682"/>
                  <a:pt x="35006" y="20700"/>
                </a:cubicBezTo>
                <a:cubicBezTo>
                  <a:pt x="34988" y="20754"/>
                  <a:pt x="34988" y="20809"/>
                  <a:pt x="35006" y="20863"/>
                </a:cubicBezTo>
                <a:lnTo>
                  <a:pt x="35006" y="21044"/>
                </a:lnTo>
                <a:lnTo>
                  <a:pt x="35006" y="21406"/>
                </a:lnTo>
                <a:lnTo>
                  <a:pt x="35006" y="21442"/>
                </a:lnTo>
                <a:cubicBezTo>
                  <a:pt x="34988" y="21442"/>
                  <a:pt x="34970" y="21442"/>
                  <a:pt x="34970" y="21442"/>
                </a:cubicBezTo>
                <a:cubicBezTo>
                  <a:pt x="34970" y="21442"/>
                  <a:pt x="34952" y="21461"/>
                  <a:pt x="34934" y="21479"/>
                </a:cubicBezTo>
                <a:cubicBezTo>
                  <a:pt x="34934" y="21479"/>
                  <a:pt x="34934" y="21497"/>
                  <a:pt x="34934" y="21497"/>
                </a:cubicBezTo>
                <a:lnTo>
                  <a:pt x="34934" y="21497"/>
                </a:lnTo>
                <a:cubicBezTo>
                  <a:pt x="34934" y="21569"/>
                  <a:pt x="34915" y="21624"/>
                  <a:pt x="34934" y="21696"/>
                </a:cubicBezTo>
                <a:lnTo>
                  <a:pt x="34934" y="22076"/>
                </a:lnTo>
                <a:lnTo>
                  <a:pt x="34915" y="22076"/>
                </a:lnTo>
                <a:cubicBezTo>
                  <a:pt x="34879" y="22076"/>
                  <a:pt x="34843" y="22076"/>
                  <a:pt x="34825" y="22076"/>
                </a:cubicBezTo>
                <a:lnTo>
                  <a:pt x="34825" y="22040"/>
                </a:lnTo>
                <a:lnTo>
                  <a:pt x="34825" y="21841"/>
                </a:lnTo>
                <a:lnTo>
                  <a:pt x="34825" y="21660"/>
                </a:lnTo>
                <a:cubicBezTo>
                  <a:pt x="34825" y="21605"/>
                  <a:pt x="34807" y="21551"/>
                  <a:pt x="34789" y="21515"/>
                </a:cubicBezTo>
                <a:lnTo>
                  <a:pt x="34789" y="21515"/>
                </a:lnTo>
                <a:cubicBezTo>
                  <a:pt x="34807" y="21497"/>
                  <a:pt x="34807" y="21497"/>
                  <a:pt x="34789" y="21479"/>
                </a:cubicBezTo>
                <a:cubicBezTo>
                  <a:pt x="34771" y="21442"/>
                  <a:pt x="34734" y="21461"/>
                  <a:pt x="34680" y="21461"/>
                </a:cubicBezTo>
                <a:lnTo>
                  <a:pt x="34408" y="21461"/>
                </a:lnTo>
                <a:cubicBezTo>
                  <a:pt x="34390" y="21461"/>
                  <a:pt x="34354" y="21461"/>
                  <a:pt x="34318" y="21461"/>
                </a:cubicBezTo>
                <a:cubicBezTo>
                  <a:pt x="34318" y="21406"/>
                  <a:pt x="34318" y="21370"/>
                  <a:pt x="34318" y="21316"/>
                </a:cubicBezTo>
                <a:cubicBezTo>
                  <a:pt x="34318" y="21261"/>
                  <a:pt x="34300" y="21189"/>
                  <a:pt x="34263" y="21135"/>
                </a:cubicBezTo>
                <a:cubicBezTo>
                  <a:pt x="34227" y="21098"/>
                  <a:pt x="34173" y="21044"/>
                  <a:pt x="34137" y="21008"/>
                </a:cubicBezTo>
                <a:lnTo>
                  <a:pt x="34046" y="20935"/>
                </a:lnTo>
                <a:lnTo>
                  <a:pt x="34028" y="20917"/>
                </a:lnTo>
                <a:cubicBezTo>
                  <a:pt x="34028" y="20899"/>
                  <a:pt x="34028" y="20881"/>
                  <a:pt x="34028" y="20863"/>
                </a:cubicBezTo>
                <a:lnTo>
                  <a:pt x="34028" y="20754"/>
                </a:lnTo>
                <a:lnTo>
                  <a:pt x="34028" y="20519"/>
                </a:lnTo>
                <a:lnTo>
                  <a:pt x="34028" y="20302"/>
                </a:lnTo>
                <a:cubicBezTo>
                  <a:pt x="34028" y="20247"/>
                  <a:pt x="34028" y="20175"/>
                  <a:pt x="34010" y="20102"/>
                </a:cubicBezTo>
                <a:cubicBezTo>
                  <a:pt x="34010" y="20084"/>
                  <a:pt x="34010" y="20084"/>
                  <a:pt x="33992" y="20084"/>
                </a:cubicBezTo>
                <a:cubicBezTo>
                  <a:pt x="33992" y="20048"/>
                  <a:pt x="33974" y="20012"/>
                  <a:pt x="33974" y="19994"/>
                </a:cubicBezTo>
                <a:cubicBezTo>
                  <a:pt x="33938" y="19921"/>
                  <a:pt x="33865" y="19867"/>
                  <a:pt x="33793" y="19867"/>
                </a:cubicBezTo>
                <a:cubicBezTo>
                  <a:pt x="33720" y="19867"/>
                  <a:pt x="33648" y="19903"/>
                  <a:pt x="33630" y="19976"/>
                </a:cubicBezTo>
                <a:lnTo>
                  <a:pt x="33630" y="19976"/>
                </a:lnTo>
                <a:lnTo>
                  <a:pt x="33630" y="19650"/>
                </a:lnTo>
                <a:lnTo>
                  <a:pt x="33630" y="19251"/>
                </a:lnTo>
                <a:lnTo>
                  <a:pt x="33630" y="19052"/>
                </a:lnTo>
                <a:cubicBezTo>
                  <a:pt x="33630" y="18998"/>
                  <a:pt x="33630" y="18961"/>
                  <a:pt x="33630" y="18907"/>
                </a:cubicBezTo>
                <a:cubicBezTo>
                  <a:pt x="33666" y="18907"/>
                  <a:pt x="33702" y="18907"/>
                  <a:pt x="33738" y="18871"/>
                </a:cubicBezTo>
                <a:cubicBezTo>
                  <a:pt x="33775" y="18835"/>
                  <a:pt x="33793" y="18780"/>
                  <a:pt x="33793" y="18708"/>
                </a:cubicBezTo>
                <a:cubicBezTo>
                  <a:pt x="33775" y="18654"/>
                  <a:pt x="33738" y="18599"/>
                  <a:pt x="33684" y="18563"/>
                </a:cubicBezTo>
                <a:cubicBezTo>
                  <a:pt x="33666" y="18545"/>
                  <a:pt x="33630" y="18527"/>
                  <a:pt x="33612" y="18509"/>
                </a:cubicBezTo>
                <a:lnTo>
                  <a:pt x="33557" y="18491"/>
                </a:lnTo>
                <a:cubicBezTo>
                  <a:pt x="33358" y="18038"/>
                  <a:pt x="33159" y="17585"/>
                  <a:pt x="32978" y="17114"/>
                </a:cubicBezTo>
                <a:cubicBezTo>
                  <a:pt x="32887" y="16879"/>
                  <a:pt x="32797" y="16643"/>
                  <a:pt x="32706" y="16390"/>
                </a:cubicBezTo>
                <a:cubicBezTo>
                  <a:pt x="32616" y="16155"/>
                  <a:pt x="32543" y="15937"/>
                  <a:pt x="32471" y="15684"/>
                </a:cubicBezTo>
                <a:cubicBezTo>
                  <a:pt x="32434" y="15557"/>
                  <a:pt x="32416" y="15412"/>
                  <a:pt x="32398" y="15285"/>
                </a:cubicBezTo>
                <a:cubicBezTo>
                  <a:pt x="32398" y="15213"/>
                  <a:pt x="32380" y="15140"/>
                  <a:pt x="32362" y="15068"/>
                </a:cubicBezTo>
                <a:cubicBezTo>
                  <a:pt x="32362" y="15014"/>
                  <a:pt x="32362" y="14996"/>
                  <a:pt x="32362" y="14959"/>
                </a:cubicBezTo>
                <a:cubicBezTo>
                  <a:pt x="32398" y="14887"/>
                  <a:pt x="32362" y="14814"/>
                  <a:pt x="32290" y="14796"/>
                </a:cubicBezTo>
                <a:cubicBezTo>
                  <a:pt x="32271" y="14796"/>
                  <a:pt x="32253" y="14796"/>
                  <a:pt x="32253" y="14796"/>
                </a:cubicBezTo>
                <a:cubicBezTo>
                  <a:pt x="32253" y="14706"/>
                  <a:pt x="32253" y="14615"/>
                  <a:pt x="32253" y="14543"/>
                </a:cubicBezTo>
                <a:cubicBezTo>
                  <a:pt x="32253" y="14416"/>
                  <a:pt x="32235" y="14307"/>
                  <a:pt x="32217" y="14199"/>
                </a:cubicBezTo>
                <a:cubicBezTo>
                  <a:pt x="32217" y="13963"/>
                  <a:pt x="32199" y="13746"/>
                  <a:pt x="32163" y="13529"/>
                </a:cubicBezTo>
                <a:cubicBezTo>
                  <a:pt x="32163" y="13474"/>
                  <a:pt x="32163" y="13402"/>
                  <a:pt x="32145" y="13348"/>
                </a:cubicBezTo>
                <a:cubicBezTo>
                  <a:pt x="32145" y="13275"/>
                  <a:pt x="32145" y="13275"/>
                  <a:pt x="32145" y="13257"/>
                </a:cubicBezTo>
                <a:cubicBezTo>
                  <a:pt x="32145" y="13221"/>
                  <a:pt x="32145" y="13185"/>
                  <a:pt x="32127" y="13166"/>
                </a:cubicBezTo>
                <a:lnTo>
                  <a:pt x="32108" y="13166"/>
                </a:lnTo>
                <a:lnTo>
                  <a:pt x="32108" y="13166"/>
                </a:lnTo>
                <a:cubicBezTo>
                  <a:pt x="32090" y="13148"/>
                  <a:pt x="32072" y="13148"/>
                  <a:pt x="32054" y="13166"/>
                </a:cubicBezTo>
                <a:cubicBezTo>
                  <a:pt x="32018" y="13166"/>
                  <a:pt x="32000" y="13166"/>
                  <a:pt x="31982" y="13185"/>
                </a:cubicBezTo>
                <a:lnTo>
                  <a:pt x="31982" y="13185"/>
                </a:lnTo>
                <a:cubicBezTo>
                  <a:pt x="31964" y="13185"/>
                  <a:pt x="31945" y="13185"/>
                  <a:pt x="31945" y="13185"/>
                </a:cubicBezTo>
                <a:cubicBezTo>
                  <a:pt x="31909" y="13293"/>
                  <a:pt x="31891" y="13420"/>
                  <a:pt x="31891" y="13529"/>
                </a:cubicBezTo>
                <a:cubicBezTo>
                  <a:pt x="31873" y="13655"/>
                  <a:pt x="31873" y="13782"/>
                  <a:pt x="31855" y="13909"/>
                </a:cubicBezTo>
                <a:cubicBezTo>
                  <a:pt x="31819" y="14144"/>
                  <a:pt x="31801" y="14380"/>
                  <a:pt x="31764" y="14633"/>
                </a:cubicBezTo>
                <a:cubicBezTo>
                  <a:pt x="31764" y="14688"/>
                  <a:pt x="31746" y="14760"/>
                  <a:pt x="31746" y="14814"/>
                </a:cubicBezTo>
                <a:lnTo>
                  <a:pt x="31692" y="14833"/>
                </a:lnTo>
                <a:cubicBezTo>
                  <a:pt x="31656" y="14851"/>
                  <a:pt x="31638" y="14887"/>
                  <a:pt x="31620" y="14923"/>
                </a:cubicBezTo>
                <a:cubicBezTo>
                  <a:pt x="31620" y="14941"/>
                  <a:pt x="31620" y="14959"/>
                  <a:pt x="31620" y="14977"/>
                </a:cubicBezTo>
                <a:cubicBezTo>
                  <a:pt x="31620" y="14996"/>
                  <a:pt x="31620" y="15014"/>
                  <a:pt x="31620" y="15014"/>
                </a:cubicBezTo>
                <a:cubicBezTo>
                  <a:pt x="31601" y="15122"/>
                  <a:pt x="31601" y="15249"/>
                  <a:pt x="31583" y="15340"/>
                </a:cubicBezTo>
                <a:cubicBezTo>
                  <a:pt x="31565" y="15466"/>
                  <a:pt x="31547" y="15593"/>
                  <a:pt x="31511" y="15702"/>
                </a:cubicBezTo>
                <a:cubicBezTo>
                  <a:pt x="31438" y="15937"/>
                  <a:pt x="31348" y="16155"/>
                  <a:pt x="31239" y="16372"/>
                </a:cubicBezTo>
                <a:cubicBezTo>
                  <a:pt x="31040" y="16843"/>
                  <a:pt x="30859" y="17314"/>
                  <a:pt x="30642" y="17766"/>
                </a:cubicBezTo>
                <a:cubicBezTo>
                  <a:pt x="30515" y="18020"/>
                  <a:pt x="30406" y="18273"/>
                  <a:pt x="30261" y="18509"/>
                </a:cubicBezTo>
                <a:cubicBezTo>
                  <a:pt x="30225" y="18509"/>
                  <a:pt x="30171" y="18509"/>
                  <a:pt x="30135" y="18509"/>
                </a:cubicBezTo>
                <a:cubicBezTo>
                  <a:pt x="30080" y="18527"/>
                  <a:pt x="30026" y="18545"/>
                  <a:pt x="29990" y="18581"/>
                </a:cubicBezTo>
                <a:cubicBezTo>
                  <a:pt x="29953" y="18599"/>
                  <a:pt x="29953" y="18617"/>
                  <a:pt x="29972" y="18654"/>
                </a:cubicBezTo>
                <a:cubicBezTo>
                  <a:pt x="29953" y="18672"/>
                  <a:pt x="29953" y="18708"/>
                  <a:pt x="29972" y="18744"/>
                </a:cubicBezTo>
                <a:lnTo>
                  <a:pt x="29972" y="18907"/>
                </a:lnTo>
                <a:lnTo>
                  <a:pt x="29972" y="19215"/>
                </a:lnTo>
                <a:lnTo>
                  <a:pt x="29972" y="19813"/>
                </a:lnTo>
                <a:cubicBezTo>
                  <a:pt x="29935" y="19795"/>
                  <a:pt x="29899" y="19795"/>
                  <a:pt x="29863" y="19813"/>
                </a:cubicBezTo>
                <a:cubicBezTo>
                  <a:pt x="29809" y="19813"/>
                  <a:pt x="29772" y="19813"/>
                  <a:pt x="29736" y="19831"/>
                </a:cubicBezTo>
                <a:cubicBezTo>
                  <a:pt x="29682" y="19849"/>
                  <a:pt x="29664" y="19867"/>
                  <a:pt x="29627" y="19885"/>
                </a:cubicBezTo>
                <a:lnTo>
                  <a:pt x="29627" y="19885"/>
                </a:lnTo>
                <a:cubicBezTo>
                  <a:pt x="29646" y="19885"/>
                  <a:pt x="29646" y="19867"/>
                  <a:pt x="29646" y="19849"/>
                </a:cubicBezTo>
                <a:cubicBezTo>
                  <a:pt x="29591" y="19722"/>
                  <a:pt x="29537" y="19595"/>
                  <a:pt x="29483" y="19469"/>
                </a:cubicBezTo>
                <a:cubicBezTo>
                  <a:pt x="29428" y="19342"/>
                  <a:pt x="29374" y="19215"/>
                  <a:pt x="29320" y="19070"/>
                </a:cubicBezTo>
                <a:cubicBezTo>
                  <a:pt x="29211" y="18817"/>
                  <a:pt x="29120" y="18563"/>
                  <a:pt x="29048" y="18291"/>
                </a:cubicBezTo>
                <a:cubicBezTo>
                  <a:pt x="28885" y="17748"/>
                  <a:pt x="28776" y="17205"/>
                  <a:pt x="28686" y="16662"/>
                </a:cubicBezTo>
                <a:cubicBezTo>
                  <a:pt x="28668" y="16499"/>
                  <a:pt x="28650" y="16354"/>
                  <a:pt x="28631" y="16191"/>
                </a:cubicBezTo>
                <a:cubicBezTo>
                  <a:pt x="28631" y="16118"/>
                  <a:pt x="28613" y="16046"/>
                  <a:pt x="28613" y="15973"/>
                </a:cubicBezTo>
                <a:cubicBezTo>
                  <a:pt x="28613" y="15901"/>
                  <a:pt x="28613" y="15865"/>
                  <a:pt x="28613" y="15829"/>
                </a:cubicBezTo>
                <a:lnTo>
                  <a:pt x="28613" y="15829"/>
                </a:lnTo>
                <a:lnTo>
                  <a:pt x="28613" y="15756"/>
                </a:lnTo>
                <a:cubicBezTo>
                  <a:pt x="28613" y="15738"/>
                  <a:pt x="28595" y="15647"/>
                  <a:pt x="28541" y="15647"/>
                </a:cubicBezTo>
                <a:cubicBezTo>
                  <a:pt x="28487" y="15629"/>
                  <a:pt x="28414" y="15738"/>
                  <a:pt x="28414" y="15792"/>
                </a:cubicBezTo>
                <a:cubicBezTo>
                  <a:pt x="28396" y="15955"/>
                  <a:pt x="28378" y="16118"/>
                  <a:pt x="28360" y="16281"/>
                </a:cubicBezTo>
                <a:cubicBezTo>
                  <a:pt x="28324" y="16426"/>
                  <a:pt x="28305" y="16607"/>
                  <a:pt x="28269" y="16770"/>
                </a:cubicBezTo>
                <a:cubicBezTo>
                  <a:pt x="28233" y="17114"/>
                  <a:pt x="28161" y="17440"/>
                  <a:pt x="28088" y="17766"/>
                </a:cubicBezTo>
                <a:cubicBezTo>
                  <a:pt x="27943" y="18364"/>
                  <a:pt x="27744" y="18961"/>
                  <a:pt x="27472" y="19505"/>
                </a:cubicBezTo>
                <a:cubicBezTo>
                  <a:pt x="27382" y="19668"/>
                  <a:pt x="27291" y="19813"/>
                  <a:pt x="27201" y="19958"/>
                </a:cubicBezTo>
                <a:cubicBezTo>
                  <a:pt x="27110" y="20084"/>
                  <a:pt x="27002" y="20229"/>
                  <a:pt x="26911" y="20374"/>
                </a:cubicBezTo>
                <a:cubicBezTo>
                  <a:pt x="26875" y="20374"/>
                  <a:pt x="26857" y="20392"/>
                  <a:pt x="26820" y="20392"/>
                </a:cubicBezTo>
                <a:cubicBezTo>
                  <a:pt x="26784" y="20428"/>
                  <a:pt x="26748" y="20465"/>
                  <a:pt x="26748" y="20501"/>
                </a:cubicBezTo>
                <a:cubicBezTo>
                  <a:pt x="26730" y="20555"/>
                  <a:pt x="26712" y="20591"/>
                  <a:pt x="26730" y="20646"/>
                </a:cubicBezTo>
                <a:cubicBezTo>
                  <a:pt x="26730" y="20664"/>
                  <a:pt x="26748" y="20682"/>
                  <a:pt x="26766" y="20700"/>
                </a:cubicBezTo>
                <a:cubicBezTo>
                  <a:pt x="26802" y="20718"/>
                  <a:pt x="26820" y="20700"/>
                  <a:pt x="26839" y="20718"/>
                </a:cubicBezTo>
                <a:lnTo>
                  <a:pt x="26839" y="20718"/>
                </a:lnTo>
                <a:cubicBezTo>
                  <a:pt x="26839" y="20754"/>
                  <a:pt x="26839" y="20791"/>
                  <a:pt x="26839" y="20827"/>
                </a:cubicBezTo>
                <a:lnTo>
                  <a:pt x="26839" y="21026"/>
                </a:lnTo>
                <a:lnTo>
                  <a:pt x="26839" y="21406"/>
                </a:lnTo>
                <a:lnTo>
                  <a:pt x="26839" y="21787"/>
                </a:lnTo>
                <a:lnTo>
                  <a:pt x="26839" y="21986"/>
                </a:lnTo>
                <a:cubicBezTo>
                  <a:pt x="26839" y="22040"/>
                  <a:pt x="26839" y="22076"/>
                  <a:pt x="26839" y="22131"/>
                </a:cubicBezTo>
                <a:cubicBezTo>
                  <a:pt x="26784" y="22149"/>
                  <a:pt x="26730" y="22185"/>
                  <a:pt x="26694" y="22257"/>
                </a:cubicBezTo>
                <a:cubicBezTo>
                  <a:pt x="26676" y="22312"/>
                  <a:pt x="26658" y="22439"/>
                  <a:pt x="26748" y="22475"/>
                </a:cubicBezTo>
                <a:lnTo>
                  <a:pt x="26784" y="22475"/>
                </a:lnTo>
                <a:cubicBezTo>
                  <a:pt x="26784" y="22475"/>
                  <a:pt x="26802" y="22457"/>
                  <a:pt x="26802" y="22457"/>
                </a:cubicBezTo>
                <a:cubicBezTo>
                  <a:pt x="26820" y="22457"/>
                  <a:pt x="26820" y="22457"/>
                  <a:pt x="26820" y="22475"/>
                </a:cubicBezTo>
                <a:cubicBezTo>
                  <a:pt x="26820" y="22493"/>
                  <a:pt x="26820" y="22529"/>
                  <a:pt x="26820" y="22547"/>
                </a:cubicBezTo>
                <a:lnTo>
                  <a:pt x="26820" y="22620"/>
                </a:lnTo>
                <a:lnTo>
                  <a:pt x="26820" y="22783"/>
                </a:lnTo>
                <a:cubicBezTo>
                  <a:pt x="26820" y="22819"/>
                  <a:pt x="26820" y="22873"/>
                  <a:pt x="26839" y="22927"/>
                </a:cubicBezTo>
                <a:cubicBezTo>
                  <a:pt x="26857" y="22927"/>
                  <a:pt x="26875" y="22927"/>
                  <a:pt x="26893" y="22927"/>
                </a:cubicBezTo>
                <a:lnTo>
                  <a:pt x="26929" y="22946"/>
                </a:lnTo>
                <a:lnTo>
                  <a:pt x="26965" y="22946"/>
                </a:lnTo>
                <a:cubicBezTo>
                  <a:pt x="26947" y="23054"/>
                  <a:pt x="26947" y="23163"/>
                  <a:pt x="26965" y="23253"/>
                </a:cubicBezTo>
                <a:lnTo>
                  <a:pt x="26965" y="25970"/>
                </a:lnTo>
                <a:lnTo>
                  <a:pt x="26965" y="26404"/>
                </a:lnTo>
                <a:lnTo>
                  <a:pt x="26965" y="26640"/>
                </a:lnTo>
                <a:lnTo>
                  <a:pt x="26965" y="26821"/>
                </a:lnTo>
                <a:cubicBezTo>
                  <a:pt x="26929" y="26839"/>
                  <a:pt x="26911" y="26857"/>
                  <a:pt x="26875" y="26857"/>
                </a:cubicBezTo>
                <a:cubicBezTo>
                  <a:pt x="26839" y="26875"/>
                  <a:pt x="26802" y="26893"/>
                  <a:pt x="26766" y="26893"/>
                </a:cubicBezTo>
                <a:cubicBezTo>
                  <a:pt x="26676" y="26912"/>
                  <a:pt x="26603" y="26948"/>
                  <a:pt x="26531" y="27002"/>
                </a:cubicBezTo>
                <a:cubicBezTo>
                  <a:pt x="26476" y="27093"/>
                  <a:pt x="26440" y="27219"/>
                  <a:pt x="26440" y="27328"/>
                </a:cubicBezTo>
                <a:lnTo>
                  <a:pt x="26440" y="27527"/>
                </a:lnTo>
                <a:cubicBezTo>
                  <a:pt x="26440" y="27545"/>
                  <a:pt x="26440" y="27582"/>
                  <a:pt x="26440" y="27618"/>
                </a:cubicBezTo>
                <a:lnTo>
                  <a:pt x="26440" y="27654"/>
                </a:lnTo>
                <a:cubicBezTo>
                  <a:pt x="26440" y="27672"/>
                  <a:pt x="26458" y="27690"/>
                  <a:pt x="26458" y="27708"/>
                </a:cubicBezTo>
                <a:cubicBezTo>
                  <a:pt x="26476" y="27745"/>
                  <a:pt x="26513" y="27745"/>
                  <a:pt x="26531" y="27726"/>
                </a:cubicBezTo>
                <a:cubicBezTo>
                  <a:pt x="26549" y="27726"/>
                  <a:pt x="26549" y="27726"/>
                  <a:pt x="26567" y="27726"/>
                </a:cubicBezTo>
                <a:cubicBezTo>
                  <a:pt x="26585" y="27745"/>
                  <a:pt x="26603" y="27763"/>
                  <a:pt x="26621" y="27781"/>
                </a:cubicBezTo>
                <a:cubicBezTo>
                  <a:pt x="26658" y="27817"/>
                  <a:pt x="26694" y="27853"/>
                  <a:pt x="26712" y="27908"/>
                </a:cubicBezTo>
                <a:cubicBezTo>
                  <a:pt x="26748" y="28016"/>
                  <a:pt x="26784" y="28143"/>
                  <a:pt x="26802" y="28270"/>
                </a:cubicBezTo>
                <a:cubicBezTo>
                  <a:pt x="26875" y="28523"/>
                  <a:pt x="26929" y="28795"/>
                  <a:pt x="26983" y="29048"/>
                </a:cubicBezTo>
                <a:cubicBezTo>
                  <a:pt x="27002" y="29121"/>
                  <a:pt x="27020" y="29193"/>
                  <a:pt x="27038" y="29284"/>
                </a:cubicBezTo>
                <a:cubicBezTo>
                  <a:pt x="27038" y="29356"/>
                  <a:pt x="27074" y="29447"/>
                  <a:pt x="27110" y="29501"/>
                </a:cubicBezTo>
                <a:lnTo>
                  <a:pt x="27110" y="29501"/>
                </a:lnTo>
                <a:cubicBezTo>
                  <a:pt x="27110" y="29519"/>
                  <a:pt x="27110" y="29537"/>
                  <a:pt x="27146" y="29556"/>
                </a:cubicBezTo>
                <a:cubicBezTo>
                  <a:pt x="27201" y="29556"/>
                  <a:pt x="27273" y="29556"/>
                  <a:pt x="27328" y="29556"/>
                </a:cubicBezTo>
                <a:lnTo>
                  <a:pt x="27491" y="29556"/>
                </a:lnTo>
                <a:lnTo>
                  <a:pt x="27491" y="29755"/>
                </a:lnTo>
                <a:lnTo>
                  <a:pt x="27491" y="30063"/>
                </a:lnTo>
                <a:lnTo>
                  <a:pt x="27491" y="35206"/>
                </a:lnTo>
                <a:cubicBezTo>
                  <a:pt x="27491" y="35405"/>
                  <a:pt x="27491" y="35604"/>
                  <a:pt x="27491" y="35785"/>
                </a:cubicBezTo>
                <a:cubicBezTo>
                  <a:pt x="27491" y="35803"/>
                  <a:pt x="27491" y="35803"/>
                  <a:pt x="27491" y="35803"/>
                </a:cubicBezTo>
                <a:cubicBezTo>
                  <a:pt x="27491" y="35821"/>
                  <a:pt x="27491" y="35858"/>
                  <a:pt x="27491" y="35876"/>
                </a:cubicBezTo>
                <a:cubicBezTo>
                  <a:pt x="27491" y="35894"/>
                  <a:pt x="27491" y="35912"/>
                  <a:pt x="27491" y="35930"/>
                </a:cubicBezTo>
                <a:lnTo>
                  <a:pt x="27491" y="35984"/>
                </a:lnTo>
                <a:cubicBezTo>
                  <a:pt x="27418" y="35984"/>
                  <a:pt x="27328" y="35966"/>
                  <a:pt x="27237" y="35966"/>
                </a:cubicBezTo>
                <a:cubicBezTo>
                  <a:pt x="27146" y="35966"/>
                  <a:pt x="27038" y="35966"/>
                  <a:pt x="26929" y="35966"/>
                </a:cubicBezTo>
                <a:cubicBezTo>
                  <a:pt x="26893" y="35966"/>
                  <a:pt x="26857" y="36003"/>
                  <a:pt x="26875" y="36039"/>
                </a:cubicBezTo>
                <a:cubicBezTo>
                  <a:pt x="26893" y="36129"/>
                  <a:pt x="26839" y="36220"/>
                  <a:pt x="26766" y="36274"/>
                </a:cubicBezTo>
                <a:cubicBezTo>
                  <a:pt x="26676" y="36328"/>
                  <a:pt x="26567" y="36347"/>
                  <a:pt x="26440" y="36347"/>
                </a:cubicBezTo>
                <a:lnTo>
                  <a:pt x="26169" y="36347"/>
                </a:lnTo>
                <a:lnTo>
                  <a:pt x="26150" y="36310"/>
                </a:lnTo>
                <a:cubicBezTo>
                  <a:pt x="26150" y="36310"/>
                  <a:pt x="26132" y="36292"/>
                  <a:pt x="26132" y="36292"/>
                </a:cubicBezTo>
                <a:cubicBezTo>
                  <a:pt x="26132" y="36274"/>
                  <a:pt x="26114" y="36256"/>
                  <a:pt x="26096" y="36256"/>
                </a:cubicBezTo>
                <a:cubicBezTo>
                  <a:pt x="26078" y="36238"/>
                  <a:pt x="26078" y="36220"/>
                  <a:pt x="26078" y="36184"/>
                </a:cubicBezTo>
                <a:lnTo>
                  <a:pt x="26078" y="36184"/>
                </a:lnTo>
                <a:cubicBezTo>
                  <a:pt x="26096" y="36165"/>
                  <a:pt x="26078" y="36129"/>
                  <a:pt x="26042" y="36129"/>
                </a:cubicBezTo>
                <a:cubicBezTo>
                  <a:pt x="25915" y="36129"/>
                  <a:pt x="25915" y="35948"/>
                  <a:pt x="25933" y="35858"/>
                </a:cubicBezTo>
                <a:cubicBezTo>
                  <a:pt x="25951" y="35731"/>
                  <a:pt x="26006" y="35604"/>
                  <a:pt x="26114" y="35514"/>
                </a:cubicBezTo>
                <a:cubicBezTo>
                  <a:pt x="26150" y="35477"/>
                  <a:pt x="26132" y="35423"/>
                  <a:pt x="26096" y="35423"/>
                </a:cubicBezTo>
                <a:lnTo>
                  <a:pt x="25824" y="35314"/>
                </a:lnTo>
                <a:cubicBezTo>
                  <a:pt x="25824" y="35188"/>
                  <a:pt x="25806" y="35079"/>
                  <a:pt x="25770" y="34970"/>
                </a:cubicBezTo>
                <a:cubicBezTo>
                  <a:pt x="25716" y="34862"/>
                  <a:pt x="25607" y="34807"/>
                  <a:pt x="25498" y="34789"/>
                </a:cubicBezTo>
                <a:cubicBezTo>
                  <a:pt x="25390" y="34807"/>
                  <a:pt x="25281" y="34880"/>
                  <a:pt x="25245" y="34988"/>
                </a:cubicBezTo>
                <a:cubicBezTo>
                  <a:pt x="25191" y="35097"/>
                  <a:pt x="25154" y="35242"/>
                  <a:pt x="25154" y="35369"/>
                </a:cubicBezTo>
                <a:cubicBezTo>
                  <a:pt x="25136" y="35514"/>
                  <a:pt x="25118" y="35658"/>
                  <a:pt x="25118" y="35785"/>
                </a:cubicBezTo>
                <a:cubicBezTo>
                  <a:pt x="25082" y="35785"/>
                  <a:pt x="25064" y="35803"/>
                  <a:pt x="25028" y="35803"/>
                </a:cubicBezTo>
                <a:cubicBezTo>
                  <a:pt x="24991" y="35821"/>
                  <a:pt x="24955" y="35858"/>
                  <a:pt x="24901" y="35876"/>
                </a:cubicBezTo>
                <a:cubicBezTo>
                  <a:pt x="24792" y="35912"/>
                  <a:pt x="24756" y="35767"/>
                  <a:pt x="24756" y="35695"/>
                </a:cubicBezTo>
                <a:cubicBezTo>
                  <a:pt x="24756" y="35568"/>
                  <a:pt x="24828" y="35423"/>
                  <a:pt x="24756" y="35296"/>
                </a:cubicBezTo>
                <a:cubicBezTo>
                  <a:pt x="24702" y="35224"/>
                  <a:pt x="24629" y="35169"/>
                  <a:pt x="24539" y="35169"/>
                </a:cubicBezTo>
                <a:cubicBezTo>
                  <a:pt x="24448" y="35151"/>
                  <a:pt x="24376" y="35169"/>
                  <a:pt x="24303" y="35224"/>
                </a:cubicBezTo>
                <a:cubicBezTo>
                  <a:pt x="24267" y="35097"/>
                  <a:pt x="24285" y="34952"/>
                  <a:pt x="24213" y="34825"/>
                </a:cubicBezTo>
                <a:cubicBezTo>
                  <a:pt x="24176" y="34717"/>
                  <a:pt x="24068" y="34644"/>
                  <a:pt x="23941" y="34626"/>
                </a:cubicBezTo>
                <a:cubicBezTo>
                  <a:pt x="23923" y="34518"/>
                  <a:pt x="23905" y="34409"/>
                  <a:pt x="23869" y="34300"/>
                </a:cubicBezTo>
                <a:cubicBezTo>
                  <a:pt x="23832" y="34210"/>
                  <a:pt x="23832" y="34083"/>
                  <a:pt x="23923" y="34029"/>
                </a:cubicBezTo>
                <a:cubicBezTo>
                  <a:pt x="23941" y="34010"/>
                  <a:pt x="23941" y="33956"/>
                  <a:pt x="23923" y="33956"/>
                </a:cubicBezTo>
                <a:lnTo>
                  <a:pt x="23887" y="33956"/>
                </a:lnTo>
                <a:cubicBezTo>
                  <a:pt x="23814" y="33956"/>
                  <a:pt x="23742" y="33920"/>
                  <a:pt x="23688" y="33866"/>
                </a:cubicBezTo>
                <a:cubicBezTo>
                  <a:pt x="23669" y="33847"/>
                  <a:pt x="23669" y="33811"/>
                  <a:pt x="23669" y="33775"/>
                </a:cubicBezTo>
                <a:cubicBezTo>
                  <a:pt x="23688" y="33739"/>
                  <a:pt x="23742" y="33721"/>
                  <a:pt x="23760" y="33684"/>
                </a:cubicBezTo>
                <a:cubicBezTo>
                  <a:pt x="23796" y="33630"/>
                  <a:pt x="23796" y="33540"/>
                  <a:pt x="23760" y="33485"/>
                </a:cubicBezTo>
                <a:cubicBezTo>
                  <a:pt x="23724" y="33431"/>
                  <a:pt x="23669" y="33395"/>
                  <a:pt x="23615" y="33377"/>
                </a:cubicBezTo>
                <a:cubicBezTo>
                  <a:pt x="23651" y="33322"/>
                  <a:pt x="23651" y="33268"/>
                  <a:pt x="23633" y="33214"/>
                </a:cubicBezTo>
                <a:cubicBezTo>
                  <a:pt x="23488" y="33232"/>
                  <a:pt x="23380" y="33123"/>
                  <a:pt x="23398" y="32996"/>
                </a:cubicBezTo>
                <a:cubicBezTo>
                  <a:pt x="23362" y="32906"/>
                  <a:pt x="23235" y="32870"/>
                  <a:pt x="23199" y="32779"/>
                </a:cubicBezTo>
                <a:cubicBezTo>
                  <a:pt x="23199" y="32725"/>
                  <a:pt x="23199" y="32670"/>
                  <a:pt x="23199" y="32634"/>
                </a:cubicBezTo>
                <a:cubicBezTo>
                  <a:pt x="23199" y="32580"/>
                  <a:pt x="23217" y="32525"/>
                  <a:pt x="23235" y="32453"/>
                </a:cubicBezTo>
                <a:cubicBezTo>
                  <a:pt x="23253" y="32363"/>
                  <a:pt x="23217" y="32254"/>
                  <a:pt x="23144" y="32200"/>
                </a:cubicBezTo>
                <a:cubicBezTo>
                  <a:pt x="23090" y="32145"/>
                  <a:pt x="22999" y="32145"/>
                  <a:pt x="22945" y="32200"/>
                </a:cubicBezTo>
                <a:cubicBezTo>
                  <a:pt x="22746" y="32200"/>
                  <a:pt x="22655" y="32471"/>
                  <a:pt x="22565" y="32616"/>
                </a:cubicBezTo>
                <a:cubicBezTo>
                  <a:pt x="22529" y="32707"/>
                  <a:pt x="22474" y="32779"/>
                  <a:pt x="22402" y="32851"/>
                </a:cubicBezTo>
                <a:cubicBezTo>
                  <a:pt x="22384" y="32851"/>
                  <a:pt x="22366" y="32870"/>
                  <a:pt x="22329" y="32870"/>
                </a:cubicBezTo>
                <a:cubicBezTo>
                  <a:pt x="22293" y="32870"/>
                  <a:pt x="22239" y="32870"/>
                  <a:pt x="22203" y="32870"/>
                </a:cubicBezTo>
                <a:cubicBezTo>
                  <a:pt x="22112" y="32870"/>
                  <a:pt x="22040" y="32888"/>
                  <a:pt x="21967" y="32924"/>
                </a:cubicBezTo>
                <a:cubicBezTo>
                  <a:pt x="21822" y="33033"/>
                  <a:pt x="21714" y="33141"/>
                  <a:pt x="21623" y="33286"/>
                </a:cubicBezTo>
                <a:cubicBezTo>
                  <a:pt x="21569" y="33377"/>
                  <a:pt x="21514" y="33449"/>
                  <a:pt x="21460" y="33522"/>
                </a:cubicBezTo>
                <a:cubicBezTo>
                  <a:pt x="21406" y="33612"/>
                  <a:pt x="21370" y="33684"/>
                  <a:pt x="21333" y="33775"/>
                </a:cubicBezTo>
                <a:cubicBezTo>
                  <a:pt x="21225" y="34065"/>
                  <a:pt x="21116" y="34355"/>
                  <a:pt x="21044" y="34644"/>
                </a:cubicBezTo>
                <a:cubicBezTo>
                  <a:pt x="20989" y="34807"/>
                  <a:pt x="20935" y="34952"/>
                  <a:pt x="20844" y="35097"/>
                </a:cubicBezTo>
                <a:cubicBezTo>
                  <a:pt x="20790" y="35206"/>
                  <a:pt x="20718" y="35296"/>
                  <a:pt x="20645" y="35387"/>
                </a:cubicBezTo>
                <a:cubicBezTo>
                  <a:pt x="20627" y="35169"/>
                  <a:pt x="20627" y="34952"/>
                  <a:pt x="20609" y="34753"/>
                </a:cubicBezTo>
                <a:cubicBezTo>
                  <a:pt x="20591" y="34536"/>
                  <a:pt x="20591" y="34264"/>
                  <a:pt x="20591" y="34029"/>
                </a:cubicBezTo>
                <a:cubicBezTo>
                  <a:pt x="20591" y="33829"/>
                  <a:pt x="20663" y="33630"/>
                  <a:pt x="20772" y="33467"/>
                </a:cubicBezTo>
                <a:cubicBezTo>
                  <a:pt x="20808" y="33431"/>
                  <a:pt x="20772" y="33395"/>
                  <a:pt x="20736" y="33395"/>
                </a:cubicBezTo>
                <a:cubicBezTo>
                  <a:pt x="20699" y="33395"/>
                  <a:pt x="20699" y="33340"/>
                  <a:pt x="20699" y="33322"/>
                </a:cubicBezTo>
                <a:cubicBezTo>
                  <a:pt x="20699" y="33286"/>
                  <a:pt x="20718" y="33214"/>
                  <a:pt x="20699" y="33159"/>
                </a:cubicBezTo>
                <a:cubicBezTo>
                  <a:pt x="20681" y="33033"/>
                  <a:pt x="20573" y="33014"/>
                  <a:pt x="20482" y="32978"/>
                </a:cubicBezTo>
                <a:cubicBezTo>
                  <a:pt x="20446" y="32978"/>
                  <a:pt x="20410" y="32960"/>
                  <a:pt x="20392" y="32906"/>
                </a:cubicBezTo>
                <a:cubicBezTo>
                  <a:pt x="20392" y="32870"/>
                  <a:pt x="20410" y="32815"/>
                  <a:pt x="20428" y="32779"/>
                </a:cubicBezTo>
                <a:cubicBezTo>
                  <a:pt x="20482" y="32688"/>
                  <a:pt x="20573" y="32580"/>
                  <a:pt x="20518" y="32453"/>
                </a:cubicBezTo>
                <a:cubicBezTo>
                  <a:pt x="20500" y="32381"/>
                  <a:pt x="20428" y="32326"/>
                  <a:pt x="20337" y="32308"/>
                </a:cubicBezTo>
                <a:cubicBezTo>
                  <a:pt x="20374" y="32163"/>
                  <a:pt x="20355" y="32037"/>
                  <a:pt x="20283" y="31910"/>
                </a:cubicBezTo>
                <a:cubicBezTo>
                  <a:pt x="20247" y="31837"/>
                  <a:pt x="20192" y="31783"/>
                  <a:pt x="20120" y="31747"/>
                </a:cubicBezTo>
                <a:cubicBezTo>
                  <a:pt x="20084" y="31729"/>
                  <a:pt x="20011" y="31674"/>
                  <a:pt x="20011" y="31620"/>
                </a:cubicBezTo>
                <a:cubicBezTo>
                  <a:pt x="20084" y="31620"/>
                  <a:pt x="20156" y="31566"/>
                  <a:pt x="20211" y="31511"/>
                </a:cubicBezTo>
                <a:cubicBezTo>
                  <a:pt x="20265" y="31439"/>
                  <a:pt x="20283" y="31330"/>
                  <a:pt x="20229" y="31258"/>
                </a:cubicBezTo>
                <a:cubicBezTo>
                  <a:pt x="20174" y="31167"/>
                  <a:pt x="20084" y="31131"/>
                  <a:pt x="19993" y="31167"/>
                </a:cubicBezTo>
                <a:cubicBezTo>
                  <a:pt x="19921" y="31185"/>
                  <a:pt x="19885" y="31258"/>
                  <a:pt x="19812" y="31294"/>
                </a:cubicBezTo>
                <a:cubicBezTo>
                  <a:pt x="19776" y="31240"/>
                  <a:pt x="19812" y="31149"/>
                  <a:pt x="19830" y="31095"/>
                </a:cubicBezTo>
                <a:cubicBezTo>
                  <a:pt x="19866" y="31004"/>
                  <a:pt x="19866" y="30914"/>
                  <a:pt x="19830" y="30841"/>
                </a:cubicBezTo>
                <a:cubicBezTo>
                  <a:pt x="19812" y="30787"/>
                  <a:pt x="19776" y="30751"/>
                  <a:pt x="19740" y="30733"/>
                </a:cubicBezTo>
                <a:cubicBezTo>
                  <a:pt x="19722" y="30715"/>
                  <a:pt x="19703" y="30696"/>
                  <a:pt x="19685" y="30678"/>
                </a:cubicBezTo>
                <a:cubicBezTo>
                  <a:pt x="19685" y="30660"/>
                  <a:pt x="19685" y="30660"/>
                  <a:pt x="19703" y="30660"/>
                </a:cubicBezTo>
                <a:cubicBezTo>
                  <a:pt x="19758" y="30624"/>
                  <a:pt x="19794" y="30570"/>
                  <a:pt x="19812" y="30515"/>
                </a:cubicBezTo>
                <a:cubicBezTo>
                  <a:pt x="19830" y="30461"/>
                  <a:pt x="19830" y="30389"/>
                  <a:pt x="19812" y="30334"/>
                </a:cubicBezTo>
                <a:cubicBezTo>
                  <a:pt x="19812" y="30262"/>
                  <a:pt x="19794" y="30189"/>
                  <a:pt x="19740" y="30135"/>
                </a:cubicBezTo>
                <a:cubicBezTo>
                  <a:pt x="19703" y="30117"/>
                  <a:pt x="19667" y="30099"/>
                  <a:pt x="19631" y="30081"/>
                </a:cubicBezTo>
                <a:cubicBezTo>
                  <a:pt x="19649" y="30044"/>
                  <a:pt x="19649" y="30008"/>
                  <a:pt x="19649" y="29972"/>
                </a:cubicBezTo>
                <a:cubicBezTo>
                  <a:pt x="19649" y="29954"/>
                  <a:pt x="19649" y="29954"/>
                  <a:pt x="19649" y="29936"/>
                </a:cubicBezTo>
                <a:cubicBezTo>
                  <a:pt x="19649" y="29900"/>
                  <a:pt x="19613" y="29882"/>
                  <a:pt x="19577" y="29882"/>
                </a:cubicBezTo>
                <a:lnTo>
                  <a:pt x="19577" y="29882"/>
                </a:lnTo>
                <a:cubicBezTo>
                  <a:pt x="19577" y="29882"/>
                  <a:pt x="19577" y="29863"/>
                  <a:pt x="19595" y="29845"/>
                </a:cubicBezTo>
                <a:cubicBezTo>
                  <a:pt x="19613" y="29809"/>
                  <a:pt x="19631" y="29773"/>
                  <a:pt x="19649" y="29737"/>
                </a:cubicBezTo>
                <a:cubicBezTo>
                  <a:pt x="19667" y="29646"/>
                  <a:pt x="19649" y="29556"/>
                  <a:pt x="19631" y="29483"/>
                </a:cubicBezTo>
                <a:cubicBezTo>
                  <a:pt x="19595" y="29411"/>
                  <a:pt x="19540" y="29374"/>
                  <a:pt x="19468" y="29393"/>
                </a:cubicBezTo>
                <a:cubicBezTo>
                  <a:pt x="19450" y="29338"/>
                  <a:pt x="19432" y="29284"/>
                  <a:pt x="19414" y="29248"/>
                </a:cubicBezTo>
                <a:cubicBezTo>
                  <a:pt x="19396" y="29230"/>
                  <a:pt x="19377" y="29211"/>
                  <a:pt x="19359" y="29193"/>
                </a:cubicBezTo>
                <a:cubicBezTo>
                  <a:pt x="19359" y="29193"/>
                  <a:pt x="19323" y="29157"/>
                  <a:pt x="19323" y="29139"/>
                </a:cubicBezTo>
                <a:cubicBezTo>
                  <a:pt x="19323" y="29121"/>
                  <a:pt x="19341" y="29103"/>
                  <a:pt x="19359" y="29103"/>
                </a:cubicBezTo>
                <a:cubicBezTo>
                  <a:pt x="19359" y="29085"/>
                  <a:pt x="19377" y="29067"/>
                  <a:pt x="19377" y="29048"/>
                </a:cubicBezTo>
                <a:cubicBezTo>
                  <a:pt x="19432" y="28940"/>
                  <a:pt x="19377" y="28795"/>
                  <a:pt x="19269" y="28741"/>
                </a:cubicBezTo>
                <a:lnTo>
                  <a:pt x="19341" y="28650"/>
                </a:lnTo>
                <a:cubicBezTo>
                  <a:pt x="19341" y="28632"/>
                  <a:pt x="19341" y="28596"/>
                  <a:pt x="19305" y="28578"/>
                </a:cubicBezTo>
                <a:cubicBezTo>
                  <a:pt x="19214" y="28560"/>
                  <a:pt x="19124" y="28560"/>
                  <a:pt x="19052" y="28578"/>
                </a:cubicBezTo>
                <a:cubicBezTo>
                  <a:pt x="19015" y="28433"/>
                  <a:pt x="18997" y="28288"/>
                  <a:pt x="18961" y="28161"/>
                </a:cubicBezTo>
                <a:cubicBezTo>
                  <a:pt x="18961" y="28125"/>
                  <a:pt x="18943" y="28125"/>
                  <a:pt x="18925" y="28125"/>
                </a:cubicBezTo>
                <a:lnTo>
                  <a:pt x="18744" y="28125"/>
                </a:lnTo>
                <a:cubicBezTo>
                  <a:pt x="18780" y="28071"/>
                  <a:pt x="18798" y="28016"/>
                  <a:pt x="18816" y="27962"/>
                </a:cubicBezTo>
                <a:cubicBezTo>
                  <a:pt x="18834" y="27889"/>
                  <a:pt x="18816" y="27799"/>
                  <a:pt x="18780" y="27726"/>
                </a:cubicBezTo>
                <a:cubicBezTo>
                  <a:pt x="18744" y="27708"/>
                  <a:pt x="18707" y="27672"/>
                  <a:pt x="18671" y="27672"/>
                </a:cubicBezTo>
                <a:cubicBezTo>
                  <a:pt x="18635" y="27672"/>
                  <a:pt x="18599" y="27672"/>
                  <a:pt x="18563" y="27636"/>
                </a:cubicBezTo>
                <a:cubicBezTo>
                  <a:pt x="18526" y="27582"/>
                  <a:pt x="18508" y="27527"/>
                  <a:pt x="18508" y="27473"/>
                </a:cubicBezTo>
                <a:cubicBezTo>
                  <a:pt x="18472" y="27419"/>
                  <a:pt x="18436" y="27346"/>
                  <a:pt x="18363" y="27346"/>
                </a:cubicBezTo>
                <a:cubicBezTo>
                  <a:pt x="18327" y="27346"/>
                  <a:pt x="18309" y="27364"/>
                  <a:pt x="18309" y="27401"/>
                </a:cubicBezTo>
                <a:cubicBezTo>
                  <a:pt x="18309" y="27455"/>
                  <a:pt x="18291" y="27509"/>
                  <a:pt x="18291" y="27545"/>
                </a:cubicBezTo>
                <a:lnTo>
                  <a:pt x="18237" y="27527"/>
                </a:lnTo>
                <a:cubicBezTo>
                  <a:pt x="18200" y="27509"/>
                  <a:pt x="18164" y="27527"/>
                  <a:pt x="18164" y="27545"/>
                </a:cubicBezTo>
                <a:cubicBezTo>
                  <a:pt x="18128" y="27654"/>
                  <a:pt x="18092" y="27745"/>
                  <a:pt x="18037" y="27835"/>
                </a:cubicBezTo>
                <a:cubicBezTo>
                  <a:pt x="18019" y="27853"/>
                  <a:pt x="18001" y="27889"/>
                  <a:pt x="17983" y="27908"/>
                </a:cubicBezTo>
                <a:cubicBezTo>
                  <a:pt x="17965" y="27926"/>
                  <a:pt x="17965" y="27962"/>
                  <a:pt x="17983" y="27980"/>
                </a:cubicBezTo>
                <a:cubicBezTo>
                  <a:pt x="17965" y="28034"/>
                  <a:pt x="17965" y="28089"/>
                  <a:pt x="17947" y="28125"/>
                </a:cubicBezTo>
                <a:cubicBezTo>
                  <a:pt x="17911" y="28107"/>
                  <a:pt x="17874" y="28089"/>
                  <a:pt x="17838" y="28071"/>
                </a:cubicBezTo>
                <a:cubicBezTo>
                  <a:pt x="17802" y="28052"/>
                  <a:pt x="17730" y="28016"/>
                  <a:pt x="17675" y="28052"/>
                </a:cubicBezTo>
                <a:cubicBezTo>
                  <a:pt x="17657" y="28071"/>
                  <a:pt x="17621" y="28107"/>
                  <a:pt x="17621" y="28161"/>
                </a:cubicBezTo>
                <a:cubicBezTo>
                  <a:pt x="17621" y="28197"/>
                  <a:pt x="17621" y="28234"/>
                  <a:pt x="17621" y="28288"/>
                </a:cubicBezTo>
                <a:cubicBezTo>
                  <a:pt x="17639" y="28324"/>
                  <a:pt x="17657" y="28360"/>
                  <a:pt x="17693" y="28378"/>
                </a:cubicBezTo>
                <a:lnTo>
                  <a:pt x="17693" y="28378"/>
                </a:lnTo>
                <a:lnTo>
                  <a:pt x="17603" y="28360"/>
                </a:lnTo>
                <a:lnTo>
                  <a:pt x="17422" y="28324"/>
                </a:lnTo>
                <a:cubicBezTo>
                  <a:pt x="17385" y="28306"/>
                  <a:pt x="17349" y="28324"/>
                  <a:pt x="17349" y="28360"/>
                </a:cubicBezTo>
                <a:lnTo>
                  <a:pt x="17349" y="28469"/>
                </a:lnTo>
                <a:cubicBezTo>
                  <a:pt x="17295" y="28469"/>
                  <a:pt x="17241" y="28469"/>
                  <a:pt x="17186" y="28505"/>
                </a:cubicBezTo>
                <a:cubicBezTo>
                  <a:pt x="17150" y="28541"/>
                  <a:pt x="17132" y="28578"/>
                  <a:pt x="17114" y="28632"/>
                </a:cubicBezTo>
                <a:cubicBezTo>
                  <a:pt x="17114" y="28668"/>
                  <a:pt x="17114" y="28704"/>
                  <a:pt x="17078" y="28722"/>
                </a:cubicBezTo>
                <a:cubicBezTo>
                  <a:pt x="17041" y="28741"/>
                  <a:pt x="17005" y="28777"/>
                  <a:pt x="16987" y="28795"/>
                </a:cubicBezTo>
                <a:cubicBezTo>
                  <a:pt x="16951" y="28831"/>
                  <a:pt x="16933" y="28867"/>
                  <a:pt x="16933" y="28922"/>
                </a:cubicBezTo>
                <a:cubicBezTo>
                  <a:pt x="16951" y="28976"/>
                  <a:pt x="16969" y="29012"/>
                  <a:pt x="16987" y="29048"/>
                </a:cubicBezTo>
                <a:cubicBezTo>
                  <a:pt x="17005" y="29103"/>
                  <a:pt x="16987" y="29121"/>
                  <a:pt x="16951" y="29139"/>
                </a:cubicBezTo>
                <a:cubicBezTo>
                  <a:pt x="16896" y="29175"/>
                  <a:pt x="16860" y="29211"/>
                  <a:pt x="16860" y="29266"/>
                </a:cubicBezTo>
                <a:cubicBezTo>
                  <a:pt x="16860" y="29284"/>
                  <a:pt x="16860" y="29302"/>
                  <a:pt x="16860" y="29320"/>
                </a:cubicBezTo>
                <a:cubicBezTo>
                  <a:pt x="16806" y="29338"/>
                  <a:pt x="16752" y="29374"/>
                  <a:pt x="16733" y="29447"/>
                </a:cubicBezTo>
                <a:cubicBezTo>
                  <a:pt x="16715" y="29537"/>
                  <a:pt x="16788" y="29592"/>
                  <a:pt x="16860" y="29610"/>
                </a:cubicBezTo>
                <a:cubicBezTo>
                  <a:pt x="16878" y="29610"/>
                  <a:pt x="16915" y="29628"/>
                  <a:pt x="16915" y="29646"/>
                </a:cubicBezTo>
                <a:cubicBezTo>
                  <a:pt x="16933" y="29664"/>
                  <a:pt x="16915" y="29700"/>
                  <a:pt x="16878" y="29700"/>
                </a:cubicBezTo>
                <a:cubicBezTo>
                  <a:pt x="16842" y="29719"/>
                  <a:pt x="16788" y="29700"/>
                  <a:pt x="16770" y="29664"/>
                </a:cubicBezTo>
                <a:cubicBezTo>
                  <a:pt x="16752" y="29628"/>
                  <a:pt x="16733" y="29628"/>
                  <a:pt x="16715" y="29628"/>
                </a:cubicBezTo>
                <a:cubicBezTo>
                  <a:pt x="16643" y="29628"/>
                  <a:pt x="16589" y="29664"/>
                  <a:pt x="16589" y="29737"/>
                </a:cubicBezTo>
                <a:cubicBezTo>
                  <a:pt x="16571" y="29773"/>
                  <a:pt x="16571" y="29809"/>
                  <a:pt x="16589" y="29827"/>
                </a:cubicBezTo>
                <a:lnTo>
                  <a:pt x="16589" y="29918"/>
                </a:lnTo>
                <a:cubicBezTo>
                  <a:pt x="16589" y="29936"/>
                  <a:pt x="16534" y="29918"/>
                  <a:pt x="16516" y="29918"/>
                </a:cubicBezTo>
                <a:cubicBezTo>
                  <a:pt x="16480" y="29918"/>
                  <a:pt x="16444" y="29918"/>
                  <a:pt x="16408" y="29918"/>
                </a:cubicBezTo>
                <a:cubicBezTo>
                  <a:pt x="16353" y="29918"/>
                  <a:pt x="16317" y="29936"/>
                  <a:pt x="16281" y="29954"/>
                </a:cubicBezTo>
                <a:cubicBezTo>
                  <a:pt x="16281" y="29809"/>
                  <a:pt x="16317" y="29664"/>
                  <a:pt x="16408" y="29537"/>
                </a:cubicBezTo>
                <a:cubicBezTo>
                  <a:pt x="16426" y="29519"/>
                  <a:pt x="16426" y="29501"/>
                  <a:pt x="16408" y="29483"/>
                </a:cubicBezTo>
                <a:cubicBezTo>
                  <a:pt x="16389" y="29447"/>
                  <a:pt x="16353" y="29429"/>
                  <a:pt x="16299" y="29429"/>
                </a:cubicBezTo>
                <a:cubicBezTo>
                  <a:pt x="16281" y="29429"/>
                  <a:pt x="16226" y="29429"/>
                  <a:pt x="16208" y="29393"/>
                </a:cubicBezTo>
                <a:cubicBezTo>
                  <a:pt x="16208" y="29356"/>
                  <a:pt x="16245" y="29320"/>
                  <a:pt x="16245" y="29302"/>
                </a:cubicBezTo>
                <a:cubicBezTo>
                  <a:pt x="16281" y="29266"/>
                  <a:pt x="16299" y="29211"/>
                  <a:pt x="16299" y="29175"/>
                </a:cubicBezTo>
                <a:cubicBezTo>
                  <a:pt x="16299" y="29067"/>
                  <a:pt x="16208" y="28994"/>
                  <a:pt x="16100" y="28994"/>
                </a:cubicBezTo>
                <a:cubicBezTo>
                  <a:pt x="16009" y="28994"/>
                  <a:pt x="15919" y="29085"/>
                  <a:pt x="15900" y="29175"/>
                </a:cubicBezTo>
                <a:cubicBezTo>
                  <a:pt x="15900" y="29230"/>
                  <a:pt x="15900" y="29284"/>
                  <a:pt x="15919" y="29338"/>
                </a:cubicBezTo>
                <a:cubicBezTo>
                  <a:pt x="15919" y="29393"/>
                  <a:pt x="15882" y="29411"/>
                  <a:pt x="15864" y="29465"/>
                </a:cubicBezTo>
                <a:cubicBezTo>
                  <a:pt x="15810" y="29556"/>
                  <a:pt x="15864" y="29628"/>
                  <a:pt x="15900" y="29719"/>
                </a:cubicBezTo>
                <a:cubicBezTo>
                  <a:pt x="15919" y="29737"/>
                  <a:pt x="15937" y="29773"/>
                  <a:pt x="15900" y="29791"/>
                </a:cubicBezTo>
                <a:cubicBezTo>
                  <a:pt x="15882" y="29827"/>
                  <a:pt x="15828" y="29827"/>
                  <a:pt x="15810" y="29827"/>
                </a:cubicBezTo>
                <a:cubicBezTo>
                  <a:pt x="15756" y="29827"/>
                  <a:pt x="15701" y="29845"/>
                  <a:pt x="15647" y="29863"/>
                </a:cubicBezTo>
                <a:cubicBezTo>
                  <a:pt x="15611" y="29882"/>
                  <a:pt x="15574" y="29918"/>
                  <a:pt x="15538" y="29954"/>
                </a:cubicBezTo>
                <a:cubicBezTo>
                  <a:pt x="15466" y="30081"/>
                  <a:pt x="15430" y="30207"/>
                  <a:pt x="15430" y="30334"/>
                </a:cubicBezTo>
                <a:cubicBezTo>
                  <a:pt x="15411" y="30407"/>
                  <a:pt x="15375" y="30479"/>
                  <a:pt x="15357" y="30552"/>
                </a:cubicBezTo>
                <a:cubicBezTo>
                  <a:pt x="15339" y="30588"/>
                  <a:pt x="15321" y="30642"/>
                  <a:pt x="15303" y="30696"/>
                </a:cubicBezTo>
                <a:lnTo>
                  <a:pt x="15303" y="30696"/>
                </a:lnTo>
                <a:cubicBezTo>
                  <a:pt x="15285" y="30678"/>
                  <a:pt x="15249" y="30715"/>
                  <a:pt x="15267" y="30733"/>
                </a:cubicBezTo>
                <a:lnTo>
                  <a:pt x="15285" y="30751"/>
                </a:lnTo>
                <a:cubicBezTo>
                  <a:pt x="15285" y="30769"/>
                  <a:pt x="15285" y="30787"/>
                  <a:pt x="15285" y="30787"/>
                </a:cubicBezTo>
                <a:cubicBezTo>
                  <a:pt x="15285" y="30859"/>
                  <a:pt x="15230" y="30932"/>
                  <a:pt x="15176" y="30968"/>
                </a:cubicBezTo>
                <a:cubicBezTo>
                  <a:pt x="15086" y="31041"/>
                  <a:pt x="14995" y="31095"/>
                  <a:pt x="14959" y="31222"/>
                </a:cubicBezTo>
                <a:cubicBezTo>
                  <a:pt x="14923" y="31330"/>
                  <a:pt x="14959" y="31439"/>
                  <a:pt x="14941" y="31548"/>
                </a:cubicBezTo>
                <a:cubicBezTo>
                  <a:pt x="14904" y="31674"/>
                  <a:pt x="14778" y="31747"/>
                  <a:pt x="14687" y="31801"/>
                </a:cubicBezTo>
                <a:cubicBezTo>
                  <a:pt x="14633" y="31819"/>
                  <a:pt x="14578" y="31874"/>
                  <a:pt x="14542" y="31928"/>
                </a:cubicBezTo>
                <a:cubicBezTo>
                  <a:pt x="14524" y="31964"/>
                  <a:pt x="14506" y="32000"/>
                  <a:pt x="14524" y="32055"/>
                </a:cubicBezTo>
                <a:cubicBezTo>
                  <a:pt x="14470" y="32055"/>
                  <a:pt x="14415" y="32091"/>
                  <a:pt x="14397" y="32127"/>
                </a:cubicBezTo>
                <a:cubicBezTo>
                  <a:pt x="14343" y="32200"/>
                  <a:pt x="14343" y="32290"/>
                  <a:pt x="14397" y="32363"/>
                </a:cubicBezTo>
                <a:cubicBezTo>
                  <a:pt x="14415" y="32417"/>
                  <a:pt x="14470" y="32471"/>
                  <a:pt x="14415" y="32525"/>
                </a:cubicBezTo>
                <a:cubicBezTo>
                  <a:pt x="14397" y="32562"/>
                  <a:pt x="14361" y="32598"/>
                  <a:pt x="14325" y="32616"/>
                </a:cubicBezTo>
                <a:lnTo>
                  <a:pt x="14216" y="32725"/>
                </a:lnTo>
                <a:cubicBezTo>
                  <a:pt x="14216" y="32725"/>
                  <a:pt x="14180" y="32779"/>
                  <a:pt x="14162" y="32779"/>
                </a:cubicBezTo>
                <a:lnTo>
                  <a:pt x="14144" y="32761"/>
                </a:lnTo>
                <a:cubicBezTo>
                  <a:pt x="14108" y="32743"/>
                  <a:pt x="14053" y="32743"/>
                  <a:pt x="14017" y="32761"/>
                </a:cubicBezTo>
                <a:cubicBezTo>
                  <a:pt x="13963" y="32815"/>
                  <a:pt x="13945" y="32888"/>
                  <a:pt x="13963" y="32942"/>
                </a:cubicBezTo>
                <a:cubicBezTo>
                  <a:pt x="13981" y="32996"/>
                  <a:pt x="14053" y="33087"/>
                  <a:pt x="13981" y="33123"/>
                </a:cubicBezTo>
                <a:cubicBezTo>
                  <a:pt x="13927" y="33159"/>
                  <a:pt x="13872" y="33105"/>
                  <a:pt x="13818" y="33069"/>
                </a:cubicBezTo>
                <a:cubicBezTo>
                  <a:pt x="13691" y="32924"/>
                  <a:pt x="13601" y="32761"/>
                  <a:pt x="13564" y="32562"/>
                </a:cubicBezTo>
                <a:cubicBezTo>
                  <a:pt x="13564" y="32544"/>
                  <a:pt x="13546" y="32525"/>
                  <a:pt x="13510" y="32525"/>
                </a:cubicBezTo>
                <a:cubicBezTo>
                  <a:pt x="13456" y="32525"/>
                  <a:pt x="13401" y="32507"/>
                  <a:pt x="13365" y="32471"/>
                </a:cubicBezTo>
                <a:lnTo>
                  <a:pt x="13347" y="32453"/>
                </a:lnTo>
                <a:cubicBezTo>
                  <a:pt x="13293" y="32399"/>
                  <a:pt x="13220" y="32453"/>
                  <a:pt x="13238" y="32507"/>
                </a:cubicBezTo>
                <a:cubicBezTo>
                  <a:pt x="13238" y="32507"/>
                  <a:pt x="13238" y="32525"/>
                  <a:pt x="13238" y="32525"/>
                </a:cubicBezTo>
                <a:cubicBezTo>
                  <a:pt x="13238" y="32544"/>
                  <a:pt x="13220" y="32580"/>
                  <a:pt x="13202" y="32580"/>
                </a:cubicBezTo>
                <a:cubicBezTo>
                  <a:pt x="13166" y="32580"/>
                  <a:pt x="13148" y="32598"/>
                  <a:pt x="13130" y="32616"/>
                </a:cubicBezTo>
                <a:cubicBezTo>
                  <a:pt x="13093" y="32652"/>
                  <a:pt x="13093" y="32670"/>
                  <a:pt x="13093" y="32707"/>
                </a:cubicBezTo>
                <a:cubicBezTo>
                  <a:pt x="13093" y="32761"/>
                  <a:pt x="13112" y="32815"/>
                  <a:pt x="13148" y="32851"/>
                </a:cubicBezTo>
                <a:cubicBezTo>
                  <a:pt x="13166" y="32851"/>
                  <a:pt x="13166" y="32870"/>
                  <a:pt x="13166" y="32888"/>
                </a:cubicBezTo>
                <a:cubicBezTo>
                  <a:pt x="13166" y="32906"/>
                  <a:pt x="13148" y="32924"/>
                  <a:pt x="13148" y="32942"/>
                </a:cubicBezTo>
                <a:cubicBezTo>
                  <a:pt x="13130" y="32960"/>
                  <a:pt x="13112" y="32978"/>
                  <a:pt x="13093" y="33014"/>
                </a:cubicBezTo>
                <a:cubicBezTo>
                  <a:pt x="13093" y="32996"/>
                  <a:pt x="13093" y="32978"/>
                  <a:pt x="13075" y="32960"/>
                </a:cubicBezTo>
                <a:lnTo>
                  <a:pt x="12876" y="32779"/>
                </a:lnTo>
                <a:lnTo>
                  <a:pt x="12768" y="32707"/>
                </a:lnTo>
                <a:cubicBezTo>
                  <a:pt x="12749" y="32688"/>
                  <a:pt x="12749" y="32670"/>
                  <a:pt x="12731" y="32670"/>
                </a:cubicBezTo>
                <a:lnTo>
                  <a:pt x="12731" y="32652"/>
                </a:lnTo>
                <a:cubicBezTo>
                  <a:pt x="12731" y="32616"/>
                  <a:pt x="12713" y="32580"/>
                  <a:pt x="12677" y="32580"/>
                </a:cubicBezTo>
                <a:cubicBezTo>
                  <a:pt x="12568" y="32562"/>
                  <a:pt x="12478" y="32598"/>
                  <a:pt x="12387" y="32670"/>
                </a:cubicBezTo>
                <a:cubicBezTo>
                  <a:pt x="12351" y="32688"/>
                  <a:pt x="12333" y="32743"/>
                  <a:pt x="12333" y="32797"/>
                </a:cubicBezTo>
                <a:cubicBezTo>
                  <a:pt x="12260" y="32779"/>
                  <a:pt x="12188" y="32797"/>
                  <a:pt x="12134" y="32815"/>
                </a:cubicBezTo>
                <a:cubicBezTo>
                  <a:pt x="12061" y="32815"/>
                  <a:pt x="11989" y="32870"/>
                  <a:pt x="11953" y="32942"/>
                </a:cubicBezTo>
                <a:cubicBezTo>
                  <a:pt x="11934" y="32978"/>
                  <a:pt x="11934" y="33033"/>
                  <a:pt x="11916" y="33069"/>
                </a:cubicBezTo>
                <a:cubicBezTo>
                  <a:pt x="11880" y="33123"/>
                  <a:pt x="11790" y="33159"/>
                  <a:pt x="11753" y="33214"/>
                </a:cubicBezTo>
                <a:cubicBezTo>
                  <a:pt x="11717" y="33232"/>
                  <a:pt x="11699" y="33286"/>
                  <a:pt x="11699" y="33322"/>
                </a:cubicBezTo>
                <a:cubicBezTo>
                  <a:pt x="11699" y="33359"/>
                  <a:pt x="11699" y="33377"/>
                  <a:pt x="11717" y="33395"/>
                </a:cubicBezTo>
                <a:cubicBezTo>
                  <a:pt x="11717" y="33431"/>
                  <a:pt x="11753" y="33449"/>
                  <a:pt x="11753" y="33467"/>
                </a:cubicBezTo>
                <a:cubicBezTo>
                  <a:pt x="11771" y="33485"/>
                  <a:pt x="11735" y="33558"/>
                  <a:pt x="11699" y="33558"/>
                </a:cubicBezTo>
                <a:cubicBezTo>
                  <a:pt x="11627" y="33576"/>
                  <a:pt x="11572" y="33576"/>
                  <a:pt x="11500" y="33558"/>
                </a:cubicBezTo>
                <a:cubicBezTo>
                  <a:pt x="11464" y="33558"/>
                  <a:pt x="11446" y="33576"/>
                  <a:pt x="11427" y="33612"/>
                </a:cubicBezTo>
                <a:cubicBezTo>
                  <a:pt x="11391" y="33721"/>
                  <a:pt x="11409" y="33847"/>
                  <a:pt x="11446" y="33956"/>
                </a:cubicBezTo>
                <a:cubicBezTo>
                  <a:pt x="11427" y="33992"/>
                  <a:pt x="11391" y="34029"/>
                  <a:pt x="11391" y="34083"/>
                </a:cubicBezTo>
                <a:cubicBezTo>
                  <a:pt x="11337" y="34065"/>
                  <a:pt x="11301" y="34010"/>
                  <a:pt x="11283" y="33974"/>
                </a:cubicBezTo>
                <a:cubicBezTo>
                  <a:pt x="11246" y="33902"/>
                  <a:pt x="11210" y="33847"/>
                  <a:pt x="11156" y="33793"/>
                </a:cubicBezTo>
                <a:cubicBezTo>
                  <a:pt x="11120" y="33775"/>
                  <a:pt x="11083" y="33775"/>
                  <a:pt x="11047" y="33775"/>
                </a:cubicBezTo>
                <a:cubicBezTo>
                  <a:pt x="11011" y="33775"/>
                  <a:pt x="11011" y="33739"/>
                  <a:pt x="11011" y="33703"/>
                </a:cubicBezTo>
                <a:cubicBezTo>
                  <a:pt x="11029" y="33612"/>
                  <a:pt x="11065" y="33522"/>
                  <a:pt x="11120" y="33449"/>
                </a:cubicBezTo>
                <a:cubicBezTo>
                  <a:pt x="11138" y="33413"/>
                  <a:pt x="11120" y="33377"/>
                  <a:pt x="11083" y="33359"/>
                </a:cubicBezTo>
                <a:cubicBezTo>
                  <a:pt x="11029" y="33340"/>
                  <a:pt x="10993" y="33322"/>
                  <a:pt x="10957" y="33286"/>
                </a:cubicBezTo>
                <a:cubicBezTo>
                  <a:pt x="10957" y="33268"/>
                  <a:pt x="10957" y="33250"/>
                  <a:pt x="10957" y="33232"/>
                </a:cubicBezTo>
                <a:cubicBezTo>
                  <a:pt x="10975" y="33214"/>
                  <a:pt x="10993" y="33177"/>
                  <a:pt x="10993" y="33141"/>
                </a:cubicBezTo>
                <a:cubicBezTo>
                  <a:pt x="10993" y="33105"/>
                  <a:pt x="10993" y="33069"/>
                  <a:pt x="10975" y="33033"/>
                </a:cubicBezTo>
                <a:cubicBezTo>
                  <a:pt x="10957" y="33014"/>
                  <a:pt x="10938" y="32996"/>
                  <a:pt x="10938" y="32978"/>
                </a:cubicBezTo>
                <a:lnTo>
                  <a:pt x="10938" y="32779"/>
                </a:lnTo>
                <a:cubicBezTo>
                  <a:pt x="10938" y="32761"/>
                  <a:pt x="10920" y="32725"/>
                  <a:pt x="10902" y="32707"/>
                </a:cubicBezTo>
                <a:cubicBezTo>
                  <a:pt x="10866" y="32670"/>
                  <a:pt x="10848" y="32652"/>
                  <a:pt x="10812" y="32634"/>
                </a:cubicBezTo>
                <a:cubicBezTo>
                  <a:pt x="10794" y="32634"/>
                  <a:pt x="10775" y="32598"/>
                  <a:pt x="10757" y="32580"/>
                </a:cubicBezTo>
                <a:cubicBezTo>
                  <a:pt x="10739" y="32544"/>
                  <a:pt x="10721" y="32525"/>
                  <a:pt x="10703" y="32507"/>
                </a:cubicBezTo>
                <a:cubicBezTo>
                  <a:pt x="10612" y="32435"/>
                  <a:pt x="10486" y="32417"/>
                  <a:pt x="10377" y="32471"/>
                </a:cubicBezTo>
                <a:cubicBezTo>
                  <a:pt x="10250" y="32525"/>
                  <a:pt x="10232" y="32670"/>
                  <a:pt x="10214" y="32797"/>
                </a:cubicBezTo>
                <a:cubicBezTo>
                  <a:pt x="10214" y="32870"/>
                  <a:pt x="10196" y="32924"/>
                  <a:pt x="10160" y="32978"/>
                </a:cubicBezTo>
                <a:cubicBezTo>
                  <a:pt x="10160" y="32996"/>
                  <a:pt x="10142" y="32996"/>
                  <a:pt x="10124" y="33014"/>
                </a:cubicBezTo>
                <a:cubicBezTo>
                  <a:pt x="10105" y="33014"/>
                  <a:pt x="10051" y="33014"/>
                  <a:pt x="10033" y="33014"/>
                </a:cubicBezTo>
                <a:cubicBezTo>
                  <a:pt x="9961" y="33014"/>
                  <a:pt x="9906" y="33033"/>
                  <a:pt x="9870" y="33105"/>
                </a:cubicBezTo>
                <a:cubicBezTo>
                  <a:pt x="9852" y="33141"/>
                  <a:pt x="9834" y="33177"/>
                  <a:pt x="9816" y="33232"/>
                </a:cubicBezTo>
                <a:lnTo>
                  <a:pt x="9816" y="33232"/>
                </a:lnTo>
                <a:lnTo>
                  <a:pt x="9798" y="33232"/>
                </a:lnTo>
                <a:cubicBezTo>
                  <a:pt x="9743" y="33214"/>
                  <a:pt x="9707" y="33232"/>
                  <a:pt x="9671" y="33250"/>
                </a:cubicBezTo>
                <a:cubicBezTo>
                  <a:pt x="9616" y="33304"/>
                  <a:pt x="9616" y="33359"/>
                  <a:pt x="9635" y="33431"/>
                </a:cubicBezTo>
                <a:cubicBezTo>
                  <a:pt x="9653" y="33485"/>
                  <a:pt x="9689" y="33540"/>
                  <a:pt x="9707" y="33594"/>
                </a:cubicBezTo>
                <a:cubicBezTo>
                  <a:pt x="9707" y="33612"/>
                  <a:pt x="9707" y="33612"/>
                  <a:pt x="9707" y="33630"/>
                </a:cubicBezTo>
                <a:lnTo>
                  <a:pt x="9707" y="33630"/>
                </a:lnTo>
                <a:lnTo>
                  <a:pt x="9707" y="33630"/>
                </a:lnTo>
                <a:cubicBezTo>
                  <a:pt x="9671" y="33630"/>
                  <a:pt x="9635" y="33630"/>
                  <a:pt x="9598" y="33648"/>
                </a:cubicBezTo>
                <a:cubicBezTo>
                  <a:pt x="9544" y="33703"/>
                  <a:pt x="9508" y="33775"/>
                  <a:pt x="9526" y="33866"/>
                </a:cubicBezTo>
                <a:cubicBezTo>
                  <a:pt x="9526" y="33884"/>
                  <a:pt x="9526" y="33938"/>
                  <a:pt x="9508" y="33956"/>
                </a:cubicBezTo>
                <a:lnTo>
                  <a:pt x="9508" y="33956"/>
                </a:lnTo>
                <a:cubicBezTo>
                  <a:pt x="9490" y="33938"/>
                  <a:pt x="9472" y="33938"/>
                  <a:pt x="9472" y="33956"/>
                </a:cubicBezTo>
                <a:lnTo>
                  <a:pt x="9472" y="33956"/>
                </a:lnTo>
                <a:cubicBezTo>
                  <a:pt x="9453" y="33938"/>
                  <a:pt x="9417" y="33956"/>
                  <a:pt x="9417" y="33974"/>
                </a:cubicBezTo>
                <a:cubicBezTo>
                  <a:pt x="9381" y="33974"/>
                  <a:pt x="9345" y="33956"/>
                  <a:pt x="9327" y="33920"/>
                </a:cubicBezTo>
                <a:cubicBezTo>
                  <a:pt x="9309" y="33902"/>
                  <a:pt x="9290" y="33884"/>
                  <a:pt x="9309" y="33847"/>
                </a:cubicBezTo>
                <a:cubicBezTo>
                  <a:pt x="9309" y="33811"/>
                  <a:pt x="9290" y="33757"/>
                  <a:pt x="9272" y="33739"/>
                </a:cubicBezTo>
                <a:cubicBezTo>
                  <a:pt x="9218" y="33703"/>
                  <a:pt x="9164" y="33684"/>
                  <a:pt x="9109" y="33666"/>
                </a:cubicBezTo>
                <a:cubicBezTo>
                  <a:pt x="9073" y="33666"/>
                  <a:pt x="9019" y="33648"/>
                  <a:pt x="8965" y="33630"/>
                </a:cubicBezTo>
                <a:cubicBezTo>
                  <a:pt x="8892" y="33612"/>
                  <a:pt x="8820" y="33612"/>
                  <a:pt x="8747" y="33648"/>
                </a:cubicBezTo>
                <a:cubicBezTo>
                  <a:pt x="8675" y="33703"/>
                  <a:pt x="8657" y="33793"/>
                  <a:pt x="8693" y="33884"/>
                </a:cubicBezTo>
                <a:cubicBezTo>
                  <a:pt x="8711" y="33920"/>
                  <a:pt x="8711" y="33956"/>
                  <a:pt x="8729" y="33992"/>
                </a:cubicBezTo>
                <a:cubicBezTo>
                  <a:pt x="8729" y="34010"/>
                  <a:pt x="8693" y="34029"/>
                  <a:pt x="8675" y="34047"/>
                </a:cubicBezTo>
                <a:cubicBezTo>
                  <a:pt x="8602" y="34083"/>
                  <a:pt x="8512" y="34137"/>
                  <a:pt x="8494" y="34228"/>
                </a:cubicBezTo>
                <a:cubicBezTo>
                  <a:pt x="8476" y="34336"/>
                  <a:pt x="8512" y="34427"/>
                  <a:pt x="8602" y="34499"/>
                </a:cubicBezTo>
                <a:cubicBezTo>
                  <a:pt x="8675" y="34554"/>
                  <a:pt x="8765" y="34590"/>
                  <a:pt x="8802" y="34681"/>
                </a:cubicBezTo>
                <a:cubicBezTo>
                  <a:pt x="8802" y="34717"/>
                  <a:pt x="8802" y="34771"/>
                  <a:pt x="8802" y="34807"/>
                </a:cubicBezTo>
                <a:cubicBezTo>
                  <a:pt x="8802" y="34825"/>
                  <a:pt x="8802" y="34844"/>
                  <a:pt x="8783" y="34862"/>
                </a:cubicBezTo>
                <a:cubicBezTo>
                  <a:pt x="8783" y="34880"/>
                  <a:pt x="8783" y="34880"/>
                  <a:pt x="8783" y="34898"/>
                </a:cubicBezTo>
                <a:cubicBezTo>
                  <a:pt x="8765" y="34880"/>
                  <a:pt x="8765" y="34880"/>
                  <a:pt x="8747" y="34880"/>
                </a:cubicBezTo>
                <a:cubicBezTo>
                  <a:pt x="8711" y="34862"/>
                  <a:pt x="8693" y="34862"/>
                  <a:pt x="8657" y="34880"/>
                </a:cubicBezTo>
                <a:cubicBezTo>
                  <a:pt x="8602" y="34880"/>
                  <a:pt x="8566" y="34934"/>
                  <a:pt x="8548" y="34988"/>
                </a:cubicBezTo>
                <a:cubicBezTo>
                  <a:pt x="8548" y="35043"/>
                  <a:pt x="8566" y="35097"/>
                  <a:pt x="8602" y="35151"/>
                </a:cubicBezTo>
                <a:cubicBezTo>
                  <a:pt x="8639" y="35188"/>
                  <a:pt x="8693" y="35224"/>
                  <a:pt x="8729" y="35260"/>
                </a:cubicBezTo>
                <a:cubicBezTo>
                  <a:pt x="8765" y="35278"/>
                  <a:pt x="8783" y="35314"/>
                  <a:pt x="8765" y="35351"/>
                </a:cubicBezTo>
                <a:cubicBezTo>
                  <a:pt x="8747" y="35369"/>
                  <a:pt x="8711" y="35387"/>
                  <a:pt x="8693" y="35387"/>
                </a:cubicBezTo>
                <a:cubicBezTo>
                  <a:pt x="8657" y="35369"/>
                  <a:pt x="8620" y="35369"/>
                  <a:pt x="8584" y="35387"/>
                </a:cubicBezTo>
                <a:cubicBezTo>
                  <a:pt x="8548" y="35405"/>
                  <a:pt x="8530" y="35423"/>
                  <a:pt x="8512" y="35459"/>
                </a:cubicBezTo>
                <a:cubicBezTo>
                  <a:pt x="8494" y="35514"/>
                  <a:pt x="8457" y="35568"/>
                  <a:pt x="8457" y="35622"/>
                </a:cubicBezTo>
                <a:cubicBezTo>
                  <a:pt x="8439" y="35677"/>
                  <a:pt x="8421" y="35749"/>
                  <a:pt x="8421" y="35803"/>
                </a:cubicBezTo>
                <a:cubicBezTo>
                  <a:pt x="8439" y="35840"/>
                  <a:pt x="8439" y="35876"/>
                  <a:pt x="8439" y="35894"/>
                </a:cubicBezTo>
                <a:cubicBezTo>
                  <a:pt x="8367" y="35948"/>
                  <a:pt x="8313" y="36021"/>
                  <a:pt x="8313" y="36111"/>
                </a:cubicBezTo>
                <a:cubicBezTo>
                  <a:pt x="8313" y="36202"/>
                  <a:pt x="8331" y="36292"/>
                  <a:pt x="8403" y="36365"/>
                </a:cubicBezTo>
                <a:lnTo>
                  <a:pt x="8258" y="36401"/>
                </a:lnTo>
                <a:lnTo>
                  <a:pt x="8131" y="36419"/>
                </a:lnTo>
                <a:lnTo>
                  <a:pt x="8077" y="36437"/>
                </a:lnTo>
                <a:lnTo>
                  <a:pt x="8059" y="36437"/>
                </a:lnTo>
                <a:cubicBezTo>
                  <a:pt x="7950" y="36419"/>
                  <a:pt x="7860" y="36528"/>
                  <a:pt x="7769" y="36582"/>
                </a:cubicBezTo>
                <a:lnTo>
                  <a:pt x="7751" y="36582"/>
                </a:lnTo>
                <a:lnTo>
                  <a:pt x="7751" y="36582"/>
                </a:lnTo>
                <a:lnTo>
                  <a:pt x="7733" y="36582"/>
                </a:lnTo>
                <a:lnTo>
                  <a:pt x="7697" y="36582"/>
                </a:lnTo>
                <a:lnTo>
                  <a:pt x="7697" y="36582"/>
                </a:lnTo>
                <a:cubicBezTo>
                  <a:pt x="7679" y="36582"/>
                  <a:pt x="7661" y="36564"/>
                  <a:pt x="7661" y="36546"/>
                </a:cubicBezTo>
                <a:cubicBezTo>
                  <a:pt x="7606" y="36473"/>
                  <a:pt x="7624" y="36383"/>
                  <a:pt x="7624" y="36292"/>
                </a:cubicBezTo>
                <a:cubicBezTo>
                  <a:pt x="7606" y="36274"/>
                  <a:pt x="7606" y="36238"/>
                  <a:pt x="7588" y="36220"/>
                </a:cubicBezTo>
                <a:cubicBezTo>
                  <a:pt x="7588" y="36202"/>
                  <a:pt x="7570" y="36165"/>
                  <a:pt x="7552" y="36147"/>
                </a:cubicBezTo>
                <a:cubicBezTo>
                  <a:pt x="7534" y="36111"/>
                  <a:pt x="7588" y="36057"/>
                  <a:pt x="7606" y="36021"/>
                </a:cubicBezTo>
                <a:cubicBezTo>
                  <a:pt x="7624" y="35984"/>
                  <a:pt x="7606" y="35930"/>
                  <a:pt x="7552" y="35930"/>
                </a:cubicBezTo>
                <a:lnTo>
                  <a:pt x="7516" y="35930"/>
                </a:lnTo>
                <a:lnTo>
                  <a:pt x="7498" y="35912"/>
                </a:lnTo>
                <a:cubicBezTo>
                  <a:pt x="7461" y="35894"/>
                  <a:pt x="7443" y="35894"/>
                  <a:pt x="7425" y="35876"/>
                </a:cubicBezTo>
                <a:cubicBezTo>
                  <a:pt x="7371" y="35821"/>
                  <a:pt x="7335" y="35767"/>
                  <a:pt x="7298" y="35713"/>
                </a:cubicBezTo>
                <a:cubicBezTo>
                  <a:pt x="7226" y="35658"/>
                  <a:pt x="7172" y="35622"/>
                  <a:pt x="7099" y="35604"/>
                </a:cubicBezTo>
                <a:cubicBezTo>
                  <a:pt x="7063" y="35604"/>
                  <a:pt x="7045" y="35586"/>
                  <a:pt x="7027" y="35550"/>
                </a:cubicBezTo>
                <a:cubicBezTo>
                  <a:pt x="7009" y="35514"/>
                  <a:pt x="7009" y="35477"/>
                  <a:pt x="7027" y="35441"/>
                </a:cubicBezTo>
                <a:cubicBezTo>
                  <a:pt x="7045" y="35351"/>
                  <a:pt x="7009" y="35278"/>
                  <a:pt x="6954" y="35206"/>
                </a:cubicBezTo>
                <a:lnTo>
                  <a:pt x="6882" y="35151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097"/>
                </a:lnTo>
                <a:lnTo>
                  <a:pt x="6846" y="35079"/>
                </a:lnTo>
                <a:cubicBezTo>
                  <a:pt x="6846" y="35061"/>
                  <a:pt x="6864" y="35043"/>
                  <a:pt x="6882" y="35025"/>
                </a:cubicBezTo>
                <a:cubicBezTo>
                  <a:pt x="6954" y="34898"/>
                  <a:pt x="6918" y="34735"/>
                  <a:pt x="6791" y="34662"/>
                </a:cubicBezTo>
                <a:cubicBezTo>
                  <a:pt x="6646" y="34572"/>
                  <a:pt x="6429" y="34626"/>
                  <a:pt x="6357" y="34789"/>
                </a:cubicBezTo>
                <a:cubicBezTo>
                  <a:pt x="6321" y="34862"/>
                  <a:pt x="6302" y="34952"/>
                  <a:pt x="6321" y="35043"/>
                </a:cubicBezTo>
                <a:cubicBezTo>
                  <a:pt x="6339" y="35115"/>
                  <a:pt x="6375" y="35224"/>
                  <a:pt x="6339" y="35278"/>
                </a:cubicBezTo>
                <a:cubicBezTo>
                  <a:pt x="6321" y="35314"/>
                  <a:pt x="6284" y="35314"/>
                  <a:pt x="6248" y="35332"/>
                </a:cubicBezTo>
                <a:cubicBezTo>
                  <a:pt x="6212" y="35351"/>
                  <a:pt x="6176" y="35405"/>
                  <a:pt x="6176" y="35441"/>
                </a:cubicBezTo>
                <a:cubicBezTo>
                  <a:pt x="6158" y="35532"/>
                  <a:pt x="6158" y="35622"/>
                  <a:pt x="6176" y="35731"/>
                </a:cubicBezTo>
                <a:cubicBezTo>
                  <a:pt x="6194" y="35785"/>
                  <a:pt x="6176" y="35858"/>
                  <a:pt x="6121" y="35912"/>
                </a:cubicBezTo>
                <a:cubicBezTo>
                  <a:pt x="6067" y="35948"/>
                  <a:pt x="6013" y="35966"/>
                  <a:pt x="5958" y="36021"/>
                </a:cubicBezTo>
                <a:cubicBezTo>
                  <a:pt x="5904" y="36039"/>
                  <a:pt x="5868" y="36093"/>
                  <a:pt x="5832" y="36165"/>
                </a:cubicBezTo>
                <a:cubicBezTo>
                  <a:pt x="5813" y="36256"/>
                  <a:pt x="5832" y="36347"/>
                  <a:pt x="5886" y="36419"/>
                </a:cubicBezTo>
                <a:cubicBezTo>
                  <a:pt x="5922" y="36455"/>
                  <a:pt x="5940" y="36491"/>
                  <a:pt x="5958" y="36528"/>
                </a:cubicBezTo>
                <a:cubicBezTo>
                  <a:pt x="5976" y="36564"/>
                  <a:pt x="5958" y="36600"/>
                  <a:pt x="5940" y="36636"/>
                </a:cubicBezTo>
                <a:cubicBezTo>
                  <a:pt x="5904" y="36654"/>
                  <a:pt x="5886" y="36691"/>
                  <a:pt x="5868" y="36727"/>
                </a:cubicBezTo>
                <a:cubicBezTo>
                  <a:pt x="5832" y="36709"/>
                  <a:pt x="5777" y="36709"/>
                  <a:pt x="5723" y="36745"/>
                </a:cubicBezTo>
                <a:cubicBezTo>
                  <a:pt x="5632" y="36799"/>
                  <a:pt x="5650" y="36890"/>
                  <a:pt x="5687" y="36980"/>
                </a:cubicBezTo>
                <a:cubicBezTo>
                  <a:pt x="5687" y="36999"/>
                  <a:pt x="5705" y="37017"/>
                  <a:pt x="5705" y="37035"/>
                </a:cubicBezTo>
                <a:cubicBezTo>
                  <a:pt x="5705" y="37053"/>
                  <a:pt x="5705" y="37053"/>
                  <a:pt x="5705" y="37053"/>
                </a:cubicBezTo>
                <a:cubicBezTo>
                  <a:pt x="5687" y="37071"/>
                  <a:pt x="5669" y="37089"/>
                  <a:pt x="5650" y="37107"/>
                </a:cubicBezTo>
                <a:cubicBezTo>
                  <a:pt x="5632" y="37125"/>
                  <a:pt x="5632" y="37162"/>
                  <a:pt x="5632" y="37198"/>
                </a:cubicBezTo>
                <a:cubicBezTo>
                  <a:pt x="5632" y="37252"/>
                  <a:pt x="5687" y="37288"/>
                  <a:pt x="5723" y="37306"/>
                </a:cubicBezTo>
                <a:cubicBezTo>
                  <a:pt x="5759" y="37325"/>
                  <a:pt x="5832" y="37325"/>
                  <a:pt x="5850" y="37361"/>
                </a:cubicBezTo>
                <a:cubicBezTo>
                  <a:pt x="5850" y="37397"/>
                  <a:pt x="5832" y="37433"/>
                  <a:pt x="5795" y="37451"/>
                </a:cubicBezTo>
                <a:cubicBezTo>
                  <a:pt x="5741" y="37469"/>
                  <a:pt x="5687" y="37487"/>
                  <a:pt x="5632" y="37487"/>
                </a:cubicBezTo>
                <a:cubicBezTo>
                  <a:pt x="5614" y="37487"/>
                  <a:pt x="5596" y="37487"/>
                  <a:pt x="5578" y="37506"/>
                </a:cubicBezTo>
                <a:cubicBezTo>
                  <a:pt x="5560" y="37596"/>
                  <a:pt x="5578" y="37705"/>
                  <a:pt x="5650" y="37759"/>
                </a:cubicBezTo>
                <a:cubicBezTo>
                  <a:pt x="5687" y="37795"/>
                  <a:pt x="5705" y="37832"/>
                  <a:pt x="5741" y="37868"/>
                </a:cubicBezTo>
                <a:cubicBezTo>
                  <a:pt x="5759" y="37904"/>
                  <a:pt x="5741" y="37940"/>
                  <a:pt x="5705" y="37958"/>
                </a:cubicBezTo>
                <a:cubicBezTo>
                  <a:pt x="5669" y="37995"/>
                  <a:pt x="5650" y="38049"/>
                  <a:pt x="5650" y="38085"/>
                </a:cubicBezTo>
                <a:cubicBezTo>
                  <a:pt x="5650" y="38121"/>
                  <a:pt x="5687" y="38176"/>
                  <a:pt x="5650" y="38212"/>
                </a:cubicBezTo>
                <a:cubicBezTo>
                  <a:pt x="5614" y="38284"/>
                  <a:pt x="5487" y="38266"/>
                  <a:pt x="5415" y="38248"/>
                </a:cubicBezTo>
                <a:cubicBezTo>
                  <a:pt x="5379" y="38230"/>
                  <a:pt x="5343" y="38266"/>
                  <a:pt x="5343" y="38302"/>
                </a:cubicBezTo>
                <a:cubicBezTo>
                  <a:pt x="5324" y="38502"/>
                  <a:pt x="5506" y="38646"/>
                  <a:pt x="5596" y="38809"/>
                </a:cubicBezTo>
                <a:cubicBezTo>
                  <a:pt x="5614" y="38846"/>
                  <a:pt x="5632" y="38900"/>
                  <a:pt x="5650" y="38936"/>
                </a:cubicBezTo>
                <a:cubicBezTo>
                  <a:pt x="5614" y="38936"/>
                  <a:pt x="5596" y="38936"/>
                  <a:pt x="5578" y="38918"/>
                </a:cubicBezTo>
                <a:cubicBezTo>
                  <a:pt x="5542" y="38882"/>
                  <a:pt x="5506" y="38864"/>
                  <a:pt x="5469" y="38828"/>
                </a:cubicBezTo>
                <a:cubicBezTo>
                  <a:pt x="5415" y="38809"/>
                  <a:pt x="5361" y="38828"/>
                  <a:pt x="5306" y="38864"/>
                </a:cubicBezTo>
                <a:cubicBezTo>
                  <a:pt x="5252" y="38809"/>
                  <a:pt x="5162" y="38791"/>
                  <a:pt x="5107" y="38846"/>
                </a:cubicBezTo>
                <a:cubicBezTo>
                  <a:pt x="5035" y="38882"/>
                  <a:pt x="4999" y="38991"/>
                  <a:pt x="5035" y="39063"/>
                </a:cubicBezTo>
                <a:cubicBezTo>
                  <a:pt x="4944" y="39099"/>
                  <a:pt x="4854" y="39099"/>
                  <a:pt x="4763" y="39063"/>
                </a:cubicBezTo>
                <a:cubicBezTo>
                  <a:pt x="4745" y="39063"/>
                  <a:pt x="4709" y="39063"/>
                  <a:pt x="4709" y="39081"/>
                </a:cubicBezTo>
                <a:cubicBezTo>
                  <a:pt x="4654" y="39172"/>
                  <a:pt x="4654" y="39244"/>
                  <a:pt x="4654" y="39335"/>
                </a:cubicBezTo>
                <a:cubicBezTo>
                  <a:pt x="4636" y="39353"/>
                  <a:pt x="4600" y="39353"/>
                  <a:pt x="4582" y="39335"/>
                </a:cubicBezTo>
                <a:cubicBezTo>
                  <a:pt x="4564" y="39298"/>
                  <a:pt x="4528" y="39317"/>
                  <a:pt x="4510" y="39335"/>
                </a:cubicBezTo>
                <a:cubicBezTo>
                  <a:pt x="4455" y="39407"/>
                  <a:pt x="4365" y="39443"/>
                  <a:pt x="4347" y="39534"/>
                </a:cubicBezTo>
                <a:cubicBezTo>
                  <a:pt x="4328" y="39588"/>
                  <a:pt x="4328" y="39624"/>
                  <a:pt x="4347" y="39661"/>
                </a:cubicBezTo>
                <a:cubicBezTo>
                  <a:pt x="4310" y="39643"/>
                  <a:pt x="4274" y="39624"/>
                  <a:pt x="4256" y="39624"/>
                </a:cubicBezTo>
                <a:cubicBezTo>
                  <a:pt x="4184" y="39606"/>
                  <a:pt x="4129" y="39643"/>
                  <a:pt x="4093" y="39697"/>
                </a:cubicBezTo>
                <a:cubicBezTo>
                  <a:pt x="4021" y="39806"/>
                  <a:pt x="4039" y="39950"/>
                  <a:pt x="4147" y="40041"/>
                </a:cubicBezTo>
                <a:cubicBezTo>
                  <a:pt x="4111" y="40077"/>
                  <a:pt x="4075" y="40113"/>
                  <a:pt x="4021" y="40150"/>
                </a:cubicBezTo>
                <a:lnTo>
                  <a:pt x="3948" y="40222"/>
                </a:lnTo>
                <a:lnTo>
                  <a:pt x="3894" y="40258"/>
                </a:lnTo>
                <a:cubicBezTo>
                  <a:pt x="3894" y="40222"/>
                  <a:pt x="3858" y="40204"/>
                  <a:pt x="3821" y="40222"/>
                </a:cubicBezTo>
                <a:cubicBezTo>
                  <a:pt x="3785" y="40258"/>
                  <a:pt x="3785" y="40294"/>
                  <a:pt x="3803" y="40331"/>
                </a:cubicBezTo>
                <a:cubicBezTo>
                  <a:pt x="3803" y="40367"/>
                  <a:pt x="3803" y="40403"/>
                  <a:pt x="3785" y="40439"/>
                </a:cubicBezTo>
                <a:lnTo>
                  <a:pt x="3767" y="40439"/>
                </a:lnTo>
                <a:cubicBezTo>
                  <a:pt x="3749" y="40421"/>
                  <a:pt x="3713" y="40421"/>
                  <a:pt x="3695" y="40439"/>
                </a:cubicBezTo>
                <a:cubicBezTo>
                  <a:pt x="3677" y="40457"/>
                  <a:pt x="3677" y="40476"/>
                  <a:pt x="3695" y="40494"/>
                </a:cubicBezTo>
                <a:cubicBezTo>
                  <a:pt x="3713" y="40494"/>
                  <a:pt x="3713" y="40512"/>
                  <a:pt x="3713" y="40512"/>
                </a:cubicBezTo>
                <a:cubicBezTo>
                  <a:pt x="3749" y="40584"/>
                  <a:pt x="3677" y="40657"/>
                  <a:pt x="3604" y="40620"/>
                </a:cubicBezTo>
                <a:cubicBezTo>
                  <a:pt x="3495" y="40584"/>
                  <a:pt x="3532" y="40439"/>
                  <a:pt x="3622" y="40421"/>
                </a:cubicBezTo>
                <a:cubicBezTo>
                  <a:pt x="3658" y="40421"/>
                  <a:pt x="3677" y="40367"/>
                  <a:pt x="3658" y="40331"/>
                </a:cubicBezTo>
                <a:lnTo>
                  <a:pt x="3532" y="40204"/>
                </a:lnTo>
                <a:cubicBezTo>
                  <a:pt x="3568" y="40186"/>
                  <a:pt x="3586" y="40131"/>
                  <a:pt x="3586" y="40095"/>
                </a:cubicBezTo>
                <a:cubicBezTo>
                  <a:pt x="3586" y="40059"/>
                  <a:pt x="3568" y="40041"/>
                  <a:pt x="3550" y="40041"/>
                </a:cubicBezTo>
                <a:cubicBezTo>
                  <a:pt x="3495" y="40041"/>
                  <a:pt x="3441" y="40041"/>
                  <a:pt x="3387" y="40059"/>
                </a:cubicBezTo>
                <a:cubicBezTo>
                  <a:pt x="3441" y="39878"/>
                  <a:pt x="3459" y="39697"/>
                  <a:pt x="3441" y="39516"/>
                </a:cubicBezTo>
                <a:cubicBezTo>
                  <a:pt x="3441" y="39498"/>
                  <a:pt x="3423" y="39480"/>
                  <a:pt x="3405" y="39480"/>
                </a:cubicBezTo>
                <a:lnTo>
                  <a:pt x="3405" y="39480"/>
                </a:lnTo>
                <a:cubicBezTo>
                  <a:pt x="3387" y="39389"/>
                  <a:pt x="3278" y="39335"/>
                  <a:pt x="3206" y="39317"/>
                </a:cubicBezTo>
                <a:cubicBezTo>
                  <a:pt x="3115" y="39280"/>
                  <a:pt x="3006" y="39298"/>
                  <a:pt x="2916" y="39353"/>
                </a:cubicBezTo>
                <a:cubicBezTo>
                  <a:pt x="2880" y="39389"/>
                  <a:pt x="2862" y="39443"/>
                  <a:pt x="2843" y="39498"/>
                </a:cubicBezTo>
                <a:cubicBezTo>
                  <a:pt x="2807" y="39498"/>
                  <a:pt x="2789" y="39516"/>
                  <a:pt x="2753" y="39552"/>
                </a:cubicBezTo>
                <a:cubicBezTo>
                  <a:pt x="2699" y="39606"/>
                  <a:pt x="2681" y="39697"/>
                  <a:pt x="2717" y="39769"/>
                </a:cubicBezTo>
                <a:cubicBezTo>
                  <a:pt x="2735" y="39842"/>
                  <a:pt x="2771" y="39932"/>
                  <a:pt x="2717" y="40005"/>
                </a:cubicBezTo>
                <a:cubicBezTo>
                  <a:pt x="2662" y="40077"/>
                  <a:pt x="2572" y="40059"/>
                  <a:pt x="2518" y="40113"/>
                </a:cubicBezTo>
                <a:cubicBezTo>
                  <a:pt x="2463" y="40186"/>
                  <a:pt x="2445" y="40276"/>
                  <a:pt x="2463" y="40367"/>
                </a:cubicBezTo>
                <a:cubicBezTo>
                  <a:pt x="2463" y="40457"/>
                  <a:pt x="2499" y="40530"/>
                  <a:pt x="2518" y="40620"/>
                </a:cubicBezTo>
                <a:cubicBezTo>
                  <a:pt x="2518" y="40675"/>
                  <a:pt x="2499" y="40747"/>
                  <a:pt x="2481" y="40802"/>
                </a:cubicBezTo>
                <a:cubicBezTo>
                  <a:pt x="2445" y="40856"/>
                  <a:pt x="2391" y="40874"/>
                  <a:pt x="2336" y="40874"/>
                </a:cubicBezTo>
                <a:cubicBezTo>
                  <a:pt x="2246" y="40874"/>
                  <a:pt x="2155" y="40928"/>
                  <a:pt x="2155" y="41037"/>
                </a:cubicBezTo>
                <a:cubicBezTo>
                  <a:pt x="2155" y="41109"/>
                  <a:pt x="2173" y="41182"/>
                  <a:pt x="2228" y="41236"/>
                </a:cubicBezTo>
                <a:lnTo>
                  <a:pt x="2282" y="41399"/>
                </a:lnTo>
                <a:cubicBezTo>
                  <a:pt x="2264" y="41381"/>
                  <a:pt x="2246" y="41363"/>
                  <a:pt x="2228" y="41345"/>
                </a:cubicBezTo>
                <a:cubicBezTo>
                  <a:pt x="2192" y="41309"/>
                  <a:pt x="2155" y="41290"/>
                  <a:pt x="2101" y="41272"/>
                </a:cubicBezTo>
                <a:cubicBezTo>
                  <a:pt x="2047" y="41272"/>
                  <a:pt x="2010" y="41309"/>
                  <a:pt x="1974" y="41363"/>
                </a:cubicBezTo>
                <a:cubicBezTo>
                  <a:pt x="1956" y="41399"/>
                  <a:pt x="1938" y="41453"/>
                  <a:pt x="1938" y="41490"/>
                </a:cubicBezTo>
                <a:lnTo>
                  <a:pt x="1847" y="41508"/>
                </a:lnTo>
                <a:lnTo>
                  <a:pt x="1793" y="41508"/>
                </a:lnTo>
                <a:lnTo>
                  <a:pt x="1811" y="41290"/>
                </a:lnTo>
                <a:lnTo>
                  <a:pt x="1811" y="41254"/>
                </a:lnTo>
                <a:cubicBezTo>
                  <a:pt x="1811" y="41182"/>
                  <a:pt x="1739" y="41182"/>
                  <a:pt x="1703" y="41200"/>
                </a:cubicBezTo>
                <a:cubicBezTo>
                  <a:pt x="1612" y="41272"/>
                  <a:pt x="1503" y="41254"/>
                  <a:pt x="1431" y="41164"/>
                </a:cubicBezTo>
                <a:cubicBezTo>
                  <a:pt x="1395" y="41127"/>
                  <a:pt x="1340" y="41127"/>
                  <a:pt x="1322" y="41182"/>
                </a:cubicBezTo>
                <a:cubicBezTo>
                  <a:pt x="1322" y="41200"/>
                  <a:pt x="1322" y="41218"/>
                  <a:pt x="1322" y="41218"/>
                </a:cubicBezTo>
                <a:cubicBezTo>
                  <a:pt x="1304" y="41309"/>
                  <a:pt x="1304" y="41381"/>
                  <a:pt x="1304" y="41472"/>
                </a:cubicBezTo>
                <a:cubicBezTo>
                  <a:pt x="1232" y="41490"/>
                  <a:pt x="1196" y="41526"/>
                  <a:pt x="1159" y="41598"/>
                </a:cubicBezTo>
                <a:cubicBezTo>
                  <a:pt x="1159" y="41653"/>
                  <a:pt x="1159" y="41707"/>
                  <a:pt x="1159" y="41761"/>
                </a:cubicBezTo>
                <a:lnTo>
                  <a:pt x="1159" y="41816"/>
                </a:lnTo>
                <a:cubicBezTo>
                  <a:pt x="1105" y="41725"/>
                  <a:pt x="996" y="41689"/>
                  <a:pt x="888" y="41689"/>
                </a:cubicBezTo>
                <a:cubicBezTo>
                  <a:pt x="761" y="41689"/>
                  <a:pt x="670" y="41816"/>
                  <a:pt x="688" y="41942"/>
                </a:cubicBezTo>
                <a:cubicBezTo>
                  <a:pt x="634" y="41979"/>
                  <a:pt x="580" y="41997"/>
                  <a:pt x="525" y="41979"/>
                </a:cubicBezTo>
                <a:cubicBezTo>
                  <a:pt x="471" y="41961"/>
                  <a:pt x="417" y="41906"/>
                  <a:pt x="362" y="41888"/>
                </a:cubicBezTo>
                <a:cubicBezTo>
                  <a:pt x="272" y="41888"/>
                  <a:pt x="200" y="41942"/>
                  <a:pt x="181" y="42015"/>
                </a:cubicBezTo>
                <a:cubicBezTo>
                  <a:pt x="163" y="42087"/>
                  <a:pt x="163" y="42160"/>
                  <a:pt x="200" y="42232"/>
                </a:cubicBezTo>
                <a:cubicBezTo>
                  <a:pt x="218" y="42305"/>
                  <a:pt x="272" y="42359"/>
                  <a:pt x="290" y="42431"/>
                </a:cubicBezTo>
                <a:cubicBezTo>
                  <a:pt x="308" y="42486"/>
                  <a:pt x="290" y="42540"/>
                  <a:pt x="272" y="42576"/>
                </a:cubicBezTo>
                <a:cubicBezTo>
                  <a:pt x="254" y="42594"/>
                  <a:pt x="236" y="42594"/>
                  <a:pt x="218" y="42594"/>
                </a:cubicBezTo>
                <a:cubicBezTo>
                  <a:pt x="181" y="42576"/>
                  <a:pt x="145" y="42576"/>
                  <a:pt x="109" y="42576"/>
                </a:cubicBezTo>
                <a:cubicBezTo>
                  <a:pt x="18" y="42594"/>
                  <a:pt x="0" y="42667"/>
                  <a:pt x="0" y="42739"/>
                </a:cubicBezTo>
                <a:cubicBezTo>
                  <a:pt x="0" y="42757"/>
                  <a:pt x="0" y="42775"/>
                  <a:pt x="0" y="42794"/>
                </a:cubicBezTo>
                <a:lnTo>
                  <a:pt x="53423" y="42794"/>
                </a:lnTo>
                <a:lnTo>
                  <a:pt x="53423" y="18617"/>
                </a:lnTo>
                <a:close/>
                <a:moveTo>
                  <a:pt x="8657" y="35025"/>
                </a:moveTo>
                <a:lnTo>
                  <a:pt x="8657" y="35025"/>
                </a:lnTo>
                <a:close/>
                <a:moveTo>
                  <a:pt x="5976" y="36799"/>
                </a:moveTo>
                <a:close/>
                <a:moveTo>
                  <a:pt x="8602" y="35550"/>
                </a:moveTo>
                <a:close/>
                <a:moveTo>
                  <a:pt x="8765" y="34952"/>
                </a:moveTo>
                <a:lnTo>
                  <a:pt x="8765" y="34952"/>
                </a:lnTo>
                <a:close/>
                <a:moveTo>
                  <a:pt x="13003" y="33340"/>
                </a:moveTo>
                <a:lnTo>
                  <a:pt x="13003" y="33340"/>
                </a:lnTo>
                <a:cubicBezTo>
                  <a:pt x="12985" y="33359"/>
                  <a:pt x="12967" y="33377"/>
                  <a:pt x="12930" y="33395"/>
                </a:cubicBezTo>
                <a:lnTo>
                  <a:pt x="12912" y="33413"/>
                </a:lnTo>
                <a:cubicBezTo>
                  <a:pt x="12930" y="33322"/>
                  <a:pt x="12949" y="33232"/>
                  <a:pt x="12967" y="33141"/>
                </a:cubicBezTo>
                <a:cubicBezTo>
                  <a:pt x="12967" y="33159"/>
                  <a:pt x="12967" y="33196"/>
                  <a:pt x="12985" y="33214"/>
                </a:cubicBezTo>
                <a:cubicBezTo>
                  <a:pt x="13003" y="33250"/>
                  <a:pt x="13003" y="33286"/>
                  <a:pt x="13003" y="33340"/>
                </a:cubicBezTo>
                <a:close/>
                <a:moveTo>
                  <a:pt x="13981" y="32870"/>
                </a:moveTo>
                <a:close/>
                <a:moveTo>
                  <a:pt x="16860" y="29320"/>
                </a:moveTo>
                <a:lnTo>
                  <a:pt x="16860" y="29320"/>
                </a:lnTo>
                <a:close/>
                <a:moveTo>
                  <a:pt x="17639" y="28415"/>
                </a:moveTo>
                <a:lnTo>
                  <a:pt x="17639" y="28415"/>
                </a:lnTo>
                <a:close/>
                <a:moveTo>
                  <a:pt x="28432" y="15738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33344" y="1185812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2"/>
          <p:cNvGrpSpPr/>
          <p:nvPr/>
        </p:nvGrpSpPr>
        <p:grpSpPr>
          <a:xfrm>
            <a:off x="815346" y="1116263"/>
            <a:ext cx="7361472" cy="912862"/>
            <a:chOff x="815346" y="1116263"/>
            <a:chExt cx="7361472" cy="912862"/>
          </a:xfrm>
        </p:grpSpPr>
        <p:sp>
          <p:nvSpPr>
            <p:cNvPr id="38" name="Google Shape;38;p2"/>
            <p:cNvSpPr/>
            <p:nvPr/>
          </p:nvSpPr>
          <p:spPr>
            <a:xfrm>
              <a:off x="7583337" y="1543184"/>
              <a:ext cx="158685" cy="59392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257038" y="1722802"/>
              <a:ext cx="150245" cy="79496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979306" y="1116263"/>
              <a:ext cx="197513" cy="118170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15346" y="1598290"/>
              <a:ext cx="189072" cy="82566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861803" y="1967584"/>
              <a:ext cx="97452" cy="61540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662171" y="669865"/>
            <a:ext cx="189072" cy="82566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053800" y="410558"/>
            <a:ext cx="158532" cy="76887"/>
          </a:xfrm>
          <a:custGeom>
            <a:rect b="b" l="l" r="r" t="t"/>
            <a:pathLst>
              <a:path extrusionOk="0" h="501" w="1033">
                <a:moveTo>
                  <a:pt x="948" y="1"/>
                </a:moveTo>
                <a:cubicBezTo>
                  <a:pt x="869" y="1"/>
                  <a:pt x="792" y="38"/>
                  <a:pt x="724" y="105"/>
                </a:cubicBezTo>
                <a:cubicBezTo>
                  <a:pt x="684" y="146"/>
                  <a:pt x="643" y="192"/>
                  <a:pt x="608" y="242"/>
                </a:cubicBezTo>
                <a:lnTo>
                  <a:pt x="608" y="242"/>
                </a:lnTo>
                <a:cubicBezTo>
                  <a:pt x="516" y="170"/>
                  <a:pt x="401" y="133"/>
                  <a:pt x="285" y="133"/>
                </a:cubicBezTo>
                <a:cubicBezTo>
                  <a:pt x="188" y="133"/>
                  <a:pt x="89" y="159"/>
                  <a:pt x="0" y="214"/>
                </a:cubicBezTo>
                <a:cubicBezTo>
                  <a:pt x="217" y="214"/>
                  <a:pt x="417" y="322"/>
                  <a:pt x="561" y="467"/>
                </a:cubicBezTo>
                <a:cubicBezTo>
                  <a:pt x="580" y="485"/>
                  <a:pt x="580" y="485"/>
                  <a:pt x="598" y="485"/>
                </a:cubicBezTo>
                <a:cubicBezTo>
                  <a:pt x="614" y="496"/>
                  <a:pt x="629" y="500"/>
                  <a:pt x="644" y="500"/>
                </a:cubicBezTo>
                <a:cubicBezTo>
                  <a:pt x="681" y="500"/>
                  <a:pt x="712" y="475"/>
                  <a:pt x="724" y="449"/>
                </a:cubicBezTo>
                <a:cubicBezTo>
                  <a:pt x="761" y="359"/>
                  <a:pt x="797" y="268"/>
                  <a:pt x="833" y="196"/>
                </a:cubicBezTo>
                <a:cubicBezTo>
                  <a:pt x="887" y="105"/>
                  <a:pt x="960" y="51"/>
                  <a:pt x="1032" y="15"/>
                </a:cubicBezTo>
                <a:cubicBezTo>
                  <a:pt x="1004" y="5"/>
                  <a:pt x="976" y="1"/>
                  <a:pt x="9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>
            <p:ph type="ctrTitle"/>
          </p:nvPr>
        </p:nvSpPr>
        <p:spPr>
          <a:xfrm>
            <a:off x="2190675" y="1101238"/>
            <a:ext cx="4762500" cy="17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2"/>
          <p:cNvSpPr txBox="1"/>
          <p:nvPr>
            <p:ph idx="1" type="subTitle"/>
          </p:nvPr>
        </p:nvSpPr>
        <p:spPr>
          <a:xfrm>
            <a:off x="3010975" y="2797513"/>
            <a:ext cx="31218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42521" y="1440026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310973" y="1653334"/>
            <a:ext cx="4971460" cy="3490166"/>
          </a:xfrm>
          <a:custGeom>
            <a:rect b="b" l="l" r="r" t="t"/>
            <a:pathLst>
              <a:path extrusionOk="0" h="38918" w="55434">
                <a:moveTo>
                  <a:pt x="24394" y="5651"/>
                </a:moveTo>
                <a:cubicBezTo>
                  <a:pt x="24467" y="5651"/>
                  <a:pt x="24539" y="5705"/>
                  <a:pt x="24593" y="5777"/>
                </a:cubicBezTo>
                <a:cubicBezTo>
                  <a:pt x="24648" y="5868"/>
                  <a:pt x="24666" y="5959"/>
                  <a:pt x="24666" y="6067"/>
                </a:cubicBezTo>
                <a:lnTo>
                  <a:pt x="24666" y="6610"/>
                </a:lnTo>
                <a:lnTo>
                  <a:pt x="24104" y="6610"/>
                </a:lnTo>
                <a:lnTo>
                  <a:pt x="24104" y="6067"/>
                </a:lnTo>
                <a:cubicBezTo>
                  <a:pt x="24104" y="5850"/>
                  <a:pt x="24231" y="5651"/>
                  <a:pt x="24394" y="5651"/>
                </a:cubicBezTo>
                <a:close/>
                <a:moveTo>
                  <a:pt x="20645" y="17820"/>
                </a:moveTo>
                <a:cubicBezTo>
                  <a:pt x="20700" y="17820"/>
                  <a:pt x="20754" y="17856"/>
                  <a:pt x="20790" y="17911"/>
                </a:cubicBezTo>
                <a:cubicBezTo>
                  <a:pt x="20827" y="17965"/>
                  <a:pt x="20845" y="18038"/>
                  <a:pt x="20845" y="18110"/>
                </a:cubicBezTo>
                <a:lnTo>
                  <a:pt x="20845" y="18508"/>
                </a:lnTo>
                <a:lnTo>
                  <a:pt x="20428" y="18508"/>
                </a:lnTo>
                <a:lnTo>
                  <a:pt x="20428" y="18110"/>
                </a:lnTo>
                <a:cubicBezTo>
                  <a:pt x="20428" y="17947"/>
                  <a:pt x="20519" y="17820"/>
                  <a:pt x="20645" y="17820"/>
                </a:cubicBezTo>
                <a:close/>
                <a:moveTo>
                  <a:pt x="20645" y="19160"/>
                </a:moveTo>
                <a:cubicBezTo>
                  <a:pt x="20700" y="19160"/>
                  <a:pt x="20754" y="19197"/>
                  <a:pt x="20790" y="19251"/>
                </a:cubicBezTo>
                <a:cubicBezTo>
                  <a:pt x="20827" y="19323"/>
                  <a:pt x="20845" y="19396"/>
                  <a:pt x="20845" y="19468"/>
                </a:cubicBezTo>
                <a:lnTo>
                  <a:pt x="20845" y="19849"/>
                </a:lnTo>
                <a:lnTo>
                  <a:pt x="20428" y="19849"/>
                </a:lnTo>
                <a:lnTo>
                  <a:pt x="20428" y="19468"/>
                </a:lnTo>
                <a:cubicBezTo>
                  <a:pt x="20428" y="19305"/>
                  <a:pt x="20519" y="19160"/>
                  <a:pt x="20645" y="19160"/>
                </a:cubicBezTo>
                <a:close/>
                <a:moveTo>
                  <a:pt x="16752" y="20555"/>
                </a:moveTo>
                <a:cubicBezTo>
                  <a:pt x="17005" y="20591"/>
                  <a:pt x="17241" y="20754"/>
                  <a:pt x="17368" y="20971"/>
                </a:cubicBezTo>
                <a:lnTo>
                  <a:pt x="16752" y="20971"/>
                </a:lnTo>
                <a:lnTo>
                  <a:pt x="16752" y="20555"/>
                </a:lnTo>
                <a:close/>
                <a:moveTo>
                  <a:pt x="16571" y="20555"/>
                </a:moveTo>
                <a:lnTo>
                  <a:pt x="16571" y="20989"/>
                </a:lnTo>
                <a:lnTo>
                  <a:pt x="15901" y="20989"/>
                </a:lnTo>
                <a:cubicBezTo>
                  <a:pt x="16027" y="20736"/>
                  <a:pt x="16281" y="20573"/>
                  <a:pt x="16571" y="20555"/>
                </a:cubicBezTo>
                <a:close/>
                <a:moveTo>
                  <a:pt x="17422" y="21116"/>
                </a:moveTo>
                <a:cubicBezTo>
                  <a:pt x="17458" y="21207"/>
                  <a:pt x="17476" y="21297"/>
                  <a:pt x="17476" y="21406"/>
                </a:cubicBezTo>
                <a:cubicBezTo>
                  <a:pt x="17476" y="21822"/>
                  <a:pt x="17150" y="22185"/>
                  <a:pt x="16734" y="22239"/>
                </a:cubicBezTo>
                <a:lnTo>
                  <a:pt x="16752" y="21116"/>
                </a:lnTo>
                <a:close/>
                <a:moveTo>
                  <a:pt x="16571" y="21116"/>
                </a:moveTo>
                <a:lnTo>
                  <a:pt x="16571" y="22257"/>
                </a:lnTo>
                <a:cubicBezTo>
                  <a:pt x="16136" y="22221"/>
                  <a:pt x="15792" y="21859"/>
                  <a:pt x="15792" y="21406"/>
                </a:cubicBezTo>
                <a:cubicBezTo>
                  <a:pt x="15792" y="21315"/>
                  <a:pt x="15810" y="21207"/>
                  <a:pt x="15846" y="21116"/>
                </a:cubicBezTo>
                <a:close/>
                <a:moveTo>
                  <a:pt x="17585" y="23307"/>
                </a:moveTo>
                <a:cubicBezTo>
                  <a:pt x="17639" y="23307"/>
                  <a:pt x="17694" y="23344"/>
                  <a:pt x="17730" y="23380"/>
                </a:cubicBezTo>
                <a:cubicBezTo>
                  <a:pt x="17766" y="23452"/>
                  <a:pt x="17784" y="23525"/>
                  <a:pt x="17784" y="23597"/>
                </a:cubicBezTo>
                <a:lnTo>
                  <a:pt x="17784" y="23977"/>
                </a:lnTo>
                <a:lnTo>
                  <a:pt x="17368" y="23977"/>
                </a:lnTo>
                <a:lnTo>
                  <a:pt x="17368" y="23597"/>
                </a:lnTo>
                <a:cubicBezTo>
                  <a:pt x="17368" y="23434"/>
                  <a:pt x="17458" y="23307"/>
                  <a:pt x="17585" y="23307"/>
                </a:cubicBezTo>
                <a:close/>
                <a:moveTo>
                  <a:pt x="18309" y="23307"/>
                </a:moveTo>
                <a:cubicBezTo>
                  <a:pt x="18382" y="23307"/>
                  <a:pt x="18436" y="23344"/>
                  <a:pt x="18472" y="23380"/>
                </a:cubicBezTo>
                <a:cubicBezTo>
                  <a:pt x="18508" y="23452"/>
                  <a:pt x="18527" y="23525"/>
                  <a:pt x="18527" y="23597"/>
                </a:cubicBezTo>
                <a:lnTo>
                  <a:pt x="18527" y="23977"/>
                </a:lnTo>
                <a:lnTo>
                  <a:pt x="18110" y="23977"/>
                </a:lnTo>
                <a:lnTo>
                  <a:pt x="18110" y="23597"/>
                </a:lnTo>
                <a:cubicBezTo>
                  <a:pt x="18110" y="23434"/>
                  <a:pt x="18201" y="23307"/>
                  <a:pt x="18309" y="23307"/>
                </a:cubicBezTo>
                <a:close/>
                <a:moveTo>
                  <a:pt x="14742" y="23307"/>
                </a:moveTo>
                <a:cubicBezTo>
                  <a:pt x="14796" y="23307"/>
                  <a:pt x="14850" y="23344"/>
                  <a:pt x="14887" y="23398"/>
                </a:cubicBezTo>
                <a:cubicBezTo>
                  <a:pt x="14923" y="23452"/>
                  <a:pt x="14941" y="23525"/>
                  <a:pt x="14941" y="23615"/>
                </a:cubicBezTo>
                <a:lnTo>
                  <a:pt x="14941" y="23996"/>
                </a:lnTo>
                <a:lnTo>
                  <a:pt x="14524" y="23996"/>
                </a:lnTo>
                <a:lnTo>
                  <a:pt x="14524" y="23615"/>
                </a:lnTo>
                <a:cubicBezTo>
                  <a:pt x="14524" y="23452"/>
                  <a:pt x="14615" y="23307"/>
                  <a:pt x="14742" y="23307"/>
                </a:cubicBezTo>
                <a:close/>
                <a:moveTo>
                  <a:pt x="15466" y="23307"/>
                </a:moveTo>
                <a:cubicBezTo>
                  <a:pt x="15539" y="23307"/>
                  <a:pt x="15593" y="23344"/>
                  <a:pt x="15629" y="23398"/>
                </a:cubicBezTo>
                <a:cubicBezTo>
                  <a:pt x="15665" y="23452"/>
                  <a:pt x="15683" y="23525"/>
                  <a:pt x="15683" y="23615"/>
                </a:cubicBezTo>
                <a:lnTo>
                  <a:pt x="15683" y="23996"/>
                </a:lnTo>
                <a:lnTo>
                  <a:pt x="15267" y="23996"/>
                </a:lnTo>
                <a:lnTo>
                  <a:pt x="15267" y="23615"/>
                </a:lnTo>
                <a:cubicBezTo>
                  <a:pt x="15267" y="23452"/>
                  <a:pt x="15357" y="23307"/>
                  <a:pt x="15466" y="23307"/>
                </a:cubicBezTo>
                <a:close/>
                <a:moveTo>
                  <a:pt x="16172" y="23307"/>
                </a:moveTo>
                <a:cubicBezTo>
                  <a:pt x="16245" y="23307"/>
                  <a:pt x="16299" y="23344"/>
                  <a:pt x="16335" y="23398"/>
                </a:cubicBezTo>
                <a:cubicBezTo>
                  <a:pt x="16372" y="23452"/>
                  <a:pt x="16390" y="23525"/>
                  <a:pt x="16390" y="23597"/>
                </a:cubicBezTo>
                <a:lnTo>
                  <a:pt x="16390" y="23615"/>
                </a:lnTo>
                <a:lnTo>
                  <a:pt x="16390" y="23996"/>
                </a:lnTo>
                <a:lnTo>
                  <a:pt x="15973" y="23996"/>
                </a:lnTo>
                <a:lnTo>
                  <a:pt x="15973" y="23615"/>
                </a:lnTo>
                <a:cubicBezTo>
                  <a:pt x="15973" y="23452"/>
                  <a:pt x="16064" y="23307"/>
                  <a:pt x="16172" y="23307"/>
                </a:cubicBezTo>
                <a:close/>
                <a:moveTo>
                  <a:pt x="16915" y="23307"/>
                </a:moveTo>
                <a:cubicBezTo>
                  <a:pt x="16969" y="23307"/>
                  <a:pt x="17024" y="23344"/>
                  <a:pt x="17060" y="23398"/>
                </a:cubicBezTo>
                <a:cubicBezTo>
                  <a:pt x="17114" y="23452"/>
                  <a:pt x="17132" y="23525"/>
                  <a:pt x="17132" y="23597"/>
                </a:cubicBezTo>
                <a:lnTo>
                  <a:pt x="17132" y="23996"/>
                </a:lnTo>
                <a:lnTo>
                  <a:pt x="16698" y="23996"/>
                </a:lnTo>
                <a:lnTo>
                  <a:pt x="16698" y="23597"/>
                </a:lnTo>
                <a:cubicBezTo>
                  <a:pt x="16698" y="23434"/>
                  <a:pt x="16806" y="23307"/>
                  <a:pt x="16915" y="23307"/>
                </a:cubicBezTo>
                <a:close/>
                <a:moveTo>
                  <a:pt x="12949" y="25372"/>
                </a:moveTo>
                <a:cubicBezTo>
                  <a:pt x="13021" y="25372"/>
                  <a:pt x="13076" y="25408"/>
                  <a:pt x="13112" y="25462"/>
                </a:cubicBezTo>
                <a:cubicBezTo>
                  <a:pt x="13148" y="25535"/>
                  <a:pt x="13166" y="25607"/>
                  <a:pt x="13166" y="25680"/>
                </a:cubicBezTo>
                <a:lnTo>
                  <a:pt x="13166" y="26060"/>
                </a:lnTo>
                <a:lnTo>
                  <a:pt x="12750" y="26060"/>
                </a:lnTo>
                <a:lnTo>
                  <a:pt x="12750" y="25680"/>
                </a:lnTo>
                <a:cubicBezTo>
                  <a:pt x="12750" y="25517"/>
                  <a:pt x="12840" y="25372"/>
                  <a:pt x="12949" y="25372"/>
                </a:cubicBezTo>
                <a:close/>
                <a:moveTo>
                  <a:pt x="13691" y="25372"/>
                </a:moveTo>
                <a:cubicBezTo>
                  <a:pt x="13746" y="25372"/>
                  <a:pt x="13800" y="25408"/>
                  <a:pt x="13836" y="25462"/>
                </a:cubicBezTo>
                <a:cubicBezTo>
                  <a:pt x="13872" y="25535"/>
                  <a:pt x="13909" y="25607"/>
                  <a:pt x="13909" y="25680"/>
                </a:cubicBezTo>
                <a:lnTo>
                  <a:pt x="13909" y="26060"/>
                </a:lnTo>
                <a:lnTo>
                  <a:pt x="13474" y="26060"/>
                </a:lnTo>
                <a:lnTo>
                  <a:pt x="13474" y="25680"/>
                </a:lnTo>
                <a:cubicBezTo>
                  <a:pt x="13474" y="25517"/>
                  <a:pt x="13583" y="25372"/>
                  <a:pt x="13691" y="25372"/>
                </a:cubicBezTo>
                <a:close/>
                <a:moveTo>
                  <a:pt x="14380" y="25390"/>
                </a:moveTo>
                <a:cubicBezTo>
                  <a:pt x="14434" y="25390"/>
                  <a:pt x="14488" y="25426"/>
                  <a:pt x="14524" y="25481"/>
                </a:cubicBezTo>
                <a:cubicBezTo>
                  <a:pt x="14579" y="25535"/>
                  <a:pt x="14597" y="25607"/>
                  <a:pt x="14597" y="25680"/>
                </a:cubicBezTo>
                <a:lnTo>
                  <a:pt x="14597" y="26060"/>
                </a:lnTo>
                <a:lnTo>
                  <a:pt x="14162" y="26060"/>
                </a:lnTo>
                <a:lnTo>
                  <a:pt x="14162" y="25680"/>
                </a:lnTo>
                <a:cubicBezTo>
                  <a:pt x="14162" y="25517"/>
                  <a:pt x="14271" y="25390"/>
                  <a:pt x="14380" y="25390"/>
                </a:cubicBezTo>
                <a:close/>
                <a:moveTo>
                  <a:pt x="15122" y="25390"/>
                </a:moveTo>
                <a:cubicBezTo>
                  <a:pt x="15176" y="25390"/>
                  <a:pt x="15231" y="25426"/>
                  <a:pt x="15267" y="25481"/>
                </a:cubicBezTo>
                <a:cubicBezTo>
                  <a:pt x="15303" y="25535"/>
                  <a:pt x="15321" y="25607"/>
                  <a:pt x="15321" y="25680"/>
                </a:cubicBezTo>
                <a:lnTo>
                  <a:pt x="15321" y="26060"/>
                </a:lnTo>
                <a:lnTo>
                  <a:pt x="14905" y="26060"/>
                </a:lnTo>
                <a:lnTo>
                  <a:pt x="14905" y="25680"/>
                </a:lnTo>
                <a:cubicBezTo>
                  <a:pt x="14905" y="25517"/>
                  <a:pt x="14995" y="25390"/>
                  <a:pt x="15122" y="25390"/>
                </a:cubicBezTo>
                <a:close/>
                <a:moveTo>
                  <a:pt x="15774" y="25390"/>
                </a:moveTo>
                <a:cubicBezTo>
                  <a:pt x="15846" y="25390"/>
                  <a:pt x="15901" y="25426"/>
                  <a:pt x="15937" y="25481"/>
                </a:cubicBezTo>
                <a:cubicBezTo>
                  <a:pt x="15973" y="25535"/>
                  <a:pt x="15991" y="25607"/>
                  <a:pt x="15991" y="25680"/>
                </a:cubicBezTo>
                <a:lnTo>
                  <a:pt x="15991" y="26060"/>
                </a:lnTo>
                <a:lnTo>
                  <a:pt x="15575" y="26060"/>
                </a:lnTo>
                <a:lnTo>
                  <a:pt x="15575" y="25680"/>
                </a:lnTo>
                <a:cubicBezTo>
                  <a:pt x="15575" y="25517"/>
                  <a:pt x="15665" y="25390"/>
                  <a:pt x="15774" y="25390"/>
                </a:cubicBezTo>
                <a:close/>
                <a:moveTo>
                  <a:pt x="16535" y="25390"/>
                </a:moveTo>
                <a:cubicBezTo>
                  <a:pt x="16589" y="25390"/>
                  <a:pt x="16643" y="25426"/>
                  <a:pt x="16679" y="25481"/>
                </a:cubicBezTo>
                <a:cubicBezTo>
                  <a:pt x="16716" y="25535"/>
                  <a:pt x="16734" y="25607"/>
                  <a:pt x="16734" y="25680"/>
                </a:cubicBezTo>
                <a:lnTo>
                  <a:pt x="16734" y="26060"/>
                </a:lnTo>
                <a:lnTo>
                  <a:pt x="16317" y="26060"/>
                </a:lnTo>
                <a:lnTo>
                  <a:pt x="16317" y="25680"/>
                </a:lnTo>
                <a:cubicBezTo>
                  <a:pt x="16317" y="25517"/>
                  <a:pt x="16408" y="25390"/>
                  <a:pt x="16535" y="25390"/>
                </a:cubicBezTo>
                <a:close/>
                <a:moveTo>
                  <a:pt x="17186" y="25390"/>
                </a:moveTo>
                <a:cubicBezTo>
                  <a:pt x="17259" y="25390"/>
                  <a:pt x="17313" y="25426"/>
                  <a:pt x="17349" y="25481"/>
                </a:cubicBezTo>
                <a:cubicBezTo>
                  <a:pt x="17386" y="25535"/>
                  <a:pt x="17404" y="25607"/>
                  <a:pt x="17404" y="25680"/>
                </a:cubicBezTo>
                <a:lnTo>
                  <a:pt x="17404" y="26060"/>
                </a:lnTo>
                <a:lnTo>
                  <a:pt x="16987" y="26060"/>
                </a:lnTo>
                <a:lnTo>
                  <a:pt x="16987" y="25680"/>
                </a:lnTo>
                <a:cubicBezTo>
                  <a:pt x="16987" y="25517"/>
                  <a:pt x="17078" y="25390"/>
                  <a:pt x="17186" y="25390"/>
                </a:cubicBezTo>
                <a:close/>
                <a:moveTo>
                  <a:pt x="17929" y="25390"/>
                </a:moveTo>
                <a:cubicBezTo>
                  <a:pt x="17983" y="25390"/>
                  <a:pt x="18038" y="25426"/>
                  <a:pt x="18074" y="25481"/>
                </a:cubicBezTo>
                <a:cubicBezTo>
                  <a:pt x="18128" y="25535"/>
                  <a:pt x="18146" y="25607"/>
                  <a:pt x="18146" y="25680"/>
                </a:cubicBezTo>
                <a:lnTo>
                  <a:pt x="18146" y="26060"/>
                </a:lnTo>
                <a:lnTo>
                  <a:pt x="17712" y="26060"/>
                </a:lnTo>
                <a:lnTo>
                  <a:pt x="17712" y="25680"/>
                </a:lnTo>
                <a:cubicBezTo>
                  <a:pt x="17712" y="25517"/>
                  <a:pt x="17820" y="25390"/>
                  <a:pt x="17929" y="25390"/>
                </a:cubicBezTo>
                <a:close/>
                <a:moveTo>
                  <a:pt x="18635" y="25390"/>
                </a:moveTo>
                <a:cubicBezTo>
                  <a:pt x="18690" y="25390"/>
                  <a:pt x="18744" y="25426"/>
                  <a:pt x="18780" y="25481"/>
                </a:cubicBezTo>
                <a:cubicBezTo>
                  <a:pt x="18816" y="25535"/>
                  <a:pt x="18834" y="25607"/>
                  <a:pt x="18834" y="25680"/>
                </a:cubicBezTo>
                <a:lnTo>
                  <a:pt x="18834" y="26060"/>
                </a:lnTo>
                <a:lnTo>
                  <a:pt x="18418" y="26060"/>
                </a:lnTo>
                <a:lnTo>
                  <a:pt x="18418" y="25680"/>
                </a:lnTo>
                <a:cubicBezTo>
                  <a:pt x="18418" y="25517"/>
                  <a:pt x="18508" y="25390"/>
                  <a:pt x="18635" y="25390"/>
                </a:cubicBezTo>
                <a:close/>
                <a:moveTo>
                  <a:pt x="19360" y="25372"/>
                </a:moveTo>
                <a:cubicBezTo>
                  <a:pt x="19414" y="25390"/>
                  <a:pt x="19468" y="25408"/>
                  <a:pt x="19505" y="25462"/>
                </a:cubicBezTo>
                <a:cubicBezTo>
                  <a:pt x="19559" y="25535"/>
                  <a:pt x="19577" y="25607"/>
                  <a:pt x="19577" y="25680"/>
                </a:cubicBezTo>
                <a:lnTo>
                  <a:pt x="19577" y="26060"/>
                </a:lnTo>
                <a:lnTo>
                  <a:pt x="19142" y="26060"/>
                </a:lnTo>
                <a:lnTo>
                  <a:pt x="19142" y="25680"/>
                </a:lnTo>
                <a:cubicBezTo>
                  <a:pt x="19142" y="25517"/>
                  <a:pt x="19251" y="25372"/>
                  <a:pt x="19360" y="25372"/>
                </a:cubicBezTo>
                <a:close/>
                <a:moveTo>
                  <a:pt x="20030" y="25372"/>
                </a:moveTo>
                <a:cubicBezTo>
                  <a:pt x="20084" y="25390"/>
                  <a:pt x="20138" y="25408"/>
                  <a:pt x="20175" y="25462"/>
                </a:cubicBezTo>
                <a:cubicBezTo>
                  <a:pt x="20211" y="25535"/>
                  <a:pt x="20229" y="25607"/>
                  <a:pt x="20229" y="25680"/>
                </a:cubicBezTo>
                <a:lnTo>
                  <a:pt x="20229" y="26060"/>
                </a:lnTo>
                <a:lnTo>
                  <a:pt x="19812" y="26060"/>
                </a:lnTo>
                <a:lnTo>
                  <a:pt x="19812" y="25680"/>
                </a:lnTo>
                <a:cubicBezTo>
                  <a:pt x="19812" y="25517"/>
                  <a:pt x="19903" y="25372"/>
                  <a:pt x="20030" y="25372"/>
                </a:cubicBezTo>
                <a:close/>
                <a:moveTo>
                  <a:pt x="20754" y="25372"/>
                </a:moveTo>
                <a:cubicBezTo>
                  <a:pt x="20827" y="25390"/>
                  <a:pt x="20881" y="25408"/>
                  <a:pt x="20917" y="25462"/>
                </a:cubicBezTo>
                <a:cubicBezTo>
                  <a:pt x="20953" y="25535"/>
                  <a:pt x="20971" y="25607"/>
                  <a:pt x="20971" y="25680"/>
                </a:cubicBezTo>
                <a:lnTo>
                  <a:pt x="20971" y="26060"/>
                </a:lnTo>
                <a:lnTo>
                  <a:pt x="20555" y="26060"/>
                </a:lnTo>
                <a:lnTo>
                  <a:pt x="20555" y="25680"/>
                </a:lnTo>
                <a:cubicBezTo>
                  <a:pt x="20555" y="25517"/>
                  <a:pt x="20645" y="25372"/>
                  <a:pt x="20754" y="25372"/>
                </a:cubicBezTo>
                <a:close/>
                <a:moveTo>
                  <a:pt x="26803" y="28432"/>
                </a:moveTo>
                <a:cubicBezTo>
                  <a:pt x="26857" y="28432"/>
                  <a:pt x="26911" y="28469"/>
                  <a:pt x="26948" y="28505"/>
                </a:cubicBezTo>
                <a:cubicBezTo>
                  <a:pt x="26984" y="28577"/>
                  <a:pt x="27020" y="28650"/>
                  <a:pt x="27020" y="28722"/>
                </a:cubicBezTo>
                <a:lnTo>
                  <a:pt x="27020" y="29102"/>
                </a:lnTo>
                <a:lnTo>
                  <a:pt x="26585" y="29102"/>
                </a:lnTo>
                <a:lnTo>
                  <a:pt x="26585" y="28722"/>
                </a:lnTo>
                <a:cubicBezTo>
                  <a:pt x="26585" y="28559"/>
                  <a:pt x="26676" y="28432"/>
                  <a:pt x="26803" y="28432"/>
                </a:cubicBezTo>
                <a:close/>
                <a:moveTo>
                  <a:pt x="27527" y="28432"/>
                </a:moveTo>
                <a:cubicBezTo>
                  <a:pt x="27599" y="28432"/>
                  <a:pt x="27654" y="28469"/>
                  <a:pt x="27690" y="28505"/>
                </a:cubicBezTo>
                <a:cubicBezTo>
                  <a:pt x="27726" y="28577"/>
                  <a:pt x="27744" y="28650"/>
                  <a:pt x="27744" y="28722"/>
                </a:cubicBezTo>
                <a:lnTo>
                  <a:pt x="27744" y="29102"/>
                </a:lnTo>
                <a:lnTo>
                  <a:pt x="27328" y="29102"/>
                </a:lnTo>
                <a:lnTo>
                  <a:pt x="27328" y="28722"/>
                </a:lnTo>
                <a:cubicBezTo>
                  <a:pt x="27328" y="28559"/>
                  <a:pt x="27418" y="28432"/>
                  <a:pt x="27527" y="28432"/>
                </a:cubicBezTo>
                <a:close/>
                <a:moveTo>
                  <a:pt x="28233" y="28432"/>
                </a:moveTo>
                <a:cubicBezTo>
                  <a:pt x="28288" y="28432"/>
                  <a:pt x="28342" y="28469"/>
                  <a:pt x="28378" y="28505"/>
                </a:cubicBezTo>
                <a:cubicBezTo>
                  <a:pt x="28433" y="28577"/>
                  <a:pt x="28451" y="28650"/>
                  <a:pt x="28451" y="28722"/>
                </a:cubicBezTo>
                <a:lnTo>
                  <a:pt x="28451" y="29102"/>
                </a:lnTo>
                <a:lnTo>
                  <a:pt x="28016" y="29102"/>
                </a:lnTo>
                <a:lnTo>
                  <a:pt x="28016" y="28722"/>
                </a:lnTo>
                <a:cubicBezTo>
                  <a:pt x="28016" y="28559"/>
                  <a:pt x="28107" y="28432"/>
                  <a:pt x="28233" y="28432"/>
                </a:cubicBezTo>
                <a:close/>
                <a:moveTo>
                  <a:pt x="28976" y="28432"/>
                </a:moveTo>
                <a:cubicBezTo>
                  <a:pt x="29030" y="28432"/>
                  <a:pt x="29103" y="28469"/>
                  <a:pt x="29121" y="28505"/>
                </a:cubicBezTo>
                <a:cubicBezTo>
                  <a:pt x="29175" y="28577"/>
                  <a:pt x="29193" y="28650"/>
                  <a:pt x="29193" y="28722"/>
                </a:cubicBezTo>
                <a:lnTo>
                  <a:pt x="29175" y="29102"/>
                </a:lnTo>
                <a:lnTo>
                  <a:pt x="28777" y="29102"/>
                </a:lnTo>
                <a:lnTo>
                  <a:pt x="28777" y="28722"/>
                </a:lnTo>
                <a:cubicBezTo>
                  <a:pt x="28777" y="28559"/>
                  <a:pt x="28867" y="28432"/>
                  <a:pt x="28976" y="28432"/>
                </a:cubicBezTo>
                <a:close/>
                <a:moveTo>
                  <a:pt x="29628" y="28432"/>
                </a:moveTo>
                <a:cubicBezTo>
                  <a:pt x="29700" y="28432"/>
                  <a:pt x="29754" y="28469"/>
                  <a:pt x="29791" y="28505"/>
                </a:cubicBezTo>
                <a:cubicBezTo>
                  <a:pt x="29827" y="28577"/>
                  <a:pt x="29845" y="28650"/>
                  <a:pt x="29845" y="28722"/>
                </a:cubicBezTo>
                <a:lnTo>
                  <a:pt x="29845" y="29102"/>
                </a:lnTo>
                <a:lnTo>
                  <a:pt x="29410" y="29102"/>
                </a:lnTo>
                <a:lnTo>
                  <a:pt x="29410" y="28722"/>
                </a:lnTo>
                <a:cubicBezTo>
                  <a:pt x="29410" y="28559"/>
                  <a:pt x="29519" y="28432"/>
                  <a:pt x="29628" y="28432"/>
                </a:cubicBezTo>
                <a:close/>
                <a:moveTo>
                  <a:pt x="30370" y="28432"/>
                </a:moveTo>
                <a:cubicBezTo>
                  <a:pt x="30425" y="28432"/>
                  <a:pt x="30479" y="28469"/>
                  <a:pt x="30515" y="28505"/>
                </a:cubicBezTo>
                <a:cubicBezTo>
                  <a:pt x="30551" y="28577"/>
                  <a:pt x="30588" y="28650"/>
                  <a:pt x="30588" y="28722"/>
                </a:cubicBezTo>
                <a:lnTo>
                  <a:pt x="30588" y="29102"/>
                </a:lnTo>
                <a:lnTo>
                  <a:pt x="30153" y="29102"/>
                </a:lnTo>
                <a:lnTo>
                  <a:pt x="30153" y="28722"/>
                </a:lnTo>
                <a:cubicBezTo>
                  <a:pt x="30153" y="28559"/>
                  <a:pt x="30243" y="28432"/>
                  <a:pt x="30370" y="28432"/>
                </a:cubicBezTo>
                <a:close/>
                <a:moveTo>
                  <a:pt x="31040" y="28432"/>
                </a:moveTo>
                <a:cubicBezTo>
                  <a:pt x="31095" y="28432"/>
                  <a:pt x="31149" y="28469"/>
                  <a:pt x="31185" y="28505"/>
                </a:cubicBezTo>
                <a:cubicBezTo>
                  <a:pt x="31239" y="28577"/>
                  <a:pt x="31258" y="28650"/>
                  <a:pt x="31258" y="28722"/>
                </a:cubicBezTo>
                <a:lnTo>
                  <a:pt x="31258" y="29102"/>
                </a:lnTo>
                <a:lnTo>
                  <a:pt x="30823" y="29102"/>
                </a:lnTo>
                <a:lnTo>
                  <a:pt x="30823" y="28722"/>
                </a:lnTo>
                <a:cubicBezTo>
                  <a:pt x="30823" y="28559"/>
                  <a:pt x="30914" y="28432"/>
                  <a:pt x="31040" y="28432"/>
                </a:cubicBezTo>
                <a:close/>
                <a:moveTo>
                  <a:pt x="31783" y="28432"/>
                </a:moveTo>
                <a:cubicBezTo>
                  <a:pt x="31837" y="28432"/>
                  <a:pt x="31891" y="28469"/>
                  <a:pt x="31928" y="28505"/>
                </a:cubicBezTo>
                <a:cubicBezTo>
                  <a:pt x="31982" y="28577"/>
                  <a:pt x="32000" y="28650"/>
                  <a:pt x="32000" y="28722"/>
                </a:cubicBezTo>
                <a:lnTo>
                  <a:pt x="32000" y="29102"/>
                </a:lnTo>
                <a:lnTo>
                  <a:pt x="31565" y="29102"/>
                </a:lnTo>
                <a:lnTo>
                  <a:pt x="31565" y="28722"/>
                </a:lnTo>
                <a:cubicBezTo>
                  <a:pt x="31565" y="28559"/>
                  <a:pt x="31656" y="28432"/>
                  <a:pt x="31783" y="28432"/>
                </a:cubicBezTo>
                <a:close/>
                <a:moveTo>
                  <a:pt x="32471" y="28432"/>
                </a:moveTo>
                <a:cubicBezTo>
                  <a:pt x="32543" y="28432"/>
                  <a:pt x="32598" y="28469"/>
                  <a:pt x="32634" y="28505"/>
                </a:cubicBezTo>
                <a:cubicBezTo>
                  <a:pt x="32670" y="28577"/>
                  <a:pt x="32688" y="28650"/>
                  <a:pt x="32688" y="28722"/>
                </a:cubicBezTo>
                <a:lnTo>
                  <a:pt x="32688" y="29102"/>
                </a:lnTo>
                <a:lnTo>
                  <a:pt x="32272" y="29102"/>
                </a:lnTo>
                <a:lnTo>
                  <a:pt x="32272" y="28722"/>
                </a:lnTo>
                <a:cubicBezTo>
                  <a:pt x="32272" y="28559"/>
                  <a:pt x="32362" y="28432"/>
                  <a:pt x="32471" y="28432"/>
                </a:cubicBezTo>
                <a:close/>
                <a:moveTo>
                  <a:pt x="33213" y="28432"/>
                </a:moveTo>
                <a:cubicBezTo>
                  <a:pt x="33268" y="28432"/>
                  <a:pt x="33322" y="28469"/>
                  <a:pt x="33358" y="28505"/>
                </a:cubicBezTo>
                <a:cubicBezTo>
                  <a:pt x="33413" y="28577"/>
                  <a:pt x="33431" y="28650"/>
                  <a:pt x="33431" y="28722"/>
                </a:cubicBezTo>
                <a:lnTo>
                  <a:pt x="33431" y="29102"/>
                </a:lnTo>
                <a:lnTo>
                  <a:pt x="32996" y="29102"/>
                </a:lnTo>
                <a:lnTo>
                  <a:pt x="32996" y="28722"/>
                </a:lnTo>
                <a:cubicBezTo>
                  <a:pt x="32996" y="28559"/>
                  <a:pt x="33105" y="28432"/>
                  <a:pt x="33213" y="28432"/>
                </a:cubicBezTo>
                <a:close/>
                <a:moveTo>
                  <a:pt x="33883" y="28432"/>
                </a:moveTo>
                <a:cubicBezTo>
                  <a:pt x="33938" y="28432"/>
                  <a:pt x="33992" y="28469"/>
                  <a:pt x="34028" y="28505"/>
                </a:cubicBezTo>
                <a:cubicBezTo>
                  <a:pt x="34065" y="28577"/>
                  <a:pt x="34101" y="28650"/>
                  <a:pt x="34083" y="28722"/>
                </a:cubicBezTo>
                <a:lnTo>
                  <a:pt x="34083" y="29102"/>
                </a:lnTo>
                <a:lnTo>
                  <a:pt x="33666" y="29102"/>
                </a:lnTo>
                <a:lnTo>
                  <a:pt x="33666" y="28722"/>
                </a:lnTo>
                <a:cubicBezTo>
                  <a:pt x="33666" y="28559"/>
                  <a:pt x="33757" y="28432"/>
                  <a:pt x="33883" y="28432"/>
                </a:cubicBezTo>
                <a:close/>
                <a:moveTo>
                  <a:pt x="34608" y="28432"/>
                </a:moveTo>
                <a:cubicBezTo>
                  <a:pt x="34680" y="28432"/>
                  <a:pt x="34735" y="28469"/>
                  <a:pt x="34771" y="28505"/>
                </a:cubicBezTo>
                <a:cubicBezTo>
                  <a:pt x="34807" y="28577"/>
                  <a:pt x="34825" y="28650"/>
                  <a:pt x="34825" y="28722"/>
                </a:cubicBezTo>
                <a:lnTo>
                  <a:pt x="34825" y="29102"/>
                </a:lnTo>
                <a:lnTo>
                  <a:pt x="34409" y="29102"/>
                </a:lnTo>
                <a:lnTo>
                  <a:pt x="34409" y="28722"/>
                </a:lnTo>
                <a:cubicBezTo>
                  <a:pt x="34409" y="28559"/>
                  <a:pt x="34499" y="28432"/>
                  <a:pt x="34608" y="28432"/>
                </a:cubicBezTo>
                <a:close/>
                <a:moveTo>
                  <a:pt x="13981" y="28378"/>
                </a:moveTo>
                <a:lnTo>
                  <a:pt x="13981" y="32145"/>
                </a:lnTo>
                <a:lnTo>
                  <a:pt x="12478" y="32145"/>
                </a:lnTo>
                <a:lnTo>
                  <a:pt x="12478" y="28378"/>
                </a:lnTo>
                <a:close/>
                <a:moveTo>
                  <a:pt x="19486" y="28378"/>
                </a:moveTo>
                <a:lnTo>
                  <a:pt x="19486" y="32145"/>
                </a:lnTo>
                <a:lnTo>
                  <a:pt x="18961" y="32145"/>
                </a:lnTo>
                <a:lnTo>
                  <a:pt x="18961" y="28378"/>
                </a:lnTo>
                <a:close/>
                <a:moveTo>
                  <a:pt x="6303" y="32996"/>
                </a:moveTo>
                <a:cubicBezTo>
                  <a:pt x="6429" y="32996"/>
                  <a:pt x="6538" y="33050"/>
                  <a:pt x="6629" y="33159"/>
                </a:cubicBezTo>
                <a:cubicBezTo>
                  <a:pt x="6719" y="33268"/>
                  <a:pt x="6774" y="33413"/>
                  <a:pt x="6774" y="33557"/>
                </a:cubicBezTo>
                <a:lnTo>
                  <a:pt x="6774" y="34300"/>
                </a:lnTo>
                <a:lnTo>
                  <a:pt x="5832" y="34300"/>
                </a:lnTo>
                <a:lnTo>
                  <a:pt x="5832" y="33557"/>
                </a:lnTo>
                <a:cubicBezTo>
                  <a:pt x="5796" y="33286"/>
                  <a:pt x="6013" y="33032"/>
                  <a:pt x="6303" y="32996"/>
                </a:cubicBezTo>
                <a:close/>
                <a:moveTo>
                  <a:pt x="7914" y="32996"/>
                </a:moveTo>
                <a:cubicBezTo>
                  <a:pt x="8041" y="32996"/>
                  <a:pt x="8168" y="33050"/>
                  <a:pt x="8259" y="33159"/>
                </a:cubicBezTo>
                <a:cubicBezTo>
                  <a:pt x="8349" y="33268"/>
                  <a:pt x="8385" y="33413"/>
                  <a:pt x="8385" y="33557"/>
                </a:cubicBezTo>
                <a:lnTo>
                  <a:pt x="8385" y="34300"/>
                </a:lnTo>
                <a:lnTo>
                  <a:pt x="7444" y="34300"/>
                </a:lnTo>
                <a:lnTo>
                  <a:pt x="7444" y="33557"/>
                </a:lnTo>
                <a:cubicBezTo>
                  <a:pt x="7425" y="33286"/>
                  <a:pt x="7625" y="33032"/>
                  <a:pt x="7914" y="32996"/>
                </a:cubicBezTo>
                <a:close/>
                <a:moveTo>
                  <a:pt x="9454" y="32996"/>
                </a:moveTo>
                <a:cubicBezTo>
                  <a:pt x="9599" y="32996"/>
                  <a:pt x="9707" y="33050"/>
                  <a:pt x="9798" y="33159"/>
                </a:cubicBezTo>
                <a:cubicBezTo>
                  <a:pt x="9888" y="33268"/>
                  <a:pt x="9925" y="33413"/>
                  <a:pt x="9925" y="33557"/>
                </a:cubicBezTo>
                <a:lnTo>
                  <a:pt x="9925" y="34300"/>
                </a:lnTo>
                <a:lnTo>
                  <a:pt x="9001" y="34300"/>
                </a:lnTo>
                <a:lnTo>
                  <a:pt x="9001" y="33557"/>
                </a:lnTo>
                <a:cubicBezTo>
                  <a:pt x="8965" y="33286"/>
                  <a:pt x="9182" y="33014"/>
                  <a:pt x="9454" y="32996"/>
                </a:cubicBezTo>
                <a:close/>
                <a:moveTo>
                  <a:pt x="40711" y="33938"/>
                </a:moveTo>
                <a:cubicBezTo>
                  <a:pt x="40838" y="33956"/>
                  <a:pt x="40964" y="34010"/>
                  <a:pt x="41055" y="34119"/>
                </a:cubicBezTo>
                <a:cubicBezTo>
                  <a:pt x="41145" y="34227"/>
                  <a:pt x="41182" y="34372"/>
                  <a:pt x="41182" y="34517"/>
                </a:cubicBezTo>
                <a:lnTo>
                  <a:pt x="41182" y="35242"/>
                </a:lnTo>
                <a:lnTo>
                  <a:pt x="40258" y="35242"/>
                </a:lnTo>
                <a:lnTo>
                  <a:pt x="40258" y="34517"/>
                </a:lnTo>
                <a:cubicBezTo>
                  <a:pt x="40222" y="34227"/>
                  <a:pt x="40421" y="33974"/>
                  <a:pt x="40711" y="33938"/>
                </a:cubicBezTo>
                <a:close/>
                <a:moveTo>
                  <a:pt x="42341" y="33938"/>
                </a:moveTo>
                <a:cubicBezTo>
                  <a:pt x="42467" y="33956"/>
                  <a:pt x="42594" y="34010"/>
                  <a:pt x="42667" y="34119"/>
                </a:cubicBezTo>
                <a:cubicBezTo>
                  <a:pt x="42757" y="34227"/>
                  <a:pt x="42811" y="34372"/>
                  <a:pt x="42811" y="34517"/>
                </a:cubicBezTo>
                <a:lnTo>
                  <a:pt x="42811" y="35242"/>
                </a:lnTo>
                <a:lnTo>
                  <a:pt x="41870" y="35242"/>
                </a:lnTo>
                <a:lnTo>
                  <a:pt x="41870" y="34517"/>
                </a:lnTo>
                <a:cubicBezTo>
                  <a:pt x="41852" y="34227"/>
                  <a:pt x="42051" y="33974"/>
                  <a:pt x="42341" y="33938"/>
                </a:cubicBezTo>
                <a:close/>
                <a:moveTo>
                  <a:pt x="24376" y="1"/>
                </a:moveTo>
                <a:lnTo>
                  <a:pt x="24304" y="1467"/>
                </a:lnTo>
                <a:lnTo>
                  <a:pt x="23362" y="4528"/>
                </a:lnTo>
                <a:lnTo>
                  <a:pt x="22800" y="5144"/>
                </a:lnTo>
                <a:lnTo>
                  <a:pt x="22891" y="5144"/>
                </a:lnTo>
                <a:lnTo>
                  <a:pt x="22891" y="24267"/>
                </a:lnTo>
                <a:lnTo>
                  <a:pt x="22511" y="24267"/>
                </a:lnTo>
                <a:lnTo>
                  <a:pt x="22511" y="20138"/>
                </a:lnTo>
                <a:lnTo>
                  <a:pt x="22710" y="20138"/>
                </a:lnTo>
                <a:lnTo>
                  <a:pt x="22511" y="19939"/>
                </a:lnTo>
                <a:lnTo>
                  <a:pt x="21768" y="17277"/>
                </a:lnTo>
                <a:lnTo>
                  <a:pt x="21171" y="19450"/>
                </a:lnTo>
                <a:lnTo>
                  <a:pt x="21171" y="17368"/>
                </a:lnTo>
                <a:lnTo>
                  <a:pt x="21315" y="17368"/>
                </a:lnTo>
                <a:lnTo>
                  <a:pt x="21171" y="17042"/>
                </a:lnTo>
                <a:lnTo>
                  <a:pt x="20645" y="12731"/>
                </a:lnTo>
                <a:lnTo>
                  <a:pt x="20102" y="17042"/>
                </a:lnTo>
                <a:lnTo>
                  <a:pt x="19939" y="17368"/>
                </a:lnTo>
                <a:lnTo>
                  <a:pt x="20102" y="17368"/>
                </a:lnTo>
                <a:lnTo>
                  <a:pt x="20102" y="24267"/>
                </a:lnTo>
                <a:lnTo>
                  <a:pt x="18961" y="24267"/>
                </a:lnTo>
                <a:lnTo>
                  <a:pt x="18943" y="18635"/>
                </a:lnTo>
                <a:lnTo>
                  <a:pt x="18997" y="18563"/>
                </a:lnTo>
                <a:lnTo>
                  <a:pt x="18997" y="18237"/>
                </a:lnTo>
                <a:lnTo>
                  <a:pt x="18834" y="18001"/>
                </a:lnTo>
                <a:lnTo>
                  <a:pt x="18653" y="16064"/>
                </a:lnTo>
                <a:lnTo>
                  <a:pt x="18563" y="17404"/>
                </a:lnTo>
                <a:lnTo>
                  <a:pt x="18527" y="17404"/>
                </a:lnTo>
                <a:lnTo>
                  <a:pt x="18382" y="16390"/>
                </a:lnTo>
                <a:lnTo>
                  <a:pt x="18255" y="17422"/>
                </a:lnTo>
                <a:lnTo>
                  <a:pt x="18255" y="18581"/>
                </a:lnTo>
                <a:lnTo>
                  <a:pt x="18201" y="18581"/>
                </a:lnTo>
                <a:lnTo>
                  <a:pt x="18146" y="18345"/>
                </a:lnTo>
                <a:lnTo>
                  <a:pt x="18110" y="17929"/>
                </a:lnTo>
                <a:lnTo>
                  <a:pt x="18001" y="17929"/>
                </a:lnTo>
                <a:lnTo>
                  <a:pt x="18001" y="17512"/>
                </a:lnTo>
                <a:lnTo>
                  <a:pt x="17857" y="17440"/>
                </a:lnTo>
                <a:lnTo>
                  <a:pt x="17838" y="15375"/>
                </a:lnTo>
                <a:lnTo>
                  <a:pt x="17838" y="14615"/>
                </a:lnTo>
                <a:lnTo>
                  <a:pt x="17603" y="14198"/>
                </a:lnTo>
                <a:lnTo>
                  <a:pt x="16951" y="9671"/>
                </a:lnTo>
                <a:lnTo>
                  <a:pt x="16335" y="14198"/>
                </a:lnTo>
                <a:lnTo>
                  <a:pt x="16118" y="14597"/>
                </a:lnTo>
                <a:lnTo>
                  <a:pt x="16118" y="17186"/>
                </a:lnTo>
                <a:lnTo>
                  <a:pt x="15738" y="17186"/>
                </a:lnTo>
                <a:lnTo>
                  <a:pt x="15738" y="16444"/>
                </a:lnTo>
                <a:lnTo>
                  <a:pt x="15647" y="14053"/>
                </a:lnTo>
                <a:lnTo>
                  <a:pt x="15520" y="16480"/>
                </a:lnTo>
                <a:lnTo>
                  <a:pt x="15357" y="16480"/>
                </a:lnTo>
                <a:lnTo>
                  <a:pt x="15321" y="16136"/>
                </a:lnTo>
                <a:lnTo>
                  <a:pt x="15267" y="17476"/>
                </a:lnTo>
                <a:lnTo>
                  <a:pt x="15086" y="17476"/>
                </a:lnTo>
                <a:lnTo>
                  <a:pt x="14959" y="17349"/>
                </a:lnTo>
                <a:lnTo>
                  <a:pt x="14651" y="17349"/>
                </a:lnTo>
                <a:lnTo>
                  <a:pt x="14651" y="17947"/>
                </a:lnTo>
                <a:lnTo>
                  <a:pt x="14561" y="17947"/>
                </a:lnTo>
                <a:lnTo>
                  <a:pt x="14452" y="18237"/>
                </a:lnTo>
                <a:lnTo>
                  <a:pt x="14398" y="18056"/>
                </a:lnTo>
                <a:lnTo>
                  <a:pt x="14361" y="17205"/>
                </a:lnTo>
                <a:lnTo>
                  <a:pt x="14289" y="18056"/>
                </a:lnTo>
                <a:lnTo>
                  <a:pt x="14162" y="18508"/>
                </a:lnTo>
                <a:lnTo>
                  <a:pt x="14162" y="24213"/>
                </a:lnTo>
                <a:lnTo>
                  <a:pt x="13166" y="24213"/>
                </a:lnTo>
                <a:lnTo>
                  <a:pt x="13166" y="23977"/>
                </a:lnTo>
                <a:lnTo>
                  <a:pt x="12786" y="23977"/>
                </a:lnTo>
                <a:lnTo>
                  <a:pt x="12786" y="24358"/>
                </a:lnTo>
                <a:lnTo>
                  <a:pt x="12641" y="24358"/>
                </a:lnTo>
                <a:lnTo>
                  <a:pt x="12641" y="23742"/>
                </a:lnTo>
                <a:lnTo>
                  <a:pt x="12188" y="23199"/>
                </a:lnTo>
                <a:lnTo>
                  <a:pt x="11120" y="19849"/>
                </a:lnTo>
                <a:lnTo>
                  <a:pt x="11029" y="18635"/>
                </a:lnTo>
                <a:lnTo>
                  <a:pt x="10975" y="19867"/>
                </a:lnTo>
                <a:lnTo>
                  <a:pt x="9943" y="23217"/>
                </a:lnTo>
                <a:lnTo>
                  <a:pt x="9490" y="23742"/>
                </a:lnTo>
                <a:lnTo>
                  <a:pt x="9490" y="24322"/>
                </a:lnTo>
                <a:lnTo>
                  <a:pt x="9599" y="24503"/>
                </a:lnTo>
                <a:lnTo>
                  <a:pt x="9599" y="32344"/>
                </a:lnTo>
                <a:lnTo>
                  <a:pt x="5959" y="32380"/>
                </a:lnTo>
                <a:lnTo>
                  <a:pt x="5940" y="31113"/>
                </a:lnTo>
                <a:lnTo>
                  <a:pt x="6031" y="31113"/>
                </a:lnTo>
                <a:lnTo>
                  <a:pt x="5452" y="30280"/>
                </a:lnTo>
                <a:lnTo>
                  <a:pt x="4944" y="31149"/>
                </a:lnTo>
                <a:lnTo>
                  <a:pt x="5053" y="31149"/>
                </a:lnTo>
                <a:lnTo>
                  <a:pt x="5071" y="33032"/>
                </a:lnTo>
                <a:lnTo>
                  <a:pt x="4999" y="33105"/>
                </a:lnTo>
                <a:lnTo>
                  <a:pt x="4999" y="33286"/>
                </a:lnTo>
                <a:lnTo>
                  <a:pt x="5144" y="33394"/>
                </a:lnTo>
                <a:cubicBezTo>
                  <a:pt x="5144" y="33394"/>
                  <a:pt x="5071" y="33865"/>
                  <a:pt x="5017" y="34227"/>
                </a:cubicBezTo>
                <a:cubicBezTo>
                  <a:pt x="4981" y="34354"/>
                  <a:pt x="4963" y="34481"/>
                  <a:pt x="4963" y="34553"/>
                </a:cubicBezTo>
                <a:cubicBezTo>
                  <a:pt x="4957" y="34530"/>
                  <a:pt x="4951" y="34518"/>
                  <a:pt x="4946" y="34518"/>
                </a:cubicBezTo>
                <a:cubicBezTo>
                  <a:pt x="4935" y="34518"/>
                  <a:pt x="4926" y="34575"/>
                  <a:pt x="4926" y="34698"/>
                </a:cubicBezTo>
                <a:cubicBezTo>
                  <a:pt x="4909" y="34636"/>
                  <a:pt x="4891" y="34615"/>
                  <a:pt x="4872" y="34615"/>
                </a:cubicBezTo>
                <a:cubicBezTo>
                  <a:pt x="4829" y="34615"/>
                  <a:pt x="4783" y="34722"/>
                  <a:pt x="4745" y="34735"/>
                </a:cubicBezTo>
                <a:cubicBezTo>
                  <a:pt x="4736" y="34713"/>
                  <a:pt x="4727" y="34704"/>
                  <a:pt x="4718" y="34704"/>
                </a:cubicBezTo>
                <a:cubicBezTo>
                  <a:pt x="4684" y="34704"/>
                  <a:pt x="4650" y="34817"/>
                  <a:pt x="4616" y="34817"/>
                </a:cubicBezTo>
                <a:cubicBezTo>
                  <a:pt x="4605" y="34817"/>
                  <a:pt x="4594" y="34805"/>
                  <a:pt x="4582" y="34771"/>
                </a:cubicBezTo>
                <a:cubicBezTo>
                  <a:pt x="4568" y="34732"/>
                  <a:pt x="4557" y="34718"/>
                  <a:pt x="4548" y="34718"/>
                </a:cubicBezTo>
                <a:cubicBezTo>
                  <a:pt x="4527" y="34718"/>
                  <a:pt x="4519" y="34808"/>
                  <a:pt x="4496" y="34808"/>
                </a:cubicBezTo>
                <a:cubicBezTo>
                  <a:pt x="4495" y="34808"/>
                  <a:pt x="4493" y="34808"/>
                  <a:pt x="4492" y="34807"/>
                </a:cubicBezTo>
                <a:cubicBezTo>
                  <a:pt x="4492" y="34937"/>
                  <a:pt x="4488" y="34988"/>
                  <a:pt x="4481" y="34988"/>
                </a:cubicBezTo>
                <a:cubicBezTo>
                  <a:pt x="4474" y="34988"/>
                  <a:pt x="4465" y="34928"/>
                  <a:pt x="4456" y="34843"/>
                </a:cubicBezTo>
                <a:cubicBezTo>
                  <a:pt x="4456" y="34809"/>
                  <a:pt x="4452" y="34795"/>
                  <a:pt x="4446" y="34795"/>
                </a:cubicBezTo>
                <a:cubicBezTo>
                  <a:pt x="4439" y="34795"/>
                  <a:pt x="4429" y="34814"/>
                  <a:pt x="4419" y="34843"/>
                </a:cubicBezTo>
                <a:cubicBezTo>
                  <a:pt x="4419" y="34870"/>
                  <a:pt x="4410" y="34870"/>
                  <a:pt x="4397" y="34870"/>
                </a:cubicBezTo>
                <a:cubicBezTo>
                  <a:pt x="4383" y="34870"/>
                  <a:pt x="4365" y="34870"/>
                  <a:pt x="4347" y="34897"/>
                </a:cubicBezTo>
                <a:cubicBezTo>
                  <a:pt x="4333" y="34938"/>
                  <a:pt x="4330" y="35089"/>
                  <a:pt x="4322" y="35089"/>
                </a:cubicBezTo>
                <a:cubicBezTo>
                  <a:pt x="4319" y="35089"/>
                  <a:pt x="4315" y="35071"/>
                  <a:pt x="4311" y="35024"/>
                </a:cubicBezTo>
                <a:cubicBezTo>
                  <a:pt x="4298" y="34987"/>
                  <a:pt x="4286" y="34915"/>
                  <a:pt x="4279" y="34915"/>
                </a:cubicBezTo>
                <a:cubicBezTo>
                  <a:pt x="4276" y="34915"/>
                  <a:pt x="4274" y="34930"/>
                  <a:pt x="4274" y="34970"/>
                </a:cubicBezTo>
                <a:cubicBezTo>
                  <a:pt x="4271" y="34965"/>
                  <a:pt x="4267" y="34962"/>
                  <a:pt x="4264" y="34962"/>
                </a:cubicBezTo>
                <a:cubicBezTo>
                  <a:pt x="4238" y="34962"/>
                  <a:pt x="4211" y="35088"/>
                  <a:pt x="4185" y="35088"/>
                </a:cubicBezTo>
                <a:cubicBezTo>
                  <a:pt x="4179" y="35088"/>
                  <a:pt x="4172" y="35080"/>
                  <a:pt x="4166" y="35060"/>
                </a:cubicBezTo>
                <a:cubicBezTo>
                  <a:pt x="4152" y="35020"/>
                  <a:pt x="4139" y="34969"/>
                  <a:pt x="4117" y="34969"/>
                </a:cubicBezTo>
                <a:cubicBezTo>
                  <a:pt x="4110" y="34969"/>
                  <a:pt x="4102" y="34974"/>
                  <a:pt x="4093" y="34988"/>
                </a:cubicBezTo>
                <a:cubicBezTo>
                  <a:pt x="4093" y="35042"/>
                  <a:pt x="4057" y="35115"/>
                  <a:pt x="4021" y="35169"/>
                </a:cubicBezTo>
                <a:cubicBezTo>
                  <a:pt x="4014" y="35155"/>
                  <a:pt x="4007" y="35149"/>
                  <a:pt x="4000" y="35149"/>
                </a:cubicBezTo>
                <a:cubicBezTo>
                  <a:pt x="3989" y="35149"/>
                  <a:pt x="3978" y="35165"/>
                  <a:pt x="3967" y="35187"/>
                </a:cubicBezTo>
                <a:cubicBezTo>
                  <a:pt x="3930" y="35242"/>
                  <a:pt x="3912" y="35169"/>
                  <a:pt x="3912" y="35278"/>
                </a:cubicBezTo>
                <a:cubicBezTo>
                  <a:pt x="3908" y="35254"/>
                  <a:pt x="3903" y="35247"/>
                  <a:pt x="3898" y="35247"/>
                </a:cubicBezTo>
                <a:cubicBezTo>
                  <a:pt x="3889" y="35247"/>
                  <a:pt x="3881" y="35273"/>
                  <a:pt x="3872" y="35273"/>
                </a:cubicBezTo>
                <a:cubicBezTo>
                  <a:pt x="3867" y="35273"/>
                  <a:pt x="3863" y="35265"/>
                  <a:pt x="3858" y="35242"/>
                </a:cubicBezTo>
                <a:cubicBezTo>
                  <a:pt x="3849" y="35314"/>
                  <a:pt x="3844" y="35319"/>
                  <a:pt x="3840" y="35319"/>
                </a:cubicBezTo>
                <a:cubicBezTo>
                  <a:pt x="3839" y="35319"/>
                  <a:pt x="3838" y="35318"/>
                  <a:pt x="3838" y="35318"/>
                </a:cubicBezTo>
                <a:cubicBezTo>
                  <a:pt x="3834" y="35318"/>
                  <a:pt x="3829" y="35322"/>
                  <a:pt x="3822" y="35368"/>
                </a:cubicBezTo>
                <a:cubicBezTo>
                  <a:pt x="3814" y="35476"/>
                  <a:pt x="3806" y="35502"/>
                  <a:pt x="3799" y="35502"/>
                </a:cubicBezTo>
                <a:cubicBezTo>
                  <a:pt x="3791" y="35502"/>
                  <a:pt x="3784" y="35478"/>
                  <a:pt x="3777" y="35478"/>
                </a:cubicBezTo>
                <a:cubicBezTo>
                  <a:pt x="3774" y="35478"/>
                  <a:pt x="3770" y="35483"/>
                  <a:pt x="3767" y="35495"/>
                </a:cubicBezTo>
                <a:cubicBezTo>
                  <a:pt x="3767" y="35543"/>
                  <a:pt x="3759" y="35616"/>
                  <a:pt x="3754" y="35616"/>
                </a:cubicBezTo>
                <a:cubicBezTo>
                  <a:pt x="3751" y="35616"/>
                  <a:pt x="3749" y="35598"/>
                  <a:pt x="3749" y="35549"/>
                </a:cubicBezTo>
                <a:cubicBezTo>
                  <a:pt x="3749" y="35549"/>
                  <a:pt x="3749" y="35552"/>
                  <a:pt x="3748" y="35552"/>
                </a:cubicBezTo>
                <a:cubicBezTo>
                  <a:pt x="3746" y="35552"/>
                  <a:pt x="3742" y="35546"/>
                  <a:pt x="3731" y="35513"/>
                </a:cubicBezTo>
                <a:cubicBezTo>
                  <a:pt x="3731" y="35443"/>
                  <a:pt x="3731" y="35398"/>
                  <a:pt x="3729" y="35398"/>
                </a:cubicBezTo>
                <a:cubicBezTo>
                  <a:pt x="3727" y="35398"/>
                  <a:pt x="3722" y="35447"/>
                  <a:pt x="3713" y="35568"/>
                </a:cubicBezTo>
                <a:cubicBezTo>
                  <a:pt x="3713" y="35555"/>
                  <a:pt x="3705" y="35486"/>
                  <a:pt x="3699" y="35486"/>
                </a:cubicBezTo>
                <a:cubicBezTo>
                  <a:pt x="3697" y="35486"/>
                  <a:pt x="3695" y="35502"/>
                  <a:pt x="3695" y="35549"/>
                </a:cubicBezTo>
                <a:cubicBezTo>
                  <a:pt x="3695" y="35542"/>
                  <a:pt x="3695" y="35538"/>
                  <a:pt x="3694" y="35538"/>
                </a:cubicBezTo>
                <a:cubicBezTo>
                  <a:pt x="3690" y="35538"/>
                  <a:pt x="3677" y="35661"/>
                  <a:pt x="3677" y="35676"/>
                </a:cubicBezTo>
                <a:cubicBezTo>
                  <a:pt x="3677" y="35785"/>
                  <a:pt x="3673" y="35813"/>
                  <a:pt x="3669" y="35813"/>
                </a:cubicBezTo>
                <a:cubicBezTo>
                  <a:pt x="3664" y="35813"/>
                  <a:pt x="3660" y="35783"/>
                  <a:pt x="3659" y="35783"/>
                </a:cubicBezTo>
                <a:cubicBezTo>
                  <a:pt x="3659" y="35783"/>
                  <a:pt x="3659" y="35784"/>
                  <a:pt x="3659" y="35785"/>
                </a:cubicBezTo>
                <a:cubicBezTo>
                  <a:pt x="3659" y="35821"/>
                  <a:pt x="3654" y="35835"/>
                  <a:pt x="3647" y="35835"/>
                </a:cubicBezTo>
                <a:cubicBezTo>
                  <a:pt x="3641" y="35835"/>
                  <a:pt x="3632" y="35821"/>
                  <a:pt x="3622" y="35803"/>
                </a:cubicBezTo>
                <a:cubicBezTo>
                  <a:pt x="3622" y="35755"/>
                  <a:pt x="3619" y="35739"/>
                  <a:pt x="3615" y="35739"/>
                </a:cubicBezTo>
                <a:cubicBezTo>
                  <a:pt x="3610" y="35739"/>
                  <a:pt x="3604" y="35765"/>
                  <a:pt x="3604" y="35785"/>
                </a:cubicBezTo>
                <a:cubicBezTo>
                  <a:pt x="3599" y="35796"/>
                  <a:pt x="3593" y="35800"/>
                  <a:pt x="3588" y="35800"/>
                </a:cubicBezTo>
                <a:cubicBezTo>
                  <a:pt x="3577" y="35800"/>
                  <a:pt x="3568" y="35779"/>
                  <a:pt x="3568" y="35767"/>
                </a:cubicBezTo>
                <a:cubicBezTo>
                  <a:pt x="3553" y="35715"/>
                  <a:pt x="3541" y="35696"/>
                  <a:pt x="3531" y="35696"/>
                </a:cubicBezTo>
                <a:cubicBezTo>
                  <a:pt x="3517" y="35696"/>
                  <a:pt x="3506" y="35735"/>
                  <a:pt x="3496" y="35767"/>
                </a:cubicBezTo>
                <a:cubicBezTo>
                  <a:pt x="3478" y="35857"/>
                  <a:pt x="3459" y="35875"/>
                  <a:pt x="3441" y="35875"/>
                </a:cubicBezTo>
                <a:cubicBezTo>
                  <a:pt x="3434" y="35904"/>
                  <a:pt x="3427" y="35916"/>
                  <a:pt x="3421" y="35916"/>
                </a:cubicBezTo>
                <a:cubicBezTo>
                  <a:pt x="3412" y="35916"/>
                  <a:pt x="3405" y="35890"/>
                  <a:pt x="3405" y="35857"/>
                </a:cubicBezTo>
                <a:cubicBezTo>
                  <a:pt x="3380" y="35895"/>
                  <a:pt x="3355" y="35966"/>
                  <a:pt x="3331" y="35966"/>
                </a:cubicBezTo>
                <a:cubicBezTo>
                  <a:pt x="3319" y="35966"/>
                  <a:pt x="3308" y="35951"/>
                  <a:pt x="3296" y="35912"/>
                </a:cubicBezTo>
                <a:cubicBezTo>
                  <a:pt x="3284" y="35861"/>
                  <a:pt x="3276" y="35846"/>
                  <a:pt x="3270" y="35846"/>
                </a:cubicBezTo>
                <a:cubicBezTo>
                  <a:pt x="3260" y="35846"/>
                  <a:pt x="3256" y="35881"/>
                  <a:pt x="3248" y="35881"/>
                </a:cubicBezTo>
                <a:cubicBezTo>
                  <a:pt x="3246" y="35881"/>
                  <a:pt x="3244" y="35880"/>
                  <a:pt x="3242" y="35875"/>
                </a:cubicBezTo>
                <a:cubicBezTo>
                  <a:pt x="3229" y="35916"/>
                  <a:pt x="3215" y="35967"/>
                  <a:pt x="3201" y="35967"/>
                </a:cubicBezTo>
                <a:cubicBezTo>
                  <a:pt x="3197" y="35967"/>
                  <a:pt x="3192" y="35961"/>
                  <a:pt x="3188" y="35948"/>
                </a:cubicBezTo>
                <a:cubicBezTo>
                  <a:pt x="3184" y="35937"/>
                  <a:pt x="3181" y="35933"/>
                  <a:pt x="3177" y="35933"/>
                </a:cubicBezTo>
                <a:cubicBezTo>
                  <a:pt x="3162" y="35933"/>
                  <a:pt x="3144" y="36002"/>
                  <a:pt x="3115" y="36002"/>
                </a:cubicBezTo>
                <a:cubicBezTo>
                  <a:pt x="3104" y="36013"/>
                  <a:pt x="3093" y="36039"/>
                  <a:pt x="3082" y="36039"/>
                </a:cubicBezTo>
                <a:cubicBezTo>
                  <a:pt x="3075" y="36039"/>
                  <a:pt x="3068" y="36029"/>
                  <a:pt x="3061" y="36002"/>
                </a:cubicBezTo>
                <a:cubicBezTo>
                  <a:pt x="3047" y="36002"/>
                  <a:pt x="3032" y="36141"/>
                  <a:pt x="3018" y="36141"/>
                </a:cubicBezTo>
                <a:cubicBezTo>
                  <a:pt x="3014" y="36141"/>
                  <a:pt x="3010" y="36133"/>
                  <a:pt x="3007" y="36111"/>
                </a:cubicBezTo>
                <a:cubicBezTo>
                  <a:pt x="3005" y="36110"/>
                  <a:pt x="3002" y="36109"/>
                  <a:pt x="3000" y="36109"/>
                </a:cubicBezTo>
                <a:cubicBezTo>
                  <a:pt x="2983" y="36109"/>
                  <a:pt x="2971" y="36142"/>
                  <a:pt x="2960" y="36142"/>
                </a:cubicBezTo>
                <a:cubicBezTo>
                  <a:pt x="2950" y="36142"/>
                  <a:pt x="2942" y="36116"/>
                  <a:pt x="2934" y="36020"/>
                </a:cubicBezTo>
                <a:cubicBezTo>
                  <a:pt x="2920" y="36049"/>
                  <a:pt x="2906" y="36133"/>
                  <a:pt x="2892" y="36133"/>
                </a:cubicBezTo>
                <a:cubicBezTo>
                  <a:pt x="2888" y="36133"/>
                  <a:pt x="2884" y="36126"/>
                  <a:pt x="2880" y="36111"/>
                </a:cubicBezTo>
                <a:cubicBezTo>
                  <a:pt x="2875" y="36067"/>
                  <a:pt x="2869" y="36055"/>
                  <a:pt x="2864" y="36055"/>
                </a:cubicBezTo>
                <a:cubicBezTo>
                  <a:pt x="2856" y="36055"/>
                  <a:pt x="2849" y="36076"/>
                  <a:pt x="2842" y="36076"/>
                </a:cubicBezTo>
                <a:cubicBezTo>
                  <a:pt x="2837" y="36076"/>
                  <a:pt x="2831" y="36064"/>
                  <a:pt x="2826" y="36020"/>
                </a:cubicBezTo>
                <a:cubicBezTo>
                  <a:pt x="2814" y="36002"/>
                  <a:pt x="2802" y="35996"/>
                  <a:pt x="2789" y="35996"/>
                </a:cubicBezTo>
                <a:cubicBezTo>
                  <a:pt x="2765" y="35996"/>
                  <a:pt x="2741" y="36020"/>
                  <a:pt x="2717" y="36020"/>
                </a:cubicBezTo>
                <a:cubicBezTo>
                  <a:pt x="2708" y="36020"/>
                  <a:pt x="2694" y="36025"/>
                  <a:pt x="2681" y="36025"/>
                </a:cubicBezTo>
                <a:cubicBezTo>
                  <a:pt x="2667" y="36025"/>
                  <a:pt x="2654" y="36020"/>
                  <a:pt x="2645" y="36002"/>
                </a:cubicBezTo>
                <a:cubicBezTo>
                  <a:pt x="2643" y="36004"/>
                  <a:pt x="2641" y="36005"/>
                  <a:pt x="2640" y="36005"/>
                </a:cubicBezTo>
                <a:cubicBezTo>
                  <a:pt x="2623" y="36005"/>
                  <a:pt x="2607" y="35928"/>
                  <a:pt x="2590" y="35912"/>
                </a:cubicBezTo>
                <a:cubicBezTo>
                  <a:pt x="2590" y="35902"/>
                  <a:pt x="2590" y="35898"/>
                  <a:pt x="2589" y="35898"/>
                </a:cubicBezTo>
                <a:cubicBezTo>
                  <a:pt x="2584" y="35898"/>
                  <a:pt x="2569" y="35984"/>
                  <a:pt x="2554" y="35984"/>
                </a:cubicBezTo>
                <a:cubicBezTo>
                  <a:pt x="2554" y="36080"/>
                  <a:pt x="2548" y="36113"/>
                  <a:pt x="2539" y="36113"/>
                </a:cubicBezTo>
                <a:cubicBezTo>
                  <a:pt x="2533" y="36113"/>
                  <a:pt x="2525" y="36097"/>
                  <a:pt x="2518" y="36075"/>
                </a:cubicBezTo>
                <a:cubicBezTo>
                  <a:pt x="2518" y="36085"/>
                  <a:pt x="2517" y="36090"/>
                  <a:pt x="2517" y="36090"/>
                </a:cubicBezTo>
                <a:cubicBezTo>
                  <a:pt x="2513" y="36090"/>
                  <a:pt x="2503" y="35975"/>
                  <a:pt x="2500" y="35975"/>
                </a:cubicBezTo>
                <a:cubicBezTo>
                  <a:pt x="2500" y="35975"/>
                  <a:pt x="2500" y="35978"/>
                  <a:pt x="2500" y="35984"/>
                </a:cubicBezTo>
                <a:cubicBezTo>
                  <a:pt x="2498" y="35990"/>
                  <a:pt x="2495" y="35993"/>
                  <a:pt x="2493" y="35993"/>
                </a:cubicBezTo>
                <a:cubicBezTo>
                  <a:pt x="2477" y="35993"/>
                  <a:pt x="2455" y="35889"/>
                  <a:pt x="2438" y="35889"/>
                </a:cubicBezTo>
                <a:cubicBezTo>
                  <a:pt x="2434" y="35889"/>
                  <a:pt x="2430" y="35896"/>
                  <a:pt x="2427" y="35912"/>
                </a:cubicBezTo>
                <a:cubicBezTo>
                  <a:pt x="2421" y="35864"/>
                  <a:pt x="2414" y="35850"/>
                  <a:pt x="2405" y="35850"/>
                </a:cubicBezTo>
                <a:cubicBezTo>
                  <a:pt x="2391" y="35850"/>
                  <a:pt x="2376" y="35887"/>
                  <a:pt x="2364" y="35887"/>
                </a:cubicBezTo>
                <a:cubicBezTo>
                  <a:pt x="2361" y="35887"/>
                  <a:pt x="2358" y="35884"/>
                  <a:pt x="2355" y="35875"/>
                </a:cubicBezTo>
                <a:cubicBezTo>
                  <a:pt x="2332" y="35875"/>
                  <a:pt x="2317" y="35911"/>
                  <a:pt x="2299" y="35911"/>
                </a:cubicBezTo>
                <a:cubicBezTo>
                  <a:pt x="2289" y="35911"/>
                  <a:pt x="2278" y="35898"/>
                  <a:pt x="2264" y="35857"/>
                </a:cubicBezTo>
                <a:cubicBezTo>
                  <a:pt x="2255" y="35792"/>
                  <a:pt x="2246" y="35755"/>
                  <a:pt x="2236" y="35755"/>
                </a:cubicBezTo>
                <a:cubicBezTo>
                  <a:pt x="2227" y="35755"/>
                  <a:pt x="2219" y="35787"/>
                  <a:pt x="2210" y="35857"/>
                </a:cubicBezTo>
                <a:cubicBezTo>
                  <a:pt x="2196" y="35885"/>
                  <a:pt x="2182" y="35924"/>
                  <a:pt x="2168" y="35924"/>
                </a:cubicBezTo>
                <a:cubicBezTo>
                  <a:pt x="2164" y="35924"/>
                  <a:pt x="2160" y="35920"/>
                  <a:pt x="2156" y="35912"/>
                </a:cubicBezTo>
                <a:cubicBezTo>
                  <a:pt x="2156" y="35911"/>
                  <a:pt x="2156" y="35910"/>
                  <a:pt x="2155" y="35910"/>
                </a:cubicBezTo>
                <a:cubicBezTo>
                  <a:pt x="2154" y="35910"/>
                  <a:pt x="2147" y="35954"/>
                  <a:pt x="2138" y="35954"/>
                </a:cubicBezTo>
                <a:cubicBezTo>
                  <a:pt x="2133" y="35954"/>
                  <a:pt x="2126" y="35935"/>
                  <a:pt x="2119" y="35875"/>
                </a:cubicBezTo>
                <a:cubicBezTo>
                  <a:pt x="2109" y="35922"/>
                  <a:pt x="2099" y="35938"/>
                  <a:pt x="2089" y="35938"/>
                </a:cubicBezTo>
                <a:cubicBezTo>
                  <a:pt x="2069" y="35938"/>
                  <a:pt x="2051" y="35878"/>
                  <a:pt x="2038" y="35878"/>
                </a:cubicBezTo>
                <a:cubicBezTo>
                  <a:pt x="2035" y="35878"/>
                  <a:pt x="2032" y="35883"/>
                  <a:pt x="2029" y="35894"/>
                </a:cubicBezTo>
                <a:cubicBezTo>
                  <a:pt x="2011" y="35984"/>
                  <a:pt x="1993" y="35984"/>
                  <a:pt x="1975" y="35984"/>
                </a:cubicBezTo>
                <a:cubicBezTo>
                  <a:pt x="1956" y="35984"/>
                  <a:pt x="1938" y="35966"/>
                  <a:pt x="1920" y="35948"/>
                </a:cubicBezTo>
                <a:cubicBezTo>
                  <a:pt x="1884" y="36002"/>
                  <a:pt x="1848" y="36038"/>
                  <a:pt x="1812" y="36075"/>
                </a:cubicBezTo>
                <a:cubicBezTo>
                  <a:pt x="1801" y="36129"/>
                  <a:pt x="1790" y="36147"/>
                  <a:pt x="1779" y="36147"/>
                </a:cubicBezTo>
                <a:cubicBezTo>
                  <a:pt x="1755" y="36147"/>
                  <a:pt x="1731" y="36055"/>
                  <a:pt x="1707" y="36055"/>
                </a:cubicBezTo>
                <a:cubicBezTo>
                  <a:pt x="1706" y="36055"/>
                  <a:pt x="1704" y="36056"/>
                  <a:pt x="1703" y="36057"/>
                </a:cubicBezTo>
                <a:cubicBezTo>
                  <a:pt x="1690" y="36000"/>
                  <a:pt x="1678" y="35981"/>
                  <a:pt x="1665" y="35981"/>
                </a:cubicBezTo>
                <a:cubicBezTo>
                  <a:pt x="1642" y="35981"/>
                  <a:pt x="1618" y="36051"/>
                  <a:pt x="1594" y="36075"/>
                </a:cubicBezTo>
                <a:cubicBezTo>
                  <a:pt x="1572" y="36154"/>
                  <a:pt x="1549" y="36197"/>
                  <a:pt x="1531" y="36197"/>
                </a:cubicBezTo>
                <a:cubicBezTo>
                  <a:pt x="1520" y="36197"/>
                  <a:pt x="1510" y="36181"/>
                  <a:pt x="1504" y="36147"/>
                </a:cubicBezTo>
                <a:cubicBezTo>
                  <a:pt x="1492" y="36107"/>
                  <a:pt x="1481" y="36093"/>
                  <a:pt x="1470" y="36093"/>
                </a:cubicBezTo>
                <a:cubicBezTo>
                  <a:pt x="1447" y="36093"/>
                  <a:pt x="1426" y="36164"/>
                  <a:pt x="1413" y="36201"/>
                </a:cubicBezTo>
                <a:cubicBezTo>
                  <a:pt x="1408" y="36182"/>
                  <a:pt x="1404" y="36177"/>
                  <a:pt x="1399" y="36177"/>
                </a:cubicBezTo>
                <a:cubicBezTo>
                  <a:pt x="1394" y="36177"/>
                  <a:pt x="1389" y="36185"/>
                  <a:pt x="1385" y="36185"/>
                </a:cubicBezTo>
                <a:cubicBezTo>
                  <a:pt x="1380" y="36185"/>
                  <a:pt x="1377" y="36171"/>
                  <a:pt x="1377" y="36111"/>
                </a:cubicBezTo>
                <a:cubicBezTo>
                  <a:pt x="1375" y="36109"/>
                  <a:pt x="1372" y="36107"/>
                  <a:pt x="1370" y="36107"/>
                </a:cubicBezTo>
                <a:cubicBezTo>
                  <a:pt x="1355" y="36107"/>
                  <a:pt x="1341" y="36163"/>
                  <a:pt x="1341" y="36274"/>
                </a:cubicBezTo>
                <a:cubicBezTo>
                  <a:pt x="1335" y="36311"/>
                  <a:pt x="1329" y="36321"/>
                  <a:pt x="1321" y="36321"/>
                </a:cubicBezTo>
                <a:cubicBezTo>
                  <a:pt x="1310" y="36321"/>
                  <a:pt x="1298" y="36299"/>
                  <a:pt x="1288" y="36299"/>
                </a:cubicBezTo>
                <a:cubicBezTo>
                  <a:pt x="1280" y="36299"/>
                  <a:pt x="1273" y="36310"/>
                  <a:pt x="1268" y="36346"/>
                </a:cubicBezTo>
                <a:cubicBezTo>
                  <a:pt x="1262" y="36281"/>
                  <a:pt x="1255" y="36253"/>
                  <a:pt x="1249" y="36253"/>
                </a:cubicBezTo>
                <a:cubicBezTo>
                  <a:pt x="1237" y="36253"/>
                  <a:pt x="1225" y="36339"/>
                  <a:pt x="1214" y="36455"/>
                </a:cubicBezTo>
                <a:cubicBezTo>
                  <a:pt x="1214" y="36527"/>
                  <a:pt x="1214" y="36618"/>
                  <a:pt x="1196" y="36690"/>
                </a:cubicBezTo>
                <a:cubicBezTo>
                  <a:pt x="1196" y="36699"/>
                  <a:pt x="1191" y="36704"/>
                  <a:pt x="1187" y="36704"/>
                </a:cubicBezTo>
                <a:cubicBezTo>
                  <a:pt x="1182" y="36704"/>
                  <a:pt x="1178" y="36699"/>
                  <a:pt x="1178" y="36690"/>
                </a:cubicBezTo>
                <a:cubicBezTo>
                  <a:pt x="1172" y="36702"/>
                  <a:pt x="1166" y="36706"/>
                  <a:pt x="1160" y="36706"/>
                </a:cubicBezTo>
                <a:cubicBezTo>
                  <a:pt x="1148" y="36706"/>
                  <a:pt x="1135" y="36690"/>
                  <a:pt x="1123" y="36690"/>
                </a:cubicBezTo>
                <a:cubicBezTo>
                  <a:pt x="1118" y="36680"/>
                  <a:pt x="1113" y="36676"/>
                  <a:pt x="1108" y="36676"/>
                </a:cubicBezTo>
                <a:cubicBezTo>
                  <a:pt x="1095" y="36676"/>
                  <a:pt x="1082" y="36706"/>
                  <a:pt x="1069" y="36745"/>
                </a:cubicBezTo>
                <a:cubicBezTo>
                  <a:pt x="1067" y="36727"/>
                  <a:pt x="1065" y="36720"/>
                  <a:pt x="1062" y="36720"/>
                </a:cubicBezTo>
                <a:cubicBezTo>
                  <a:pt x="1050" y="36720"/>
                  <a:pt x="1037" y="36968"/>
                  <a:pt x="1025" y="36968"/>
                </a:cubicBezTo>
                <a:cubicBezTo>
                  <a:pt x="1021" y="36968"/>
                  <a:pt x="1018" y="36951"/>
                  <a:pt x="1015" y="36908"/>
                </a:cubicBezTo>
                <a:cubicBezTo>
                  <a:pt x="1012" y="36905"/>
                  <a:pt x="1010" y="36904"/>
                  <a:pt x="1008" y="36904"/>
                </a:cubicBezTo>
                <a:cubicBezTo>
                  <a:pt x="992" y="36904"/>
                  <a:pt x="976" y="36958"/>
                  <a:pt x="960" y="37053"/>
                </a:cubicBezTo>
                <a:cubicBezTo>
                  <a:pt x="960" y="37175"/>
                  <a:pt x="950" y="37175"/>
                  <a:pt x="945" y="37175"/>
                </a:cubicBezTo>
                <a:lnTo>
                  <a:pt x="945" y="37175"/>
                </a:lnTo>
                <a:cubicBezTo>
                  <a:pt x="943" y="37175"/>
                  <a:pt x="942" y="37175"/>
                  <a:pt x="942" y="37179"/>
                </a:cubicBezTo>
                <a:lnTo>
                  <a:pt x="942" y="37397"/>
                </a:lnTo>
                <a:lnTo>
                  <a:pt x="942" y="37451"/>
                </a:lnTo>
                <a:lnTo>
                  <a:pt x="942" y="37632"/>
                </a:lnTo>
                <a:lnTo>
                  <a:pt x="942" y="37741"/>
                </a:lnTo>
                <a:lnTo>
                  <a:pt x="942" y="37886"/>
                </a:lnTo>
                <a:cubicBezTo>
                  <a:pt x="942" y="37913"/>
                  <a:pt x="932" y="38059"/>
                  <a:pt x="927" y="38059"/>
                </a:cubicBezTo>
                <a:cubicBezTo>
                  <a:pt x="925" y="38059"/>
                  <a:pt x="924" y="38046"/>
                  <a:pt x="924" y="38012"/>
                </a:cubicBezTo>
                <a:cubicBezTo>
                  <a:pt x="924" y="38012"/>
                  <a:pt x="913" y="38151"/>
                  <a:pt x="899" y="38151"/>
                </a:cubicBezTo>
                <a:cubicBezTo>
                  <a:pt x="895" y="38151"/>
                  <a:pt x="892" y="38143"/>
                  <a:pt x="888" y="38121"/>
                </a:cubicBezTo>
                <a:cubicBezTo>
                  <a:pt x="888" y="38146"/>
                  <a:pt x="880" y="38212"/>
                  <a:pt x="868" y="38212"/>
                </a:cubicBezTo>
                <a:cubicBezTo>
                  <a:pt x="863" y="38212"/>
                  <a:pt x="857" y="38198"/>
                  <a:pt x="852" y="38157"/>
                </a:cubicBezTo>
                <a:cubicBezTo>
                  <a:pt x="852" y="38172"/>
                  <a:pt x="840" y="38268"/>
                  <a:pt x="826" y="38268"/>
                </a:cubicBezTo>
                <a:cubicBezTo>
                  <a:pt x="823" y="38268"/>
                  <a:pt x="819" y="38262"/>
                  <a:pt x="815" y="38248"/>
                </a:cubicBezTo>
                <a:cubicBezTo>
                  <a:pt x="814" y="38250"/>
                  <a:pt x="813" y="38252"/>
                  <a:pt x="812" y="38252"/>
                </a:cubicBezTo>
                <a:cubicBezTo>
                  <a:pt x="800" y="38252"/>
                  <a:pt x="788" y="38153"/>
                  <a:pt x="783" y="38153"/>
                </a:cubicBezTo>
                <a:cubicBezTo>
                  <a:pt x="781" y="38153"/>
                  <a:pt x="779" y="38169"/>
                  <a:pt x="779" y="38212"/>
                </a:cubicBezTo>
                <a:cubicBezTo>
                  <a:pt x="776" y="38206"/>
                  <a:pt x="772" y="38204"/>
                  <a:pt x="769" y="38204"/>
                </a:cubicBezTo>
                <a:cubicBezTo>
                  <a:pt x="742" y="38204"/>
                  <a:pt x="716" y="38340"/>
                  <a:pt x="698" y="38340"/>
                </a:cubicBezTo>
                <a:cubicBezTo>
                  <a:pt x="695" y="38340"/>
                  <a:pt x="692" y="38334"/>
                  <a:pt x="689" y="38320"/>
                </a:cubicBezTo>
                <a:cubicBezTo>
                  <a:pt x="682" y="38304"/>
                  <a:pt x="676" y="38299"/>
                  <a:pt x="670" y="38299"/>
                </a:cubicBezTo>
                <a:cubicBezTo>
                  <a:pt x="652" y="38299"/>
                  <a:pt x="634" y="38349"/>
                  <a:pt x="620" y="38349"/>
                </a:cubicBezTo>
                <a:cubicBezTo>
                  <a:pt x="611" y="38349"/>
                  <a:pt x="604" y="38329"/>
                  <a:pt x="598" y="38266"/>
                </a:cubicBezTo>
                <a:cubicBezTo>
                  <a:pt x="593" y="38270"/>
                  <a:pt x="587" y="38271"/>
                  <a:pt x="582" y="38271"/>
                </a:cubicBezTo>
                <a:cubicBezTo>
                  <a:pt x="551" y="38271"/>
                  <a:pt x="528" y="38217"/>
                  <a:pt x="516" y="38217"/>
                </a:cubicBezTo>
                <a:cubicBezTo>
                  <a:pt x="511" y="38217"/>
                  <a:pt x="508" y="38229"/>
                  <a:pt x="508" y="38266"/>
                </a:cubicBezTo>
                <a:cubicBezTo>
                  <a:pt x="508" y="38336"/>
                  <a:pt x="505" y="38355"/>
                  <a:pt x="500" y="38355"/>
                </a:cubicBezTo>
                <a:cubicBezTo>
                  <a:pt x="494" y="38355"/>
                  <a:pt x="485" y="38332"/>
                  <a:pt x="470" y="38332"/>
                </a:cubicBezTo>
                <a:cubicBezTo>
                  <a:pt x="461" y="38332"/>
                  <a:pt x="449" y="38342"/>
                  <a:pt x="435" y="38375"/>
                </a:cubicBezTo>
                <a:cubicBezTo>
                  <a:pt x="425" y="38404"/>
                  <a:pt x="410" y="38418"/>
                  <a:pt x="392" y="38418"/>
                </a:cubicBezTo>
                <a:cubicBezTo>
                  <a:pt x="377" y="38418"/>
                  <a:pt x="361" y="38409"/>
                  <a:pt x="345" y="38393"/>
                </a:cubicBezTo>
                <a:cubicBezTo>
                  <a:pt x="342" y="38390"/>
                  <a:pt x="340" y="38389"/>
                  <a:pt x="337" y="38389"/>
                </a:cubicBezTo>
                <a:cubicBezTo>
                  <a:pt x="318" y="38389"/>
                  <a:pt x="286" y="38449"/>
                  <a:pt x="254" y="38592"/>
                </a:cubicBezTo>
                <a:cubicBezTo>
                  <a:pt x="254" y="38646"/>
                  <a:pt x="218" y="38700"/>
                  <a:pt x="164" y="38719"/>
                </a:cubicBezTo>
                <a:cubicBezTo>
                  <a:pt x="154" y="38782"/>
                  <a:pt x="141" y="38787"/>
                  <a:pt x="127" y="38787"/>
                </a:cubicBezTo>
                <a:cubicBezTo>
                  <a:pt x="125" y="38787"/>
                  <a:pt x="123" y="38786"/>
                  <a:pt x="121" y="38786"/>
                </a:cubicBezTo>
                <a:cubicBezTo>
                  <a:pt x="109" y="38786"/>
                  <a:pt x="99" y="38790"/>
                  <a:pt x="91" y="38827"/>
                </a:cubicBezTo>
                <a:lnTo>
                  <a:pt x="1" y="38918"/>
                </a:lnTo>
                <a:lnTo>
                  <a:pt x="55434" y="38918"/>
                </a:lnTo>
                <a:lnTo>
                  <a:pt x="55325" y="38863"/>
                </a:lnTo>
                <a:lnTo>
                  <a:pt x="55072" y="38755"/>
                </a:lnTo>
                <a:cubicBezTo>
                  <a:pt x="54988" y="38705"/>
                  <a:pt x="54889" y="38608"/>
                  <a:pt x="54774" y="38608"/>
                </a:cubicBezTo>
                <a:cubicBezTo>
                  <a:pt x="54765" y="38608"/>
                  <a:pt x="54755" y="38609"/>
                  <a:pt x="54746" y="38610"/>
                </a:cubicBezTo>
                <a:cubicBezTo>
                  <a:pt x="54691" y="38610"/>
                  <a:pt x="54637" y="38483"/>
                  <a:pt x="54583" y="38447"/>
                </a:cubicBezTo>
                <a:cubicBezTo>
                  <a:pt x="54546" y="38447"/>
                  <a:pt x="54510" y="38334"/>
                  <a:pt x="54474" y="38334"/>
                </a:cubicBezTo>
                <a:cubicBezTo>
                  <a:pt x="54456" y="38334"/>
                  <a:pt x="54438" y="38362"/>
                  <a:pt x="54420" y="38447"/>
                </a:cubicBezTo>
                <a:cubicBezTo>
                  <a:pt x="54365" y="38447"/>
                  <a:pt x="54311" y="38483"/>
                  <a:pt x="54275" y="38538"/>
                </a:cubicBezTo>
                <a:cubicBezTo>
                  <a:pt x="54239" y="38483"/>
                  <a:pt x="54202" y="38411"/>
                  <a:pt x="54166" y="38338"/>
                </a:cubicBezTo>
                <a:cubicBezTo>
                  <a:pt x="54148" y="38139"/>
                  <a:pt x="54112" y="38121"/>
                  <a:pt x="54094" y="38085"/>
                </a:cubicBezTo>
                <a:cubicBezTo>
                  <a:pt x="54076" y="38157"/>
                  <a:pt x="54076" y="38230"/>
                  <a:pt x="54076" y="38284"/>
                </a:cubicBezTo>
                <a:cubicBezTo>
                  <a:pt x="54076" y="38189"/>
                  <a:pt x="54071" y="38164"/>
                  <a:pt x="54063" y="38164"/>
                </a:cubicBezTo>
                <a:cubicBezTo>
                  <a:pt x="54054" y="38164"/>
                  <a:pt x="54040" y="38193"/>
                  <a:pt x="54021" y="38193"/>
                </a:cubicBezTo>
                <a:cubicBezTo>
                  <a:pt x="53985" y="38193"/>
                  <a:pt x="53949" y="38212"/>
                  <a:pt x="53913" y="38230"/>
                </a:cubicBezTo>
                <a:cubicBezTo>
                  <a:pt x="53891" y="38251"/>
                  <a:pt x="53876" y="38260"/>
                  <a:pt x="53864" y="38260"/>
                </a:cubicBezTo>
                <a:cubicBezTo>
                  <a:pt x="53855" y="38260"/>
                  <a:pt x="53848" y="38255"/>
                  <a:pt x="53840" y="38248"/>
                </a:cubicBezTo>
                <a:cubicBezTo>
                  <a:pt x="53804" y="38230"/>
                  <a:pt x="53768" y="38212"/>
                  <a:pt x="53750" y="38193"/>
                </a:cubicBezTo>
                <a:cubicBezTo>
                  <a:pt x="53743" y="38197"/>
                  <a:pt x="53738" y="38198"/>
                  <a:pt x="53732" y="38198"/>
                </a:cubicBezTo>
                <a:cubicBezTo>
                  <a:pt x="53707" y="38198"/>
                  <a:pt x="53689" y="38163"/>
                  <a:pt x="53659" y="38103"/>
                </a:cubicBezTo>
                <a:cubicBezTo>
                  <a:pt x="53648" y="38071"/>
                  <a:pt x="53631" y="38032"/>
                  <a:pt x="53616" y="38032"/>
                </a:cubicBezTo>
                <a:cubicBezTo>
                  <a:pt x="53604" y="38032"/>
                  <a:pt x="53594" y="38051"/>
                  <a:pt x="53587" y="38103"/>
                </a:cubicBezTo>
                <a:cubicBezTo>
                  <a:pt x="53572" y="38155"/>
                  <a:pt x="53560" y="38173"/>
                  <a:pt x="53549" y="38173"/>
                </a:cubicBezTo>
                <a:cubicBezTo>
                  <a:pt x="53533" y="38173"/>
                  <a:pt x="53517" y="38135"/>
                  <a:pt x="53496" y="38103"/>
                </a:cubicBezTo>
                <a:cubicBezTo>
                  <a:pt x="53478" y="38103"/>
                  <a:pt x="53442" y="38139"/>
                  <a:pt x="53424" y="38157"/>
                </a:cubicBezTo>
                <a:cubicBezTo>
                  <a:pt x="53420" y="38140"/>
                  <a:pt x="53417" y="38133"/>
                  <a:pt x="53413" y="38133"/>
                </a:cubicBezTo>
                <a:cubicBezTo>
                  <a:pt x="53401" y="38133"/>
                  <a:pt x="53388" y="38221"/>
                  <a:pt x="53376" y="38221"/>
                </a:cubicBezTo>
                <a:cubicBezTo>
                  <a:pt x="53374" y="38221"/>
                  <a:pt x="53372" y="38218"/>
                  <a:pt x="53369" y="38212"/>
                </a:cubicBezTo>
                <a:cubicBezTo>
                  <a:pt x="53367" y="38214"/>
                  <a:pt x="53365" y="38215"/>
                  <a:pt x="53363" y="38215"/>
                </a:cubicBezTo>
                <a:cubicBezTo>
                  <a:pt x="53347" y="38215"/>
                  <a:pt x="53333" y="38159"/>
                  <a:pt x="53333" y="38049"/>
                </a:cubicBezTo>
                <a:cubicBezTo>
                  <a:pt x="53321" y="37952"/>
                  <a:pt x="53309" y="37928"/>
                  <a:pt x="53297" y="37928"/>
                </a:cubicBezTo>
                <a:cubicBezTo>
                  <a:pt x="53291" y="37928"/>
                  <a:pt x="53285" y="37934"/>
                  <a:pt x="53279" y="37940"/>
                </a:cubicBezTo>
                <a:cubicBezTo>
                  <a:pt x="53276" y="37943"/>
                  <a:pt x="53272" y="37944"/>
                  <a:pt x="53268" y="37944"/>
                </a:cubicBezTo>
                <a:cubicBezTo>
                  <a:pt x="53260" y="37944"/>
                  <a:pt x="53251" y="37940"/>
                  <a:pt x="53240" y="37940"/>
                </a:cubicBezTo>
                <a:cubicBezTo>
                  <a:pt x="53224" y="37940"/>
                  <a:pt x="53206" y="37949"/>
                  <a:pt x="53188" y="37994"/>
                </a:cubicBezTo>
                <a:cubicBezTo>
                  <a:pt x="53173" y="38031"/>
                  <a:pt x="53165" y="38038"/>
                  <a:pt x="53158" y="38038"/>
                </a:cubicBezTo>
                <a:cubicBezTo>
                  <a:pt x="53155" y="38038"/>
                  <a:pt x="53152" y="38036"/>
                  <a:pt x="53149" y="38036"/>
                </a:cubicBezTo>
                <a:cubicBezTo>
                  <a:pt x="53144" y="38036"/>
                  <a:pt x="53140" y="38041"/>
                  <a:pt x="53134" y="38067"/>
                </a:cubicBezTo>
                <a:cubicBezTo>
                  <a:pt x="53116" y="38049"/>
                  <a:pt x="53098" y="38012"/>
                  <a:pt x="53080" y="37976"/>
                </a:cubicBezTo>
                <a:cubicBezTo>
                  <a:pt x="53070" y="38016"/>
                  <a:pt x="53054" y="38029"/>
                  <a:pt x="53039" y="38029"/>
                </a:cubicBezTo>
                <a:cubicBezTo>
                  <a:pt x="53027" y="38029"/>
                  <a:pt x="53015" y="38020"/>
                  <a:pt x="53007" y="38012"/>
                </a:cubicBezTo>
                <a:cubicBezTo>
                  <a:pt x="53003" y="38012"/>
                  <a:pt x="53000" y="38013"/>
                  <a:pt x="52996" y="38013"/>
                </a:cubicBezTo>
                <a:cubicBezTo>
                  <a:pt x="52981" y="38013"/>
                  <a:pt x="52964" y="38001"/>
                  <a:pt x="52935" y="37886"/>
                </a:cubicBezTo>
                <a:cubicBezTo>
                  <a:pt x="52924" y="37928"/>
                  <a:pt x="52907" y="37977"/>
                  <a:pt x="52891" y="37977"/>
                </a:cubicBezTo>
                <a:cubicBezTo>
                  <a:pt x="52880" y="37977"/>
                  <a:pt x="52870" y="37953"/>
                  <a:pt x="52862" y="37886"/>
                </a:cubicBezTo>
                <a:cubicBezTo>
                  <a:pt x="52855" y="37904"/>
                  <a:pt x="52848" y="37911"/>
                  <a:pt x="52842" y="37911"/>
                </a:cubicBezTo>
                <a:cubicBezTo>
                  <a:pt x="52821" y="37911"/>
                  <a:pt x="52805" y="37826"/>
                  <a:pt x="52781" y="37826"/>
                </a:cubicBezTo>
                <a:cubicBezTo>
                  <a:pt x="52778" y="37826"/>
                  <a:pt x="52775" y="37828"/>
                  <a:pt x="52772" y="37831"/>
                </a:cubicBezTo>
                <a:cubicBezTo>
                  <a:pt x="52754" y="37849"/>
                  <a:pt x="52754" y="37867"/>
                  <a:pt x="52735" y="37886"/>
                </a:cubicBezTo>
                <a:cubicBezTo>
                  <a:pt x="52735" y="37891"/>
                  <a:pt x="52735" y="37894"/>
                  <a:pt x="52734" y="37894"/>
                </a:cubicBezTo>
                <a:cubicBezTo>
                  <a:pt x="52730" y="37894"/>
                  <a:pt x="52715" y="37820"/>
                  <a:pt x="52699" y="37759"/>
                </a:cubicBezTo>
                <a:cubicBezTo>
                  <a:pt x="52687" y="37698"/>
                  <a:pt x="52677" y="37678"/>
                  <a:pt x="52668" y="37678"/>
                </a:cubicBezTo>
                <a:cubicBezTo>
                  <a:pt x="52649" y="37678"/>
                  <a:pt x="52633" y="37759"/>
                  <a:pt x="52609" y="37759"/>
                </a:cubicBezTo>
                <a:cubicBezTo>
                  <a:pt x="52601" y="37796"/>
                  <a:pt x="52594" y="37803"/>
                  <a:pt x="52588" y="37803"/>
                </a:cubicBezTo>
                <a:cubicBezTo>
                  <a:pt x="52584" y="37803"/>
                  <a:pt x="52581" y="37800"/>
                  <a:pt x="52579" y="37800"/>
                </a:cubicBezTo>
                <a:cubicBezTo>
                  <a:pt x="52575" y="37800"/>
                  <a:pt x="52572" y="37805"/>
                  <a:pt x="52572" y="37831"/>
                </a:cubicBezTo>
                <a:cubicBezTo>
                  <a:pt x="52554" y="37759"/>
                  <a:pt x="52536" y="37759"/>
                  <a:pt x="52518" y="37723"/>
                </a:cubicBezTo>
                <a:cubicBezTo>
                  <a:pt x="52517" y="37724"/>
                  <a:pt x="52516" y="37725"/>
                  <a:pt x="52514" y="37725"/>
                </a:cubicBezTo>
                <a:cubicBezTo>
                  <a:pt x="52500" y="37725"/>
                  <a:pt x="52499" y="37628"/>
                  <a:pt x="52482" y="37578"/>
                </a:cubicBezTo>
                <a:cubicBezTo>
                  <a:pt x="52476" y="37516"/>
                  <a:pt x="52471" y="37492"/>
                  <a:pt x="52465" y="37492"/>
                </a:cubicBezTo>
                <a:cubicBezTo>
                  <a:pt x="52453" y="37492"/>
                  <a:pt x="52440" y="37606"/>
                  <a:pt x="52428" y="37668"/>
                </a:cubicBezTo>
                <a:cubicBezTo>
                  <a:pt x="52428" y="37614"/>
                  <a:pt x="52409" y="37541"/>
                  <a:pt x="52391" y="37487"/>
                </a:cubicBezTo>
                <a:cubicBezTo>
                  <a:pt x="52384" y="37487"/>
                  <a:pt x="52377" y="37484"/>
                  <a:pt x="52371" y="37484"/>
                </a:cubicBezTo>
                <a:cubicBezTo>
                  <a:pt x="52362" y="37484"/>
                  <a:pt x="52355" y="37491"/>
                  <a:pt x="52355" y="37523"/>
                </a:cubicBezTo>
                <a:cubicBezTo>
                  <a:pt x="52337" y="37523"/>
                  <a:pt x="52319" y="37668"/>
                  <a:pt x="52301" y="37686"/>
                </a:cubicBezTo>
                <a:cubicBezTo>
                  <a:pt x="52299" y="37684"/>
                  <a:pt x="52297" y="37683"/>
                  <a:pt x="52295" y="37683"/>
                </a:cubicBezTo>
                <a:cubicBezTo>
                  <a:pt x="52290" y="37683"/>
                  <a:pt x="52287" y="37689"/>
                  <a:pt x="52284" y="37689"/>
                </a:cubicBezTo>
                <a:cubicBezTo>
                  <a:pt x="52279" y="37689"/>
                  <a:pt x="52274" y="37674"/>
                  <a:pt x="52265" y="37596"/>
                </a:cubicBezTo>
                <a:cubicBezTo>
                  <a:pt x="52252" y="37520"/>
                  <a:pt x="52242" y="37497"/>
                  <a:pt x="52232" y="37497"/>
                </a:cubicBezTo>
                <a:cubicBezTo>
                  <a:pt x="52217" y="37497"/>
                  <a:pt x="52204" y="37551"/>
                  <a:pt x="52186" y="37551"/>
                </a:cubicBezTo>
                <a:cubicBezTo>
                  <a:pt x="52182" y="37551"/>
                  <a:pt x="52178" y="37548"/>
                  <a:pt x="52174" y="37541"/>
                </a:cubicBezTo>
                <a:cubicBezTo>
                  <a:pt x="52167" y="37487"/>
                  <a:pt x="52158" y="37471"/>
                  <a:pt x="52148" y="37471"/>
                </a:cubicBezTo>
                <a:cubicBezTo>
                  <a:pt x="52133" y="37471"/>
                  <a:pt x="52117" y="37507"/>
                  <a:pt x="52106" y="37507"/>
                </a:cubicBezTo>
                <a:cubicBezTo>
                  <a:pt x="52104" y="37507"/>
                  <a:pt x="52103" y="37507"/>
                  <a:pt x="52102" y="37505"/>
                </a:cubicBezTo>
                <a:cubicBezTo>
                  <a:pt x="52095" y="37553"/>
                  <a:pt x="52088" y="37572"/>
                  <a:pt x="52082" y="37572"/>
                </a:cubicBezTo>
                <a:cubicBezTo>
                  <a:pt x="52072" y="37572"/>
                  <a:pt x="52065" y="37519"/>
                  <a:pt x="52065" y="37451"/>
                </a:cubicBezTo>
                <a:cubicBezTo>
                  <a:pt x="52054" y="37394"/>
                  <a:pt x="52043" y="37323"/>
                  <a:pt x="52036" y="37323"/>
                </a:cubicBezTo>
                <a:cubicBezTo>
                  <a:pt x="52032" y="37323"/>
                  <a:pt x="52029" y="37348"/>
                  <a:pt x="52029" y="37415"/>
                </a:cubicBezTo>
                <a:cubicBezTo>
                  <a:pt x="52029" y="37415"/>
                  <a:pt x="51993" y="37451"/>
                  <a:pt x="51993" y="37487"/>
                </a:cubicBezTo>
                <a:cubicBezTo>
                  <a:pt x="51985" y="37525"/>
                  <a:pt x="51978" y="37544"/>
                  <a:pt x="51972" y="37544"/>
                </a:cubicBezTo>
                <a:cubicBezTo>
                  <a:pt x="51963" y="37544"/>
                  <a:pt x="51957" y="37507"/>
                  <a:pt x="51957" y="37433"/>
                </a:cubicBezTo>
                <a:cubicBezTo>
                  <a:pt x="51942" y="37493"/>
                  <a:pt x="51930" y="37507"/>
                  <a:pt x="51919" y="37507"/>
                </a:cubicBezTo>
                <a:cubicBezTo>
                  <a:pt x="51912" y="37507"/>
                  <a:pt x="51905" y="37499"/>
                  <a:pt x="51899" y="37499"/>
                </a:cubicBezTo>
                <a:cubicBezTo>
                  <a:pt x="51894" y="37499"/>
                  <a:pt x="51889" y="37504"/>
                  <a:pt x="51884" y="37523"/>
                </a:cubicBezTo>
                <a:cubicBezTo>
                  <a:pt x="51884" y="37505"/>
                  <a:pt x="51866" y="37451"/>
                  <a:pt x="51848" y="37433"/>
                </a:cubicBezTo>
                <a:cubicBezTo>
                  <a:pt x="51848" y="37402"/>
                  <a:pt x="51842" y="37378"/>
                  <a:pt x="51837" y="37378"/>
                </a:cubicBezTo>
                <a:cubicBezTo>
                  <a:pt x="51834" y="37378"/>
                  <a:pt x="51830" y="37393"/>
                  <a:pt x="51830" y="37433"/>
                </a:cubicBezTo>
                <a:cubicBezTo>
                  <a:pt x="51830" y="37478"/>
                  <a:pt x="51818" y="37510"/>
                  <a:pt x="51803" y="37510"/>
                </a:cubicBezTo>
                <a:cubicBezTo>
                  <a:pt x="51800" y="37510"/>
                  <a:pt x="51797" y="37508"/>
                  <a:pt x="51794" y="37505"/>
                </a:cubicBezTo>
                <a:cubicBezTo>
                  <a:pt x="51794" y="37433"/>
                  <a:pt x="51776" y="37378"/>
                  <a:pt x="51776" y="37342"/>
                </a:cubicBezTo>
                <a:cubicBezTo>
                  <a:pt x="51770" y="37290"/>
                  <a:pt x="51765" y="37272"/>
                  <a:pt x="51760" y="37272"/>
                </a:cubicBezTo>
                <a:cubicBezTo>
                  <a:pt x="51750" y="37272"/>
                  <a:pt x="51739" y="37338"/>
                  <a:pt x="51729" y="37338"/>
                </a:cubicBezTo>
                <a:cubicBezTo>
                  <a:pt x="51726" y="37338"/>
                  <a:pt x="51724" y="37334"/>
                  <a:pt x="51721" y="37324"/>
                </a:cubicBezTo>
                <a:cubicBezTo>
                  <a:pt x="51685" y="37324"/>
                  <a:pt x="51649" y="37270"/>
                  <a:pt x="51649" y="37270"/>
                </a:cubicBezTo>
                <a:lnTo>
                  <a:pt x="51649" y="37216"/>
                </a:lnTo>
                <a:lnTo>
                  <a:pt x="51649" y="37143"/>
                </a:lnTo>
                <a:cubicBezTo>
                  <a:pt x="51649" y="37071"/>
                  <a:pt x="51649" y="36998"/>
                  <a:pt x="51649" y="36926"/>
                </a:cubicBezTo>
                <a:cubicBezTo>
                  <a:pt x="51649" y="36901"/>
                  <a:pt x="51649" y="36891"/>
                  <a:pt x="51649" y="36891"/>
                </a:cubicBezTo>
                <a:cubicBezTo>
                  <a:pt x="51648" y="36891"/>
                  <a:pt x="51645" y="36998"/>
                  <a:pt x="51631" y="36998"/>
                </a:cubicBezTo>
                <a:cubicBezTo>
                  <a:pt x="51625" y="37036"/>
                  <a:pt x="51618" y="37047"/>
                  <a:pt x="51612" y="37047"/>
                </a:cubicBezTo>
                <a:cubicBezTo>
                  <a:pt x="51602" y="37047"/>
                  <a:pt x="51591" y="37014"/>
                  <a:pt x="51581" y="37014"/>
                </a:cubicBezTo>
                <a:cubicBezTo>
                  <a:pt x="51579" y="37014"/>
                  <a:pt x="51578" y="37015"/>
                  <a:pt x="51576" y="37016"/>
                </a:cubicBezTo>
                <a:cubicBezTo>
                  <a:pt x="51572" y="36993"/>
                  <a:pt x="51567" y="36983"/>
                  <a:pt x="51562" y="36983"/>
                </a:cubicBezTo>
                <a:cubicBezTo>
                  <a:pt x="51549" y="36983"/>
                  <a:pt x="51536" y="37063"/>
                  <a:pt x="51522" y="37143"/>
                </a:cubicBezTo>
                <a:cubicBezTo>
                  <a:pt x="51520" y="37140"/>
                  <a:pt x="51519" y="37138"/>
                  <a:pt x="51517" y="37138"/>
                </a:cubicBezTo>
                <a:cubicBezTo>
                  <a:pt x="51505" y="37138"/>
                  <a:pt x="51494" y="37214"/>
                  <a:pt x="51489" y="37214"/>
                </a:cubicBezTo>
                <a:cubicBezTo>
                  <a:pt x="51487" y="37214"/>
                  <a:pt x="51486" y="37205"/>
                  <a:pt x="51486" y="37179"/>
                </a:cubicBezTo>
                <a:cubicBezTo>
                  <a:pt x="51468" y="37071"/>
                  <a:pt x="51468" y="37071"/>
                  <a:pt x="51450" y="37034"/>
                </a:cubicBezTo>
                <a:cubicBezTo>
                  <a:pt x="51450" y="37016"/>
                  <a:pt x="51432" y="37034"/>
                  <a:pt x="51432" y="36853"/>
                </a:cubicBezTo>
                <a:cubicBezTo>
                  <a:pt x="51395" y="36853"/>
                  <a:pt x="51377" y="36853"/>
                  <a:pt x="51359" y="36871"/>
                </a:cubicBezTo>
                <a:cubicBezTo>
                  <a:pt x="51351" y="36817"/>
                  <a:pt x="51344" y="36803"/>
                  <a:pt x="51337" y="36803"/>
                </a:cubicBezTo>
                <a:cubicBezTo>
                  <a:pt x="51330" y="36803"/>
                  <a:pt x="51325" y="36820"/>
                  <a:pt x="51323" y="36820"/>
                </a:cubicBezTo>
                <a:cubicBezTo>
                  <a:pt x="51323" y="36820"/>
                  <a:pt x="51323" y="36819"/>
                  <a:pt x="51323" y="36817"/>
                </a:cubicBezTo>
                <a:cubicBezTo>
                  <a:pt x="51305" y="36799"/>
                  <a:pt x="51305" y="36763"/>
                  <a:pt x="51287" y="36708"/>
                </a:cubicBezTo>
                <a:cubicBezTo>
                  <a:pt x="51287" y="36690"/>
                  <a:pt x="51269" y="36618"/>
                  <a:pt x="51250" y="36618"/>
                </a:cubicBezTo>
                <a:cubicBezTo>
                  <a:pt x="51241" y="36618"/>
                  <a:pt x="51232" y="36613"/>
                  <a:pt x="51223" y="36613"/>
                </a:cubicBezTo>
                <a:cubicBezTo>
                  <a:pt x="51214" y="36613"/>
                  <a:pt x="51205" y="36618"/>
                  <a:pt x="51196" y="36636"/>
                </a:cubicBezTo>
                <a:cubicBezTo>
                  <a:pt x="51168" y="36636"/>
                  <a:pt x="51139" y="36513"/>
                  <a:pt x="51111" y="36513"/>
                </a:cubicBezTo>
                <a:cubicBezTo>
                  <a:pt x="51103" y="36513"/>
                  <a:pt x="51095" y="36522"/>
                  <a:pt x="51088" y="36545"/>
                </a:cubicBezTo>
                <a:cubicBezTo>
                  <a:pt x="51069" y="36527"/>
                  <a:pt x="51069" y="36473"/>
                  <a:pt x="51051" y="36473"/>
                </a:cubicBezTo>
                <a:cubicBezTo>
                  <a:pt x="51033" y="36455"/>
                  <a:pt x="51015" y="36491"/>
                  <a:pt x="51015" y="36401"/>
                </a:cubicBezTo>
                <a:cubicBezTo>
                  <a:pt x="51001" y="36387"/>
                  <a:pt x="50998" y="36352"/>
                  <a:pt x="51005" y="36352"/>
                </a:cubicBezTo>
                <a:cubicBezTo>
                  <a:pt x="51007" y="36352"/>
                  <a:pt x="51011" y="36356"/>
                  <a:pt x="51015" y="36364"/>
                </a:cubicBezTo>
                <a:cubicBezTo>
                  <a:pt x="51033" y="36328"/>
                  <a:pt x="51033" y="36292"/>
                  <a:pt x="51033" y="36256"/>
                </a:cubicBezTo>
                <a:cubicBezTo>
                  <a:pt x="51033" y="36226"/>
                  <a:pt x="51033" y="36197"/>
                  <a:pt x="51023" y="36197"/>
                </a:cubicBezTo>
                <a:cubicBezTo>
                  <a:pt x="51021" y="36197"/>
                  <a:pt x="51018" y="36198"/>
                  <a:pt x="51015" y="36201"/>
                </a:cubicBezTo>
                <a:cubicBezTo>
                  <a:pt x="50997" y="36165"/>
                  <a:pt x="50961" y="36057"/>
                  <a:pt x="50943" y="36057"/>
                </a:cubicBezTo>
                <a:cubicBezTo>
                  <a:pt x="50943" y="36150"/>
                  <a:pt x="50939" y="36185"/>
                  <a:pt x="50933" y="36185"/>
                </a:cubicBezTo>
                <a:cubicBezTo>
                  <a:pt x="50919" y="36185"/>
                  <a:pt x="50895" y="36028"/>
                  <a:pt x="50870" y="35930"/>
                </a:cubicBezTo>
                <a:cubicBezTo>
                  <a:pt x="50836" y="35861"/>
                  <a:pt x="50801" y="35693"/>
                  <a:pt x="50751" y="35693"/>
                </a:cubicBezTo>
                <a:cubicBezTo>
                  <a:pt x="50749" y="35693"/>
                  <a:pt x="50746" y="35693"/>
                  <a:pt x="50743" y="35694"/>
                </a:cubicBezTo>
                <a:cubicBezTo>
                  <a:pt x="50741" y="35723"/>
                  <a:pt x="50738" y="35735"/>
                  <a:pt x="50735" y="35735"/>
                </a:cubicBezTo>
                <a:cubicBezTo>
                  <a:pt x="50722" y="35735"/>
                  <a:pt x="50708" y="35527"/>
                  <a:pt x="50687" y="35527"/>
                </a:cubicBezTo>
                <a:cubicBezTo>
                  <a:pt x="50682" y="35527"/>
                  <a:pt x="50677" y="35538"/>
                  <a:pt x="50671" y="35568"/>
                </a:cubicBezTo>
                <a:cubicBezTo>
                  <a:pt x="50653" y="35568"/>
                  <a:pt x="50635" y="35513"/>
                  <a:pt x="50599" y="35423"/>
                </a:cubicBezTo>
                <a:cubicBezTo>
                  <a:pt x="50591" y="35268"/>
                  <a:pt x="50581" y="35227"/>
                  <a:pt x="50570" y="35227"/>
                </a:cubicBezTo>
                <a:cubicBezTo>
                  <a:pt x="50558" y="35227"/>
                  <a:pt x="50545" y="35277"/>
                  <a:pt x="50535" y="35277"/>
                </a:cubicBezTo>
                <a:cubicBezTo>
                  <a:pt x="50532" y="35277"/>
                  <a:pt x="50529" y="35272"/>
                  <a:pt x="50526" y="35260"/>
                </a:cubicBezTo>
                <a:cubicBezTo>
                  <a:pt x="50516" y="35070"/>
                  <a:pt x="50499" y="34966"/>
                  <a:pt x="50483" y="34966"/>
                </a:cubicBezTo>
                <a:cubicBezTo>
                  <a:pt x="50472" y="34966"/>
                  <a:pt x="50461" y="35019"/>
                  <a:pt x="50454" y="35133"/>
                </a:cubicBezTo>
                <a:cubicBezTo>
                  <a:pt x="50444" y="34930"/>
                  <a:pt x="50435" y="34863"/>
                  <a:pt x="50424" y="34863"/>
                </a:cubicBezTo>
                <a:cubicBezTo>
                  <a:pt x="50412" y="34863"/>
                  <a:pt x="50399" y="34926"/>
                  <a:pt x="50381" y="34988"/>
                </a:cubicBezTo>
                <a:cubicBezTo>
                  <a:pt x="50377" y="34954"/>
                  <a:pt x="50373" y="34943"/>
                  <a:pt x="50369" y="34943"/>
                </a:cubicBezTo>
                <a:cubicBezTo>
                  <a:pt x="50360" y="34943"/>
                  <a:pt x="50352" y="34986"/>
                  <a:pt x="50344" y="34986"/>
                </a:cubicBezTo>
                <a:cubicBezTo>
                  <a:pt x="50338" y="34986"/>
                  <a:pt x="50333" y="34965"/>
                  <a:pt x="50327" y="34897"/>
                </a:cubicBezTo>
                <a:cubicBezTo>
                  <a:pt x="50321" y="34807"/>
                  <a:pt x="50314" y="34780"/>
                  <a:pt x="50306" y="34780"/>
                </a:cubicBezTo>
                <a:cubicBezTo>
                  <a:pt x="50295" y="34780"/>
                  <a:pt x="50284" y="34834"/>
                  <a:pt x="50278" y="34834"/>
                </a:cubicBezTo>
                <a:cubicBezTo>
                  <a:pt x="50275" y="34834"/>
                  <a:pt x="50273" y="34818"/>
                  <a:pt x="50273" y="34771"/>
                </a:cubicBezTo>
                <a:cubicBezTo>
                  <a:pt x="50273" y="34687"/>
                  <a:pt x="50257" y="34643"/>
                  <a:pt x="50241" y="34643"/>
                </a:cubicBezTo>
                <a:cubicBezTo>
                  <a:pt x="50233" y="34643"/>
                  <a:pt x="50224" y="34655"/>
                  <a:pt x="50218" y="34680"/>
                </a:cubicBezTo>
                <a:cubicBezTo>
                  <a:pt x="50218" y="34725"/>
                  <a:pt x="50212" y="34739"/>
                  <a:pt x="50205" y="34739"/>
                </a:cubicBezTo>
                <a:cubicBezTo>
                  <a:pt x="50195" y="34739"/>
                  <a:pt x="50182" y="34709"/>
                  <a:pt x="50182" y="34698"/>
                </a:cubicBezTo>
                <a:cubicBezTo>
                  <a:pt x="50180" y="34703"/>
                  <a:pt x="50179" y="34705"/>
                  <a:pt x="50177" y="34705"/>
                </a:cubicBezTo>
                <a:cubicBezTo>
                  <a:pt x="50164" y="34705"/>
                  <a:pt x="50152" y="34567"/>
                  <a:pt x="50139" y="34567"/>
                </a:cubicBezTo>
                <a:cubicBezTo>
                  <a:pt x="50135" y="34567"/>
                  <a:pt x="50131" y="34578"/>
                  <a:pt x="50128" y="34608"/>
                </a:cubicBezTo>
                <a:cubicBezTo>
                  <a:pt x="50113" y="34507"/>
                  <a:pt x="50099" y="34475"/>
                  <a:pt x="50085" y="34475"/>
                </a:cubicBezTo>
                <a:cubicBezTo>
                  <a:pt x="50081" y="34475"/>
                  <a:pt x="50077" y="34477"/>
                  <a:pt x="50073" y="34481"/>
                </a:cubicBezTo>
                <a:cubicBezTo>
                  <a:pt x="50063" y="34565"/>
                  <a:pt x="50052" y="34613"/>
                  <a:pt x="50042" y="34613"/>
                </a:cubicBezTo>
                <a:cubicBezTo>
                  <a:pt x="50034" y="34613"/>
                  <a:pt x="50027" y="34588"/>
                  <a:pt x="50019" y="34535"/>
                </a:cubicBezTo>
                <a:cubicBezTo>
                  <a:pt x="50017" y="34529"/>
                  <a:pt x="50015" y="34526"/>
                  <a:pt x="50013" y="34526"/>
                </a:cubicBezTo>
                <a:cubicBezTo>
                  <a:pt x="50001" y="34526"/>
                  <a:pt x="49989" y="34612"/>
                  <a:pt x="49977" y="34612"/>
                </a:cubicBezTo>
                <a:cubicBezTo>
                  <a:pt x="49973" y="34612"/>
                  <a:pt x="49969" y="34601"/>
                  <a:pt x="49965" y="34572"/>
                </a:cubicBezTo>
                <a:cubicBezTo>
                  <a:pt x="49961" y="34578"/>
                  <a:pt x="49958" y="34581"/>
                  <a:pt x="49955" y="34581"/>
                </a:cubicBezTo>
                <a:cubicBezTo>
                  <a:pt x="49940" y="34581"/>
                  <a:pt x="49925" y="34525"/>
                  <a:pt x="49910" y="34481"/>
                </a:cubicBezTo>
                <a:cubicBezTo>
                  <a:pt x="49906" y="34504"/>
                  <a:pt x="49900" y="34513"/>
                  <a:pt x="49893" y="34513"/>
                </a:cubicBezTo>
                <a:cubicBezTo>
                  <a:pt x="49875" y="34513"/>
                  <a:pt x="49851" y="34440"/>
                  <a:pt x="49838" y="34427"/>
                </a:cubicBezTo>
                <a:cubicBezTo>
                  <a:pt x="49828" y="34407"/>
                  <a:pt x="49818" y="34392"/>
                  <a:pt x="49811" y="34392"/>
                </a:cubicBezTo>
                <a:cubicBezTo>
                  <a:pt x="49805" y="34392"/>
                  <a:pt x="49802" y="34402"/>
                  <a:pt x="49802" y="34427"/>
                </a:cubicBezTo>
                <a:cubicBezTo>
                  <a:pt x="49820" y="34463"/>
                  <a:pt x="49820" y="34499"/>
                  <a:pt x="49802" y="34553"/>
                </a:cubicBezTo>
                <a:cubicBezTo>
                  <a:pt x="49802" y="34499"/>
                  <a:pt x="49802" y="34463"/>
                  <a:pt x="49784" y="34427"/>
                </a:cubicBezTo>
                <a:cubicBezTo>
                  <a:pt x="49773" y="34386"/>
                  <a:pt x="49763" y="34351"/>
                  <a:pt x="49750" y="34351"/>
                </a:cubicBezTo>
                <a:cubicBezTo>
                  <a:pt x="49739" y="34351"/>
                  <a:pt x="49727" y="34371"/>
                  <a:pt x="49711" y="34427"/>
                </a:cubicBezTo>
                <a:cubicBezTo>
                  <a:pt x="49675" y="34427"/>
                  <a:pt x="49639" y="34372"/>
                  <a:pt x="49584" y="34354"/>
                </a:cubicBezTo>
                <a:cubicBezTo>
                  <a:pt x="49574" y="34349"/>
                  <a:pt x="49562" y="34345"/>
                  <a:pt x="49549" y="34345"/>
                </a:cubicBezTo>
                <a:cubicBezTo>
                  <a:pt x="49517" y="34345"/>
                  <a:pt x="49478" y="34368"/>
                  <a:pt x="49440" y="34445"/>
                </a:cubicBezTo>
                <a:cubicBezTo>
                  <a:pt x="49430" y="34436"/>
                  <a:pt x="49421" y="34436"/>
                  <a:pt x="49410" y="34436"/>
                </a:cubicBezTo>
                <a:cubicBezTo>
                  <a:pt x="49399" y="34436"/>
                  <a:pt x="49385" y="34436"/>
                  <a:pt x="49367" y="34427"/>
                </a:cubicBezTo>
                <a:cubicBezTo>
                  <a:pt x="49365" y="34428"/>
                  <a:pt x="49363" y="34429"/>
                  <a:pt x="49361" y="34429"/>
                </a:cubicBezTo>
                <a:cubicBezTo>
                  <a:pt x="49350" y="34429"/>
                  <a:pt x="49336" y="34408"/>
                  <a:pt x="49322" y="34408"/>
                </a:cubicBezTo>
                <a:cubicBezTo>
                  <a:pt x="49312" y="34408"/>
                  <a:pt x="49302" y="34420"/>
                  <a:pt x="49295" y="34463"/>
                </a:cubicBezTo>
                <a:cubicBezTo>
                  <a:pt x="49285" y="34432"/>
                  <a:pt x="49269" y="34408"/>
                  <a:pt x="49254" y="34408"/>
                </a:cubicBezTo>
                <a:cubicBezTo>
                  <a:pt x="49242" y="34408"/>
                  <a:pt x="49230" y="34423"/>
                  <a:pt x="49222" y="34463"/>
                </a:cubicBezTo>
                <a:cubicBezTo>
                  <a:pt x="49214" y="34568"/>
                  <a:pt x="49202" y="34605"/>
                  <a:pt x="49190" y="34605"/>
                </a:cubicBezTo>
                <a:cubicBezTo>
                  <a:pt x="49175" y="34605"/>
                  <a:pt x="49160" y="34549"/>
                  <a:pt x="49150" y="34499"/>
                </a:cubicBezTo>
                <a:cubicBezTo>
                  <a:pt x="49137" y="34293"/>
                  <a:pt x="49124" y="34252"/>
                  <a:pt x="49118" y="34252"/>
                </a:cubicBezTo>
                <a:cubicBezTo>
                  <a:pt x="49115" y="34252"/>
                  <a:pt x="49114" y="34258"/>
                  <a:pt x="49114" y="34264"/>
                </a:cubicBezTo>
                <a:cubicBezTo>
                  <a:pt x="49112" y="34261"/>
                  <a:pt x="49111" y="34260"/>
                  <a:pt x="49110" y="34260"/>
                </a:cubicBezTo>
                <a:cubicBezTo>
                  <a:pt x="49094" y="34260"/>
                  <a:pt x="49077" y="34446"/>
                  <a:pt x="49061" y="34446"/>
                </a:cubicBezTo>
                <a:cubicBezTo>
                  <a:pt x="49061" y="34446"/>
                  <a:pt x="49060" y="34445"/>
                  <a:pt x="49059" y="34445"/>
                </a:cubicBezTo>
                <a:cubicBezTo>
                  <a:pt x="49059" y="34445"/>
                  <a:pt x="49046" y="34565"/>
                  <a:pt x="49031" y="34565"/>
                </a:cubicBezTo>
                <a:cubicBezTo>
                  <a:pt x="49028" y="34565"/>
                  <a:pt x="49026" y="34561"/>
                  <a:pt x="49023" y="34553"/>
                </a:cubicBezTo>
                <a:cubicBezTo>
                  <a:pt x="49011" y="34637"/>
                  <a:pt x="48999" y="34663"/>
                  <a:pt x="48988" y="34663"/>
                </a:cubicBezTo>
                <a:cubicBezTo>
                  <a:pt x="48968" y="34663"/>
                  <a:pt x="48950" y="34582"/>
                  <a:pt x="48938" y="34582"/>
                </a:cubicBezTo>
                <a:cubicBezTo>
                  <a:pt x="48936" y="34582"/>
                  <a:pt x="48934" y="34584"/>
                  <a:pt x="48932" y="34590"/>
                </a:cubicBezTo>
                <a:cubicBezTo>
                  <a:pt x="48901" y="34590"/>
                  <a:pt x="48870" y="34669"/>
                  <a:pt x="48839" y="34669"/>
                </a:cubicBezTo>
                <a:cubicBezTo>
                  <a:pt x="48834" y="34669"/>
                  <a:pt x="48829" y="34667"/>
                  <a:pt x="48824" y="34662"/>
                </a:cubicBezTo>
                <a:cubicBezTo>
                  <a:pt x="48811" y="34764"/>
                  <a:pt x="48798" y="34821"/>
                  <a:pt x="48786" y="34821"/>
                </a:cubicBezTo>
                <a:cubicBezTo>
                  <a:pt x="48780" y="34821"/>
                  <a:pt x="48775" y="34810"/>
                  <a:pt x="48769" y="34789"/>
                </a:cubicBezTo>
                <a:cubicBezTo>
                  <a:pt x="48767" y="34800"/>
                  <a:pt x="48764" y="34805"/>
                  <a:pt x="48761" y="34805"/>
                </a:cubicBezTo>
                <a:cubicBezTo>
                  <a:pt x="48748" y="34805"/>
                  <a:pt x="48735" y="34707"/>
                  <a:pt x="48722" y="34707"/>
                </a:cubicBezTo>
                <a:cubicBezTo>
                  <a:pt x="48720" y="34707"/>
                  <a:pt x="48717" y="34710"/>
                  <a:pt x="48715" y="34716"/>
                </a:cubicBezTo>
                <a:cubicBezTo>
                  <a:pt x="48706" y="34680"/>
                  <a:pt x="48697" y="34680"/>
                  <a:pt x="48688" y="34680"/>
                </a:cubicBezTo>
                <a:cubicBezTo>
                  <a:pt x="48679" y="34680"/>
                  <a:pt x="48670" y="34680"/>
                  <a:pt x="48661" y="34644"/>
                </a:cubicBezTo>
                <a:cubicBezTo>
                  <a:pt x="48645" y="34676"/>
                  <a:pt x="48629" y="34834"/>
                  <a:pt x="48613" y="34834"/>
                </a:cubicBezTo>
                <a:cubicBezTo>
                  <a:pt x="48611" y="34834"/>
                  <a:pt x="48609" y="34832"/>
                  <a:pt x="48606" y="34825"/>
                </a:cubicBezTo>
                <a:cubicBezTo>
                  <a:pt x="48594" y="34800"/>
                  <a:pt x="48573" y="34766"/>
                  <a:pt x="48548" y="34766"/>
                </a:cubicBezTo>
                <a:cubicBezTo>
                  <a:pt x="48538" y="34766"/>
                  <a:pt x="48527" y="34772"/>
                  <a:pt x="48516" y="34789"/>
                </a:cubicBezTo>
                <a:cubicBezTo>
                  <a:pt x="48514" y="34781"/>
                  <a:pt x="48512" y="34777"/>
                  <a:pt x="48510" y="34777"/>
                </a:cubicBezTo>
                <a:cubicBezTo>
                  <a:pt x="48500" y="34777"/>
                  <a:pt x="48497" y="34933"/>
                  <a:pt x="48486" y="34933"/>
                </a:cubicBezTo>
                <a:cubicBezTo>
                  <a:pt x="48484" y="34933"/>
                  <a:pt x="48482" y="34928"/>
                  <a:pt x="48480" y="34916"/>
                </a:cubicBezTo>
                <a:cubicBezTo>
                  <a:pt x="48480" y="34867"/>
                  <a:pt x="48476" y="34840"/>
                  <a:pt x="48470" y="34840"/>
                </a:cubicBezTo>
                <a:cubicBezTo>
                  <a:pt x="48463" y="34840"/>
                  <a:pt x="48453" y="34880"/>
                  <a:pt x="48444" y="34970"/>
                </a:cubicBezTo>
                <a:cubicBezTo>
                  <a:pt x="48444" y="34966"/>
                  <a:pt x="48444" y="34965"/>
                  <a:pt x="48443" y="34965"/>
                </a:cubicBezTo>
                <a:cubicBezTo>
                  <a:pt x="48443" y="34965"/>
                  <a:pt x="48441" y="34975"/>
                  <a:pt x="48435" y="34975"/>
                </a:cubicBezTo>
                <a:cubicBezTo>
                  <a:pt x="48432" y="34975"/>
                  <a:pt x="48429" y="34974"/>
                  <a:pt x="48425" y="34970"/>
                </a:cubicBezTo>
                <a:lnTo>
                  <a:pt x="48425" y="34879"/>
                </a:lnTo>
                <a:cubicBezTo>
                  <a:pt x="48425" y="34901"/>
                  <a:pt x="48423" y="34909"/>
                  <a:pt x="48420" y="34909"/>
                </a:cubicBezTo>
                <a:cubicBezTo>
                  <a:pt x="48409" y="34909"/>
                  <a:pt x="48385" y="34821"/>
                  <a:pt x="48371" y="34807"/>
                </a:cubicBezTo>
                <a:cubicBezTo>
                  <a:pt x="48371" y="34897"/>
                  <a:pt x="48353" y="34897"/>
                  <a:pt x="48353" y="34916"/>
                </a:cubicBezTo>
                <a:cubicBezTo>
                  <a:pt x="48345" y="34924"/>
                  <a:pt x="48340" y="34932"/>
                  <a:pt x="48336" y="34932"/>
                </a:cubicBezTo>
                <a:cubicBezTo>
                  <a:pt x="48331" y="34932"/>
                  <a:pt x="48327" y="34919"/>
                  <a:pt x="48317" y="34879"/>
                </a:cubicBezTo>
                <a:cubicBezTo>
                  <a:pt x="48299" y="34843"/>
                  <a:pt x="48281" y="34807"/>
                  <a:pt x="48244" y="34771"/>
                </a:cubicBezTo>
                <a:cubicBezTo>
                  <a:pt x="48226" y="34952"/>
                  <a:pt x="48208" y="34897"/>
                  <a:pt x="48190" y="34952"/>
                </a:cubicBezTo>
                <a:cubicBezTo>
                  <a:pt x="48186" y="34954"/>
                  <a:pt x="48181" y="34955"/>
                  <a:pt x="48177" y="34955"/>
                </a:cubicBezTo>
                <a:cubicBezTo>
                  <a:pt x="48149" y="34955"/>
                  <a:pt x="48133" y="34898"/>
                  <a:pt x="48118" y="34771"/>
                </a:cubicBezTo>
                <a:cubicBezTo>
                  <a:pt x="48100" y="34779"/>
                  <a:pt x="48087" y="34800"/>
                  <a:pt x="48078" y="34800"/>
                </a:cubicBezTo>
                <a:cubicBezTo>
                  <a:pt x="48068" y="34800"/>
                  <a:pt x="48063" y="34775"/>
                  <a:pt x="48063" y="34680"/>
                </a:cubicBezTo>
                <a:cubicBezTo>
                  <a:pt x="48063" y="34573"/>
                  <a:pt x="48063" y="34547"/>
                  <a:pt x="48062" y="34547"/>
                </a:cubicBezTo>
                <a:cubicBezTo>
                  <a:pt x="48061" y="34547"/>
                  <a:pt x="48058" y="34570"/>
                  <a:pt x="48053" y="34570"/>
                </a:cubicBezTo>
                <a:cubicBezTo>
                  <a:pt x="48051" y="34570"/>
                  <a:pt x="48048" y="34566"/>
                  <a:pt x="48045" y="34553"/>
                </a:cubicBezTo>
                <a:cubicBezTo>
                  <a:pt x="48037" y="34522"/>
                  <a:pt x="48033" y="34504"/>
                  <a:pt x="48029" y="34504"/>
                </a:cubicBezTo>
                <a:cubicBezTo>
                  <a:pt x="48024" y="34504"/>
                  <a:pt x="48019" y="34536"/>
                  <a:pt x="48009" y="34608"/>
                </a:cubicBezTo>
                <a:cubicBezTo>
                  <a:pt x="47997" y="34596"/>
                  <a:pt x="47977" y="34445"/>
                  <a:pt x="47959" y="34445"/>
                </a:cubicBezTo>
                <a:cubicBezTo>
                  <a:pt x="47950" y="34445"/>
                  <a:pt x="47942" y="34482"/>
                  <a:pt x="47936" y="34590"/>
                </a:cubicBezTo>
                <a:cubicBezTo>
                  <a:pt x="47933" y="34586"/>
                  <a:pt x="47930" y="34585"/>
                  <a:pt x="47927" y="34585"/>
                </a:cubicBezTo>
                <a:cubicBezTo>
                  <a:pt x="47908" y="34585"/>
                  <a:pt x="47889" y="34634"/>
                  <a:pt x="47870" y="34634"/>
                </a:cubicBezTo>
                <a:cubicBezTo>
                  <a:pt x="47856" y="34634"/>
                  <a:pt x="47842" y="34608"/>
                  <a:pt x="47828" y="34517"/>
                </a:cubicBezTo>
                <a:cubicBezTo>
                  <a:pt x="47812" y="34408"/>
                  <a:pt x="47797" y="34379"/>
                  <a:pt x="47782" y="34379"/>
                </a:cubicBezTo>
                <a:cubicBezTo>
                  <a:pt x="47767" y="34379"/>
                  <a:pt x="47753" y="34414"/>
                  <a:pt x="47743" y="34414"/>
                </a:cubicBezTo>
                <a:cubicBezTo>
                  <a:pt x="47741" y="34414"/>
                  <a:pt x="47739" y="34412"/>
                  <a:pt x="47737" y="34409"/>
                </a:cubicBezTo>
                <a:cubicBezTo>
                  <a:pt x="47729" y="34448"/>
                  <a:pt x="47721" y="34464"/>
                  <a:pt x="47715" y="34464"/>
                </a:cubicBezTo>
                <a:cubicBezTo>
                  <a:pt x="47707" y="34464"/>
                  <a:pt x="47701" y="34439"/>
                  <a:pt x="47701" y="34409"/>
                </a:cubicBezTo>
                <a:cubicBezTo>
                  <a:pt x="47701" y="34354"/>
                  <a:pt x="47683" y="34282"/>
                  <a:pt x="47683" y="34227"/>
                </a:cubicBezTo>
                <a:cubicBezTo>
                  <a:pt x="47683" y="34191"/>
                  <a:pt x="47683" y="34178"/>
                  <a:pt x="47682" y="34178"/>
                </a:cubicBezTo>
                <a:cubicBezTo>
                  <a:pt x="47680" y="34178"/>
                  <a:pt x="47676" y="34206"/>
                  <a:pt x="47665" y="34227"/>
                </a:cubicBezTo>
                <a:lnTo>
                  <a:pt x="47665" y="34173"/>
                </a:lnTo>
                <a:cubicBezTo>
                  <a:pt x="47665" y="34049"/>
                  <a:pt x="47665" y="34019"/>
                  <a:pt x="47666" y="34019"/>
                </a:cubicBezTo>
                <a:cubicBezTo>
                  <a:pt x="47667" y="34019"/>
                  <a:pt x="47669" y="34046"/>
                  <a:pt x="47674" y="34046"/>
                </a:cubicBezTo>
                <a:cubicBezTo>
                  <a:pt x="47676" y="34046"/>
                  <a:pt x="47679" y="34038"/>
                  <a:pt x="47683" y="34010"/>
                </a:cubicBezTo>
                <a:cubicBezTo>
                  <a:pt x="47683" y="34016"/>
                  <a:pt x="47683" y="34019"/>
                  <a:pt x="47684" y="34019"/>
                </a:cubicBezTo>
                <a:cubicBezTo>
                  <a:pt x="47688" y="34019"/>
                  <a:pt x="47701" y="33956"/>
                  <a:pt x="47701" y="33956"/>
                </a:cubicBezTo>
                <a:lnTo>
                  <a:pt x="47701" y="33829"/>
                </a:lnTo>
                <a:lnTo>
                  <a:pt x="47701" y="33793"/>
                </a:lnTo>
                <a:lnTo>
                  <a:pt x="47701" y="33666"/>
                </a:lnTo>
                <a:lnTo>
                  <a:pt x="47701" y="33521"/>
                </a:lnTo>
                <a:lnTo>
                  <a:pt x="47701" y="33413"/>
                </a:lnTo>
                <a:cubicBezTo>
                  <a:pt x="47701" y="33358"/>
                  <a:pt x="47701" y="33304"/>
                  <a:pt x="47701" y="33268"/>
                </a:cubicBezTo>
                <a:cubicBezTo>
                  <a:pt x="47701" y="33213"/>
                  <a:pt x="47701" y="33250"/>
                  <a:pt x="47683" y="33105"/>
                </a:cubicBezTo>
                <a:cubicBezTo>
                  <a:pt x="47683" y="33088"/>
                  <a:pt x="47682" y="33082"/>
                  <a:pt x="47681" y="33082"/>
                </a:cubicBezTo>
                <a:cubicBezTo>
                  <a:pt x="47676" y="33082"/>
                  <a:pt x="47667" y="33143"/>
                  <a:pt x="47665" y="33143"/>
                </a:cubicBezTo>
                <a:cubicBezTo>
                  <a:pt x="47665" y="33143"/>
                  <a:pt x="47665" y="33142"/>
                  <a:pt x="47665" y="33141"/>
                </a:cubicBezTo>
                <a:cubicBezTo>
                  <a:pt x="47651" y="33113"/>
                  <a:pt x="47626" y="33075"/>
                  <a:pt x="47599" y="33075"/>
                </a:cubicBezTo>
                <a:cubicBezTo>
                  <a:pt x="47591" y="33075"/>
                  <a:pt x="47583" y="33078"/>
                  <a:pt x="47574" y="33087"/>
                </a:cubicBezTo>
                <a:cubicBezTo>
                  <a:pt x="47574" y="33032"/>
                  <a:pt x="47556" y="32996"/>
                  <a:pt x="47538" y="32960"/>
                </a:cubicBezTo>
                <a:cubicBezTo>
                  <a:pt x="47520" y="32924"/>
                  <a:pt x="47502" y="32905"/>
                  <a:pt x="47484" y="32905"/>
                </a:cubicBezTo>
                <a:cubicBezTo>
                  <a:pt x="47466" y="32905"/>
                  <a:pt x="47447" y="32942"/>
                  <a:pt x="47447" y="33068"/>
                </a:cubicBezTo>
                <a:cubicBezTo>
                  <a:pt x="47447" y="32909"/>
                  <a:pt x="47435" y="32818"/>
                  <a:pt x="47414" y="32818"/>
                </a:cubicBezTo>
                <a:cubicBezTo>
                  <a:pt x="47399" y="32818"/>
                  <a:pt x="47379" y="32863"/>
                  <a:pt x="47357" y="32960"/>
                </a:cubicBezTo>
                <a:cubicBezTo>
                  <a:pt x="47339" y="32851"/>
                  <a:pt x="47266" y="32779"/>
                  <a:pt x="47158" y="32742"/>
                </a:cubicBezTo>
                <a:cubicBezTo>
                  <a:pt x="47112" y="32742"/>
                  <a:pt x="47066" y="32497"/>
                  <a:pt x="47042" y="32497"/>
                </a:cubicBezTo>
                <a:cubicBezTo>
                  <a:pt x="47037" y="32497"/>
                  <a:pt x="47034" y="32505"/>
                  <a:pt x="47031" y="32525"/>
                </a:cubicBezTo>
                <a:cubicBezTo>
                  <a:pt x="47031" y="32441"/>
                  <a:pt x="47023" y="32325"/>
                  <a:pt x="47012" y="32325"/>
                </a:cubicBezTo>
                <a:cubicBezTo>
                  <a:pt x="47007" y="32325"/>
                  <a:pt x="47001" y="32355"/>
                  <a:pt x="46995" y="32435"/>
                </a:cubicBezTo>
                <a:cubicBezTo>
                  <a:pt x="46995" y="32380"/>
                  <a:pt x="46977" y="32416"/>
                  <a:pt x="46959" y="32326"/>
                </a:cubicBezTo>
                <a:cubicBezTo>
                  <a:pt x="46959" y="32331"/>
                  <a:pt x="46958" y="32333"/>
                  <a:pt x="46958" y="32333"/>
                </a:cubicBezTo>
                <a:cubicBezTo>
                  <a:pt x="46956" y="32333"/>
                  <a:pt x="46944" y="32175"/>
                  <a:pt x="46931" y="32175"/>
                </a:cubicBezTo>
                <a:cubicBezTo>
                  <a:pt x="46928" y="32175"/>
                  <a:pt x="46925" y="32182"/>
                  <a:pt x="46922" y="32199"/>
                </a:cubicBezTo>
                <a:cubicBezTo>
                  <a:pt x="46922" y="32080"/>
                  <a:pt x="46913" y="32039"/>
                  <a:pt x="46900" y="32039"/>
                </a:cubicBezTo>
                <a:cubicBezTo>
                  <a:pt x="46896" y="32039"/>
                  <a:pt x="46891" y="32044"/>
                  <a:pt x="46886" y="32054"/>
                </a:cubicBezTo>
                <a:cubicBezTo>
                  <a:pt x="46868" y="32000"/>
                  <a:pt x="46868" y="31946"/>
                  <a:pt x="46850" y="31891"/>
                </a:cubicBezTo>
                <a:cubicBezTo>
                  <a:pt x="46839" y="31848"/>
                  <a:pt x="46835" y="31812"/>
                  <a:pt x="46829" y="31812"/>
                </a:cubicBezTo>
                <a:cubicBezTo>
                  <a:pt x="46825" y="31812"/>
                  <a:pt x="46821" y="31829"/>
                  <a:pt x="46814" y="31873"/>
                </a:cubicBezTo>
                <a:cubicBezTo>
                  <a:pt x="46774" y="31873"/>
                  <a:pt x="46734" y="31651"/>
                  <a:pt x="46695" y="31651"/>
                </a:cubicBezTo>
                <a:cubicBezTo>
                  <a:pt x="46680" y="31651"/>
                  <a:pt x="46665" y="31681"/>
                  <a:pt x="46651" y="31765"/>
                </a:cubicBezTo>
                <a:cubicBezTo>
                  <a:pt x="46608" y="31712"/>
                  <a:pt x="46572" y="31684"/>
                  <a:pt x="46543" y="31684"/>
                </a:cubicBezTo>
                <a:cubicBezTo>
                  <a:pt x="46521" y="31684"/>
                  <a:pt x="46503" y="31698"/>
                  <a:pt x="46488" y="31728"/>
                </a:cubicBezTo>
                <a:cubicBezTo>
                  <a:pt x="46451" y="31728"/>
                  <a:pt x="46415" y="31728"/>
                  <a:pt x="46379" y="31765"/>
                </a:cubicBezTo>
                <a:cubicBezTo>
                  <a:pt x="46343" y="31801"/>
                  <a:pt x="46288" y="31891"/>
                  <a:pt x="46234" y="31891"/>
                </a:cubicBezTo>
                <a:cubicBezTo>
                  <a:pt x="46210" y="32046"/>
                  <a:pt x="46194" y="32161"/>
                  <a:pt x="46181" y="32161"/>
                </a:cubicBezTo>
                <a:cubicBezTo>
                  <a:pt x="46174" y="32161"/>
                  <a:pt x="46168" y="32129"/>
                  <a:pt x="46162" y="32054"/>
                </a:cubicBezTo>
                <a:cubicBezTo>
                  <a:pt x="46157" y="32109"/>
                  <a:pt x="46153" y="32127"/>
                  <a:pt x="46148" y="32127"/>
                </a:cubicBezTo>
                <a:cubicBezTo>
                  <a:pt x="46139" y="32127"/>
                  <a:pt x="46130" y="32054"/>
                  <a:pt x="46121" y="32054"/>
                </a:cubicBezTo>
                <a:cubicBezTo>
                  <a:pt x="46116" y="32054"/>
                  <a:pt x="46112" y="32072"/>
                  <a:pt x="46107" y="32127"/>
                </a:cubicBezTo>
                <a:cubicBezTo>
                  <a:pt x="46095" y="32215"/>
                  <a:pt x="46091" y="32260"/>
                  <a:pt x="46084" y="32260"/>
                </a:cubicBezTo>
                <a:cubicBezTo>
                  <a:pt x="46080" y="32260"/>
                  <a:pt x="46077" y="32252"/>
                  <a:pt x="46071" y="32235"/>
                </a:cubicBezTo>
                <a:cubicBezTo>
                  <a:pt x="46058" y="32235"/>
                  <a:pt x="46046" y="32390"/>
                  <a:pt x="46033" y="32390"/>
                </a:cubicBezTo>
                <a:cubicBezTo>
                  <a:pt x="46027" y="32390"/>
                  <a:pt x="46022" y="32364"/>
                  <a:pt x="46017" y="32290"/>
                </a:cubicBezTo>
                <a:cubicBezTo>
                  <a:pt x="46017" y="32308"/>
                  <a:pt x="46015" y="32316"/>
                  <a:pt x="46013" y="32316"/>
                </a:cubicBezTo>
                <a:cubicBezTo>
                  <a:pt x="46004" y="32316"/>
                  <a:pt x="45985" y="32243"/>
                  <a:pt x="45971" y="32243"/>
                </a:cubicBezTo>
                <a:cubicBezTo>
                  <a:pt x="45968" y="32243"/>
                  <a:pt x="45965" y="32246"/>
                  <a:pt x="45963" y="32254"/>
                </a:cubicBezTo>
                <a:cubicBezTo>
                  <a:pt x="45944" y="32235"/>
                  <a:pt x="45926" y="32213"/>
                  <a:pt x="45910" y="32213"/>
                </a:cubicBezTo>
                <a:cubicBezTo>
                  <a:pt x="45895" y="32213"/>
                  <a:pt x="45881" y="32235"/>
                  <a:pt x="45872" y="32308"/>
                </a:cubicBezTo>
                <a:cubicBezTo>
                  <a:pt x="45862" y="32303"/>
                  <a:pt x="45853" y="32301"/>
                  <a:pt x="45843" y="32301"/>
                </a:cubicBezTo>
                <a:cubicBezTo>
                  <a:pt x="45818" y="32301"/>
                  <a:pt x="45795" y="32318"/>
                  <a:pt x="45781" y="32344"/>
                </a:cubicBezTo>
                <a:cubicBezTo>
                  <a:pt x="45773" y="32361"/>
                  <a:pt x="45761" y="32374"/>
                  <a:pt x="45750" y="32374"/>
                </a:cubicBezTo>
                <a:cubicBezTo>
                  <a:pt x="45738" y="32374"/>
                  <a:pt x="45727" y="32356"/>
                  <a:pt x="45727" y="32308"/>
                </a:cubicBezTo>
                <a:cubicBezTo>
                  <a:pt x="45715" y="32308"/>
                  <a:pt x="45687" y="32340"/>
                  <a:pt x="45653" y="32340"/>
                </a:cubicBezTo>
                <a:cubicBezTo>
                  <a:pt x="45637" y="32340"/>
                  <a:pt x="45618" y="32332"/>
                  <a:pt x="45600" y="32308"/>
                </a:cubicBezTo>
                <a:cubicBezTo>
                  <a:pt x="45593" y="32298"/>
                  <a:pt x="45585" y="32294"/>
                  <a:pt x="45579" y="32294"/>
                </a:cubicBezTo>
                <a:cubicBezTo>
                  <a:pt x="45550" y="32294"/>
                  <a:pt x="45528" y="32367"/>
                  <a:pt x="45517" y="32367"/>
                </a:cubicBezTo>
                <a:cubicBezTo>
                  <a:pt x="45512" y="32367"/>
                  <a:pt x="45510" y="32352"/>
                  <a:pt x="45510" y="32308"/>
                </a:cubicBezTo>
                <a:cubicBezTo>
                  <a:pt x="45474" y="32380"/>
                  <a:pt x="45437" y="32435"/>
                  <a:pt x="45383" y="32489"/>
                </a:cubicBezTo>
                <a:cubicBezTo>
                  <a:pt x="45374" y="32483"/>
                  <a:pt x="45366" y="32480"/>
                  <a:pt x="45357" y="32480"/>
                </a:cubicBezTo>
                <a:cubicBezTo>
                  <a:pt x="45294" y="32480"/>
                  <a:pt x="45238" y="32640"/>
                  <a:pt x="45238" y="32688"/>
                </a:cubicBezTo>
                <a:lnTo>
                  <a:pt x="45238" y="32543"/>
                </a:lnTo>
                <a:lnTo>
                  <a:pt x="45238" y="32235"/>
                </a:lnTo>
                <a:lnTo>
                  <a:pt x="45238" y="31783"/>
                </a:lnTo>
                <a:lnTo>
                  <a:pt x="45347" y="31728"/>
                </a:lnTo>
                <a:lnTo>
                  <a:pt x="45383" y="31276"/>
                </a:lnTo>
                <a:lnTo>
                  <a:pt x="44152" y="31276"/>
                </a:lnTo>
                <a:lnTo>
                  <a:pt x="44170" y="31674"/>
                </a:lnTo>
                <a:lnTo>
                  <a:pt x="44278" y="31765"/>
                </a:lnTo>
                <a:lnTo>
                  <a:pt x="44278" y="32724"/>
                </a:lnTo>
                <a:lnTo>
                  <a:pt x="43916" y="32724"/>
                </a:lnTo>
                <a:lnTo>
                  <a:pt x="43916" y="32579"/>
                </a:lnTo>
                <a:lnTo>
                  <a:pt x="44007" y="32416"/>
                </a:lnTo>
                <a:lnTo>
                  <a:pt x="44007" y="31982"/>
                </a:lnTo>
                <a:lnTo>
                  <a:pt x="42811" y="31982"/>
                </a:lnTo>
                <a:lnTo>
                  <a:pt x="42811" y="32416"/>
                </a:lnTo>
                <a:lnTo>
                  <a:pt x="42956" y="32543"/>
                </a:lnTo>
                <a:lnTo>
                  <a:pt x="42956" y="33394"/>
                </a:lnTo>
                <a:lnTo>
                  <a:pt x="40131" y="33340"/>
                </a:lnTo>
                <a:lnTo>
                  <a:pt x="40131" y="31855"/>
                </a:lnTo>
                <a:lnTo>
                  <a:pt x="39715" y="31113"/>
                </a:lnTo>
                <a:lnTo>
                  <a:pt x="39606" y="29972"/>
                </a:lnTo>
                <a:lnTo>
                  <a:pt x="39497" y="31095"/>
                </a:lnTo>
                <a:lnTo>
                  <a:pt x="38954" y="31946"/>
                </a:lnTo>
                <a:lnTo>
                  <a:pt x="38900" y="28125"/>
                </a:lnTo>
                <a:lnTo>
                  <a:pt x="39117" y="27780"/>
                </a:lnTo>
                <a:lnTo>
                  <a:pt x="39117" y="25825"/>
                </a:lnTo>
                <a:lnTo>
                  <a:pt x="38954" y="25625"/>
                </a:lnTo>
                <a:lnTo>
                  <a:pt x="38701" y="24195"/>
                </a:lnTo>
                <a:lnTo>
                  <a:pt x="38447" y="25644"/>
                </a:lnTo>
                <a:lnTo>
                  <a:pt x="38320" y="25807"/>
                </a:lnTo>
                <a:lnTo>
                  <a:pt x="38320" y="26006"/>
                </a:lnTo>
                <a:lnTo>
                  <a:pt x="37958" y="25372"/>
                </a:lnTo>
                <a:lnTo>
                  <a:pt x="37849" y="24213"/>
                </a:lnTo>
                <a:lnTo>
                  <a:pt x="37777" y="24122"/>
                </a:lnTo>
                <a:lnTo>
                  <a:pt x="37777" y="24774"/>
                </a:lnTo>
                <a:lnTo>
                  <a:pt x="37614" y="24050"/>
                </a:lnTo>
                <a:lnTo>
                  <a:pt x="37578" y="22945"/>
                </a:lnTo>
                <a:lnTo>
                  <a:pt x="37523" y="22945"/>
                </a:lnTo>
                <a:lnTo>
                  <a:pt x="37451" y="23742"/>
                </a:lnTo>
                <a:lnTo>
                  <a:pt x="36998" y="23724"/>
                </a:lnTo>
                <a:lnTo>
                  <a:pt x="36890" y="22981"/>
                </a:lnTo>
                <a:lnTo>
                  <a:pt x="36835" y="22981"/>
                </a:lnTo>
                <a:lnTo>
                  <a:pt x="36690" y="24829"/>
                </a:lnTo>
                <a:lnTo>
                  <a:pt x="36527" y="24014"/>
                </a:lnTo>
                <a:lnTo>
                  <a:pt x="36256" y="25770"/>
                </a:lnTo>
                <a:lnTo>
                  <a:pt x="36256" y="25951"/>
                </a:lnTo>
                <a:lnTo>
                  <a:pt x="35930" y="25970"/>
                </a:lnTo>
                <a:lnTo>
                  <a:pt x="35912" y="25843"/>
                </a:lnTo>
                <a:lnTo>
                  <a:pt x="36038" y="25843"/>
                </a:lnTo>
                <a:lnTo>
                  <a:pt x="35930" y="25680"/>
                </a:lnTo>
                <a:lnTo>
                  <a:pt x="35640" y="24086"/>
                </a:lnTo>
                <a:lnTo>
                  <a:pt x="35314" y="25644"/>
                </a:lnTo>
                <a:lnTo>
                  <a:pt x="35133" y="25843"/>
                </a:lnTo>
                <a:lnTo>
                  <a:pt x="35260" y="25843"/>
                </a:lnTo>
                <a:lnTo>
                  <a:pt x="35260" y="26748"/>
                </a:lnTo>
                <a:lnTo>
                  <a:pt x="33648" y="24648"/>
                </a:lnTo>
                <a:lnTo>
                  <a:pt x="32833" y="24648"/>
                </a:lnTo>
                <a:lnTo>
                  <a:pt x="32833" y="24086"/>
                </a:lnTo>
                <a:lnTo>
                  <a:pt x="32525" y="24068"/>
                </a:lnTo>
                <a:lnTo>
                  <a:pt x="32380" y="23905"/>
                </a:lnTo>
                <a:lnTo>
                  <a:pt x="32380" y="23344"/>
                </a:lnTo>
                <a:lnTo>
                  <a:pt x="32163" y="23144"/>
                </a:lnTo>
                <a:lnTo>
                  <a:pt x="32163" y="22022"/>
                </a:lnTo>
                <a:lnTo>
                  <a:pt x="32036" y="21804"/>
                </a:lnTo>
                <a:lnTo>
                  <a:pt x="31765" y="19396"/>
                </a:lnTo>
                <a:lnTo>
                  <a:pt x="31493" y="21804"/>
                </a:lnTo>
                <a:lnTo>
                  <a:pt x="31384" y="22004"/>
                </a:lnTo>
                <a:lnTo>
                  <a:pt x="31384" y="23163"/>
                </a:lnTo>
                <a:lnTo>
                  <a:pt x="31113" y="23344"/>
                </a:lnTo>
                <a:lnTo>
                  <a:pt x="31113" y="23905"/>
                </a:lnTo>
                <a:lnTo>
                  <a:pt x="30823" y="23905"/>
                </a:lnTo>
                <a:lnTo>
                  <a:pt x="30823" y="23307"/>
                </a:lnTo>
                <a:lnTo>
                  <a:pt x="30678" y="22981"/>
                </a:lnTo>
                <a:lnTo>
                  <a:pt x="30153" y="22981"/>
                </a:lnTo>
                <a:lnTo>
                  <a:pt x="29917" y="23199"/>
                </a:lnTo>
                <a:lnTo>
                  <a:pt x="29917" y="23905"/>
                </a:lnTo>
                <a:lnTo>
                  <a:pt x="29410" y="23887"/>
                </a:lnTo>
                <a:lnTo>
                  <a:pt x="29410" y="22384"/>
                </a:lnTo>
                <a:lnTo>
                  <a:pt x="29610" y="22384"/>
                </a:lnTo>
                <a:lnTo>
                  <a:pt x="29447" y="22167"/>
                </a:lnTo>
                <a:lnTo>
                  <a:pt x="28994" y="19975"/>
                </a:lnTo>
                <a:lnTo>
                  <a:pt x="28595" y="22148"/>
                </a:lnTo>
                <a:lnTo>
                  <a:pt x="28360" y="22438"/>
                </a:lnTo>
                <a:lnTo>
                  <a:pt x="28595" y="22438"/>
                </a:lnTo>
                <a:lnTo>
                  <a:pt x="28595" y="23760"/>
                </a:lnTo>
                <a:lnTo>
                  <a:pt x="27980" y="23760"/>
                </a:lnTo>
                <a:lnTo>
                  <a:pt x="27654" y="20881"/>
                </a:lnTo>
                <a:lnTo>
                  <a:pt x="27364" y="23851"/>
                </a:lnTo>
                <a:lnTo>
                  <a:pt x="25988" y="23851"/>
                </a:lnTo>
                <a:lnTo>
                  <a:pt x="25915" y="5814"/>
                </a:lnTo>
                <a:lnTo>
                  <a:pt x="25897" y="5126"/>
                </a:lnTo>
                <a:lnTo>
                  <a:pt x="26060" y="5126"/>
                </a:lnTo>
                <a:lnTo>
                  <a:pt x="25571" y="4673"/>
                </a:lnTo>
                <a:lnTo>
                  <a:pt x="24485" y="1467"/>
                </a:lnTo>
                <a:lnTo>
                  <a:pt x="2437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 rot="345029">
            <a:off x="8280093" y="4168596"/>
            <a:ext cx="2476463" cy="1499450"/>
          </a:xfrm>
          <a:custGeom>
            <a:rect b="b" l="l" r="r" t="t"/>
            <a:pathLst>
              <a:path extrusionOk="0" h="43706" w="72184">
                <a:moveTo>
                  <a:pt x="58165" y="1"/>
                </a:moveTo>
                <a:lnTo>
                  <a:pt x="56506" y="3771"/>
                </a:lnTo>
                <a:lnTo>
                  <a:pt x="54700" y="9347"/>
                </a:lnTo>
                <a:lnTo>
                  <a:pt x="53944" y="9494"/>
                </a:lnTo>
                <a:lnTo>
                  <a:pt x="53650" y="11310"/>
                </a:lnTo>
                <a:lnTo>
                  <a:pt x="51991" y="10554"/>
                </a:lnTo>
                <a:lnTo>
                  <a:pt x="48819" y="6333"/>
                </a:lnTo>
                <a:lnTo>
                  <a:pt x="48368" y="10554"/>
                </a:lnTo>
                <a:lnTo>
                  <a:pt x="46562" y="8895"/>
                </a:lnTo>
                <a:lnTo>
                  <a:pt x="46257" y="11006"/>
                </a:lnTo>
                <a:lnTo>
                  <a:pt x="44608" y="8297"/>
                </a:lnTo>
                <a:lnTo>
                  <a:pt x="43852" y="11006"/>
                </a:lnTo>
                <a:lnTo>
                  <a:pt x="40230" y="4380"/>
                </a:lnTo>
                <a:lnTo>
                  <a:pt x="39778" y="12360"/>
                </a:lnTo>
                <a:lnTo>
                  <a:pt x="37216" y="11006"/>
                </a:lnTo>
                <a:lnTo>
                  <a:pt x="36922" y="13568"/>
                </a:lnTo>
                <a:lnTo>
                  <a:pt x="36764" y="18692"/>
                </a:lnTo>
                <a:lnTo>
                  <a:pt x="35116" y="18986"/>
                </a:lnTo>
                <a:lnTo>
                  <a:pt x="29382" y="9042"/>
                </a:lnTo>
                <a:lnTo>
                  <a:pt x="28637" y="19596"/>
                </a:lnTo>
                <a:lnTo>
                  <a:pt x="26368" y="16130"/>
                </a:lnTo>
                <a:lnTo>
                  <a:pt x="18535" y="25171"/>
                </a:lnTo>
                <a:lnTo>
                  <a:pt x="11300" y="6186"/>
                </a:lnTo>
                <a:lnTo>
                  <a:pt x="6480" y="23964"/>
                </a:lnTo>
                <a:lnTo>
                  <a:pt x="3771" y="24562"/>
                </a:lnTo>
                <a:lnTo>
                  <a:pt x="1" y="6480"/>
                </a:lnTo>
                <a:lnTo>
                  <a:pt x="1" y="43705"/>
                </a:lnTo>
                <a:lnTo>
                  <a:pt x="72184" y="35872"/>
                </a:lnTo>
                <a:lnTo>
                  <a:pt x="72184" y="12959"/>
                </a:lnTo>
                <a:lnTo>
                  <a:pt x="70220" y="13117"/>
                </a:lnTo>
                <a:lnTo>
                  <a:pt x="65999" y="5283"/>
                </a:lnTo>
                <a:lnTo>
                  <a:pt x="65547" y="10554"/>
                </a:lnTo>
                <a:lnTo>
                  <a:pt x="61630" y="1965"/>
                </a:lnTo>
                <a:lnTo>
                  <a:pt x="60727" y="8748"/>
                </a:lnTo>
                <a:lnTo>
                  <a:pt x="59677" y="8297"/>
                </a:lnTo>
                <a:lnTo>
                  <a:pt x="5816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198109" y="3829591"/>
            <a:ext cx="90" cy="90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198109" y="3829591"/>
            <a:ext cx="90" cy="90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198109" y="3829591"/>
            <a:ext cx="13094" cy="90"/>
          </a:xfrm>
          <a:custGeom>
            <a:rect b="b" l="l" r="r" t="t"/>
            <a:pathLst>
              <a:path extrusionOk="0" h="1" w="146">
                <a:moveTo>
                  <a:pt x="1" y="0"/>
                </a:moveTo>
                <a:lnTo>
                  <a:pt x="146" y="0"/>
                </a:lnTo>
                <a:lnTo>
                  <a:pt x="146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 flipH="1">
            <a:off x="6310973" y="756094"/>
            <a:ext cx="1650875" cy="1576305"/>
          </a:xfrm>
          <a:custGeom>
            <a:rect b="b" l="l" r="r" t="t"/>
            <a:pathLst>
              <a:path extrusionOk="0" h="17577" w="18408">
                <a:moveTo>
                  <a:pt x="2" y="6490"/>
                </a:moveTo>
                <a:lnTo>
                  <a:pt x="2" y="6490"/>
                </a:lnTo>
                <a:cubicBezTo>
                  <a:pt x="1" y="6491"/>
                  <a:pt x="0" y="6493"/>
                  <a:pt x="0" y="6494"/>
                </a:cubicBezTo>
                <a:cubicBezTo>
                  <a:pt x="1" y="6493"/>
                  <a:pt x="2" y="6491"/>
                  <a:pt x="2" y="6490"/>
                </a:cubicBezTo>
                <a:close/>
                <a:moveTo>
                  <a:pt x="1712" y="8035"/>
                </a:moveTo>
                <a:cubicBezTo>
                  <a:pt x="1709" y="8040"/>
                  <a:pt x="1706" y="8046"/>
                  <a:pt x="1703" y="8051"/>
                </a:cubicBezTo>
                <a:cubicBezTo>
                  <a:pt x="1703" y="8065"/>
                  <a:pt x="1703" y="8071"/>
                  <a:pt x="1704" y="8071"/>
                </a:cubicBezTo>
                <a:cubicBezTo>
                  <a:pt x="1705" y="8071"/>
                  <a:pt x="1708" y="8056"/>
                  <a:pt x="1712" y="8035"/>
                </a:cubicBezTo>
                <a:close/>
                <a:moveTo>
                  <a:pt x="3071" y="13147"/>
                </a:moveTo>
                <a:cubicBezTo>
                  <a:pt x="3065" y="13157"/>
                  <a:pt x="3061" y="13167"/>
                  <a:pt x="3061" y="13176"/>
                </a:cubicBezTo>
                <a:cubicBezTo>
                  <a:pt x="3061" y="13176"/>
                  <a:pt x="3064" y="13165"/>
                  <a:pt x="3071" y="13147"/>
                </a:cubicBezTo>
                <a:close/>
                <a:moveTo>
                  <a:pt x="11618" y="0"/>
                </a:moveTo>
                <a:cubicBezTo>
                  <a:pt x="11603" y="0"/>
                  <a:pt x="11558" y="94"/>
                  <a:pt x="11446" y="373"/>
                </a:cubicBezTo>
                <a:cubicBezTo>
                  <a:pt x="11120" y="1133"/>
                  <a:pt x="10359" y="2419"/>
                  <a:pt x="10305" y="2800"/>
                </a:cubicBezTo>
                <a:cubicBezTo>
                  <a:pt x="10250" y="3162"/>
                  <a:pt x="10160" y="4140"/>
                  <a:pt x="10033" y="4176"/>
                </a:cubicBezTo>
                <a:cubicBezTo>
                  <a:pt x="9914" y="4210"/>
                  <a:pt x="9650" y="4469"/>
                  <a:pt x="9771" y="4469"/>
                </a:cubicBezTo>
                <a:cubicBezTo>
                  <a:pt x="9778" y="4469"/>
                  <a:pt x="9787" y="4468"/>
                  <a:pt x="9798" y="4466"/>
                </a:cubicBezTo>
                <a:cubicBezTo>
                  <a:pt x="9825" y="4458"/>
                  <a:pt x="9852" y="4454"/>
                  <a:pt x="9878" y="4454"/>
                </a:cubicBezTo>
                <a:cubicBezTo>
                  <a:pt x="10039" y="4454"/>
                  <a:pt x="10162" y="4596"/>
                  <a:pt x="10178" y="4846"/>
                </a:cubicBezTo>
                <a:cubicBezTo>
                  <a:pt x="10178" y="5132"/>
                  <a:pt x="9773" y="6422"/>
                  <a:pt x="9518" y="6422"/>
                </a:cubicBezTo>
                <a:cubicBezTo>
                  <a:pt x="9515" y="6422"/>
                  <a:pt x="9511" y="6422"/>
                  <a:pt x="9508" y="6421"/>
                </a:cubicBezTo>
                <a:cubicBezTo>
                  <a:pt x="9503" y="6421"/>
                  <a:pt x="9498" y="6421"/>
                  <a:pt x="9492" y="6421"/>
                </a:cubicBezTo>
                <a:cubicBezTo>
                  <a:pt x="9216" y="6421"/>
                  <a:pt x="7877" y="6839"/>
                  <a:pt x="7842" y="6874"/>
                </a:cubicBezTo>
                <a:cubicBezTo>
                  <a:pt x="7828" y="6902"/>
                  <a:pt x="7637" y="6971"/>
                  <a:pt x="7514" y="6971"/>
                </a:cubicBezTo>
                <a:cubicBezTo>
                  <a:pt x="7475" y="6971"/>
                  <a:pt x="7443" y="6964"/>
                  <a:pt x="7425" y="6947"/>
                </a:cubicBezTo>
                <a:cubicBezTo>
                  <a:pt x="7262" y="6874"/>
                  <a:pt x="7081" y="6838"/>
                  <a:pt x="6900" y="6838"/>
                </a:cubicBezTo>
                <a:cubicBezTo>
                  <a:pt x="5633" y="5425"/>
                  <a:pt x="4799" y="5407"/>
                  <a:pt x="4799" y="5407"/>
                </a:cubicBezTo>
                <a:cubicBezTo>
                  <a:pt x="4637" y="4955"/>
                  <a:pt x="4419" y="4955"/>
                  <a:pt x="4419" y="4955"/>
                </a:cubicBezTo>
                <a:lnTo>
                  <a:pt x="4419" y="4955"/>
                </a:lnTo>
                <a:cubicBezTo>
                  <a:pt x="4546" y="5009"/>
                  <a:pt x="4637" y="5371"/>
                  <a:pt x="4564" y="5371"/>
                </a:cubicBezTo>
                <a:cubicBezTo>
                  <a:pt x="4401" y="5407"/>
                  <a:pt x="4238" y="5480"/>
                  <a:pt x="4093" y="5588"/>
                </a:cubicBezTo>
                <a:cubicBezTo>
                  <a:pt x="4051" y="5625"/>
                  <a:pt x="4019" y="5637"/>
                  <a:pt x="3995" y="5637"/>
                </a:cubicBezTo>
                <a:cubicBezTo>
                  <a:pt x="3946" y="5637"/>
                  <a:pt x="3930" y="5588"/>
                  <a:pt x="3930" y="5588"/>
                </a:cubicBezTo>
                <a:cubicBezTo>
                  <a:pt x="3966" y="5299"/>
                  <a:pt x="3840" y="4991"/>
                  <a:pt x="3586" y="4828"/>
                </a:cubicBezTo>
                <a:lnTo>
                  <a:pt x="3586" y="4828"/>
                </a:lnTo>
                <a:cubicBezTo>
                  <a:pt x="3767" y="5063"/>
                  <a:pt x="3677" y="5588"/>
                  <a:pt x="3677" y="5588"/>
                </a:cubicBezTo>
                <a:lnTo>
                  <a:pt x="3586" y="5679"/>
                </a:lnTo>
                <a:cubicBezTo>
                  <a:pt x="3296" y="5643"/>
                  <a:pt x="2970" y="5226"/>
                  <a:pt x="2753" y="5172"/>
                </a:cubicBezTo>
                <a:cubicBezTo>
                  <a:pt x="2543" y="5137"/>
                  <a:pt x="1165" y="4645"/>
                  <a:pt x="1074" y="4645"/>
                </a:cubicBezTo>
                <a:cubicBezTo>
                  <a:pt x="1071" y="4645"/>
                  <a:pt x="1069" y="4646"/>
                  <a:pt x="1069" y="4647"/>
                </a:cubicBezTo>
                <a:cubicBezTo>
                  <a:pt x="1069" y="4665"/>
                  <a:pt x="1178" y="4665"/>
                  <a:pt x="1196" y="4683"/>
                </a:cubicBezTo>
                <a:cubicBezTo>
                  <a:pt x="1232" y="4719"/>
                  <a:pt x="1196" y="4755"/>
                  <a:pt x="1286" y="4773"/>
                </a:cubicBezTo>
                <a:cubicBezTo>
                  <a:pt x="1341" y="4792"/>
                  <a:pt x="1395" y="4810"/>
                  <a:pt x="1431" y="4864"/>
                </a:cubicBezTo>
                <a:cubicBezTo>
                  <a:pt x="1811" y="5679"/>
                  <a:pt x="671" y="5969"/>
                  <a:pt x="598" y="6095"/>
                </a:cubicBezTo>
                <a:cubicBezTo>
                  <a:pt x="544" y="6240"/>
                  <a:pt x="399" y="6331"/>
                  <a:pt x="236" y="6331"/>
                </a:cubicBezTo>
                <a:cubicBezTo>
                  <a:pt x="129" y="6331"/>
                  <a:pt x="39" y="6401"/>
                  <a:pt x="2" y="6490"/>
                </a:cubicBezTo>
                <a:lnTo>
                  <a:pt x="2" y="6490"/>
                </a:lnTo>
                <a:cubicBezTo>
                  <a:pt x="16" y="6470"/>
                  <a:pt x="119" y="6419"/>
                  <a:pt x="166" y="6419"/>
                </a:cubicBezTo>
                <a:cubicBezTo>
                  <a:pt x="172" y="6419"/>
                  <a:pt x="178" y="6419"/>
                  <a:pt x="182" y="6421"/>
                </a:cubicBezTo>
                <a:cubicBezTo>
                  <a:pt x="213" y="6427"/>
                  <a:pt x="247" y="6429"/>
                  <a:pt x="281" y="6429"/>
                </a:cubicBezTo>
                <a:cubicBezTo>
                  <a:pt x="363" y="6429"/>
                  <a:pt x="449" y="6416"/>
                  <a:pt x="526" y="6403"/>
                </a:cubicBezTo>
                <a:lnTo>
                  <a:pt x="526" y="6403"/>
                </a:lnTo>
                <a:cubicBezTo>
                  <a:pt x="471" y="6584"/>
                  <a:pt x="1377" y="6548"/>
                  <a:pt x="1757" y="6820"/>
                </a:cubicBezTo>
                <a:cubicBezTo>
                  <a:pt x="2137" y="7110"/>
                  <a:pt x="1956" y="7653"/>
                  <a:pt x="1920" y="7707"/>
                </a:cubicBezTo>
                <a:cubicBezTo>
                  <a:pt x="1902" y="7743"/>
                  <a:pt x="1830" y="7852"/>
                  <a:pt x="1775" y="7870"/>
                </a:cubicBezTo>
                <a:cubicBezTo>
                  <a:pt x="1742" y="7881"/>
                  <a:pt x="1722" y="7980"/>
                  <a:pt x="1712" y="8035"/>
                </a:cubicBezTo>
                <a:lnTo>
                  <a:pt x="1712" y="8035"/>
                </a:lnTo>
                <a:cubicBezTo>
                  <a:pt x="1752" y="7971"/>
                  <a:pt x="1830" y="7925"/>
                  <a:pt x="1830" y="7925"/>
                </a:cubicBezTo>
                <a:cubicBezTo>
                  <a:pt x="1834" y="7926"/>
                  <a:pt x="1839" y="7927"/>
                  <a:pt x="1844" y="7927"/>
                </a:cubicBezTo>
                <a:cubicBezTo>
                  <a:pt x="1893" y="7927"/>
                  <a:pt x="1938" y="7852"/>
                  <a:pt x="1938" y="7852"/>
                </a:cubicBezTo>
                <a:cubicBezTo>
                  <a:pt x="1938" y="7852"/>
                  <a:pt x="2430" y="7714"/>
                  <a:pt x="2928" y="7714"/>
                </a:cubicBezTo>
                <a:cubicBezTo>
                  <a:pt x="3105" y="7714"/>
                  <a:pt x="3284" y="7732"/>
                  <a:pt x="3441" y="7780"/>
                </a:cubicBezTo>
                <a:cubicBezTo>
                  <a:pt x="4039" y="7979"/>
                  <a:pt x="4437" y="8613"/>
                  <a:pt x="4492" y="8667"/>
                </a:cubicBezTo>
                <a:cubicBezTo>
                  <a:pt x="4528" y="8758"/>
                  <a:pt x="4564" y="8848"/>
                  <a:pt x="4582" y="8939"/>
                </a:cubicBezTo>
                <a:cubicBezTo>
                  <a:pt x="4528" y="8993"/>
                  <a:pt x="4582" y="9174"/>
                  <a:pt x="4582" y="9174"/>
                </a:cubicBezTo>
                <a:cubicBezTo>
                  <a:pt x="4582" y="9156"/>
                  <a:pt x="4582" y="9120"/>
                  <a:pt x="4582" y="9120"/>
                </a:cubicBezTo>
                <a:cubicBezTo>
                  <a:pt x="4600" y="9047"/>
                  <a:pt x="4618" y="9011"/>
                  <a:pt x="4655" y="8957"/>
                </a:cubicBezTo>
                <a:cubicBezTo>
                  <a:pt x="4727" y="8739"/>
                  <a:pt x="4999" y="8703"/>
                  <a:pt x="5325" y="8649"/>
                </a:cubicBezTo>
                <a:cubicBezTo>
                  <a:pt x="5339" y="8647"/>
                  <a:pt x="5353" y="8646"/>
                  <a:pt x="5365" y="8646"/>
                </a:cubicBezTo>
                <a:cubicBezTo>
                  <a:pt x="5620" y="8646"/>
                  <a:pt x="5497" y="8979"/>
                  <a:pt x="5687" y="9065"/>
                </a:cubicBezTo>
                <a:cubicBezTo>
                  <a:pt x="5814" y="9120"/>
                  <a:pt x="5886" y="9247"/>
                  <a:pt x="5868" y="9391"/>
                </a:cubicBezTo>
                <a:cubicBezTo>
                  <a:pt x="5788" y="9341"/>
                  <a:pt x="5707" y="9322"/>
                  <a:pt x="5627" y="9322"/>
                </a:cubicBezTo>
                <a:cubicBezTo>
                  <a:pt x="5415" y="9322"/>
                  <a:pt x="5210" y="9458"/>
                  <a:pt x="5053" y="9536"/>
                </a:cubicBezTo>
                <a:cubicBezTo>
                  <a:pt x="4836" y="9663"/>
                  <a:pt x="4962" y="10550"/>
                  <a:pt x="4854" y="10677"/>
                </a:cubicBezTo>
                <a:cubicBezTo>
                  <a:pt x="4745" y="10804"/>
                  <a:pt x="4727" y="10876"/>
                  <a:pt x="4709" y="11130"/>
                </a:cubicBezTo>
                <a:cubicBezTo>
                  <a:pt x="4692" y="11365"/>
                  <a:pt x="4240" y="11569"/>
                  <a:pt x="3857" y="11569"/>
                </a:cubicBezTo>
                <a:cubicBezTo>
                  <a:pt x="3827" y="11569"/>
                  <a:pt x="3797" y="11567"/>
                  <a:pt x="3767" y="11565"/>
                </a:cubicBezTo>
                <a:cubicBezTo>
                  <a:pt x="3742" y="11562"/>
                  <a:pt x="3719" y="11561"/>
                  <a:pt x="3697" y="11561"/>
                </a:cubicBezTo>
                <a:cubicBezTo>
                  <a:pt x="3362" y="11561"/>
                  <a:pt x="3315" y="11800"/>
                  <a:pt x="3315" y="11800"/>
                </a:cubicBezTo>
                <a:cubicBezTo>
                  <a:pt x="3206" y="11836"/>
                  <a:pt x="3170" y="11963"/>
                  <a:pt x="3206" y="12054"/>
                </a:cubicBezTo>
                <a:cubicBezTo>
                  <a:pt x="3266" y="11903"/>
                  <a:pt x="3364" y="11890"/>
                  <a:pt x="3406" y="11890"/>
                </a:cubicBezTo>
                <a:cubicBezTo>
                  <a:pt x="3414" y="11890"/>
                  <a:pt x="3420" y="11891"/>
                  <a:pt x="3423" y="11891"/>
                </a:cubicBezTo>
                <a:cubicBezTo>
                  <a:pt x="3459" y="11891"/>
                  <a:pt x="3477" y="11963"/>
                  <a:pt x="3477" y="11963"/>
                </a:cubicBezTo>
                <a:cubicBezTo>
                  <a:pt x="3423" y="11981"/>
                  <a:pt x="3405" y="12072"/>
                  <a:pt x="3405" y="12072"/>
                </a:cubicBezTo>
                <a:cubicBezTo>
                  <a:pt x="3296" y="12144"/>
                  <a:pt x="3369" y="12398"/>
                  <a:pt x="3369" y="12398"/>
                </a:cubicBezTo>
                <a:cubicBezTo>
                  <a:pt x="3369" y="12289"/>
                  <a:pt x="3405" y="12216"/>
                  <a:pt x="3496" y="12162"/>
                </a:cubicBezTo>
                <a:cubicBezTo>
                  <a:pt x="3496" y="12168"/>
                  <a:pt x="3508" y="12170"/>
                  <a:pt x="3524" y="12170"/>
                </a:cubicBezTo>
                <a:cubicBezTo>
                  <a:pt x="3556" y="12170"/>
                  <a:pt x="3604" y="12162"/>
                  <a:pt x="3604" y="12162"/>
                </a:cubicBezTo>
                <a:lnTo>
                  <a:pt x="3604" y="12162"/>
                </a:lnTo>
                <a:cubicBezTo>
                  <a:pt x="3550" y="12289"/>
                  <a:pt x="3568" y="12452"/>
                  <a:pt x="3640" y="12579"/>
                </a:cubicBezTo>
                <a:cubicBezTo>
                  <a:pt x="3604" y="12488"/>
                  <a:pt x="3622" y="12416"/>
                  <a:pt x="3677" y="12343"/>
                </a:cubicBezTo>
                <a:lnTo>
                  <a:pt x="3677" y="12398"/>
                </a:lnTo>
                <a:cubicBezTo>
                  <a:pt x="3659" y="12506"/>
                  <a:pt x="3695" y="12633"/>
                  <a:pt x="3785" y="12705"/>
                </a:cubicBezTo>
                <a:cubicBezTo>
                  <a:pt x="3767" y="12615"/>
                  <a:pt x="3767" y="12542"/>
                  <a:pt x="3785" y="12470"/>
                </a:cubicBezTo>
                <a:cubicBezTo>
                  <a:pt x="3785" y="12475"/>
                  <a:pt x="3789" y="12478"/>
                  <a:pt x="3796" y="12478"/>
                </a:cubicBezTo>
                <a:cubicBezTo>
                  <a:pt x="3836" y="12478"/>
                  <a:pt x="3972" y="12392"/>
                  <a:pt x="4003" y="12253"/>
                </a:cubicBezTo>
                <a:cubicBezTo>
                  <a:pt x="4019" y="12125"/>
                  <a:pt x="4276" y="11954"/>
                  <a:pt x="4372" y="11954"/>
                </a:cubicBezTo>
                <a:cubicBezTo>
                  <a:pt x="4385" y="11954"/>
                  <a:pt x="4395" y="11957"/>
                  <a:pt x="4401" y="11963"/>
                </a:cubicBezTo>
                <a:cubicBezTo>
                  <a:pt x="4437" y="12017"/>
                  <a:pt x="4365" y="12198"/>
                  <a:pt x="4329" y="12379"/>
                </a:cubicBezTo>
                <a:cubicBezTo>
                  <a:pt x="4202" y="12633"/>
                  <a:pt x="3948" y="12778"/>
                  <a:pt x="3677" y="12796"/>
                </a:cubicBezTo>
                <a:cubicBezTo>
                  <a:pt x="3532" y="12796"/>
                  <a:pt x="3405" y="12832"/>
                  <a:pt x="3278" y="12923"/>
                </a:cubicBezTo>
                <a:cubicBezTo>
                  <a:pt x="3271" y="12921"/>
                  <a:pt x="3263" y="12920"/>
                  <a:pt x="3256" y="12920"/>
                </a:cubicBezTo>
                <a:cubicBezTo>
                  <a:pt x="3165" y="12920"/>
                  <a:pt x="3096" y="13080"/>
                  <a:pt x="3071" y="13147"/>
                </a:cubicBezTo>
                <a:lnTo>
                  <a:pt x="3071" y="13147"/>
                </a:lnTo>
                <a:cubicBezTo>
                  <a:pt x="3114" y="13082"/>
                  <a:pt x="3278" y="13013"/>
                  <a:pt x="3278" y="13013"/>
                </a:cubicBezTo>
                <a:cubicBezTo>
                  <a:pt x="3278" y="13050"/>
                  <a:pt x="3405" y="13068"/>
                  <a:pt x="3405" y="13068"/>
                </a:cubicBezTo>
                <a:cubicBezTo>
                  <a:pt x="3387" y="13122"/>
                  <a:pt x="3387" y="13194"/>
                  <a:pt x="3405" y="13249"/>
                </a:cubicBezTo>
                <a:cubicBezTo>
                  <a:pt x="3387" y="13538"/>
                  <a:pt x="3550" y="13575"/>
                  <a:pt x="3550" y="13575"/>
                </a:cubicBezTo>
                <a:cubicBezTo>
                  <a:pt x="3514" y="13484"/>
                  <a:pt x="3514" y="13375"/>
                  <a:pt x="3550" y="13303"/>
                </a:cubicBezTo>
                <a:lnTo>
                  <a:pt x="3532" y="13303"/>
                </a:lnTo>
                <a:cubicBezTo>
                  <a:pt x="3550" y="13303"/>
                  <a:pt x="3622" y="13285"/>
                  <a:pt x="3622" y="13285"/>
                </a:cubicBezTo>
                <a:cubicBezTo>
                  <a:pt x="3622" y="13357"/>
                  <a:pt x="3695" y="13357"/>
                  <a:pt x="3695" y="13357"/>
                </a:cubicBezTo>
                <a:cubicBezTo>
                  <a:pt x="3677" y="13466"/>
                  <a:pt x="3767" y="13557"/>
                  <a:pt x="3894" y="13575"/>
                </a:cubicBezTo>
                <a:cubicBezTo>
                  <a:pt x="3822" y="13502"/>
                  <a:pt x="3785" y="13357"/>
                  <a:pt x="3822" y="13321"/>
                </a:cubicBezTo>
                <a:cubicBezTo>
                  <a:pt x="3826" y="13319"/>
                  <a:pt x="3829" y="13318"/>
                  <a:pt x="3833" y="13318"/>
                </a:cubicBezTo>
                <a:cubicBezTo>
                  <a:pt x="3862" y="13318"/>
                  <a:pt x="3876" y="13375"/>
                  <a:pt x="3876" y="13375"/>
                </a:cubicBezTo>
                <a:cubicBezTo>
                  <a:pt x="3894" y="13502"/>
                  <a:pt x="4057" y="13557"/>
                  <a:pt x="4057" y="13557"/>
                </a:cubicBezTo>
                <a:cubicBezTo>
                  <a:pt x="4003" y="13520"/>
                  <a:pt x="3966" y="13357"/>
                  <a:pt x="4057" y="13339"/>
                </a:cubicBezTo>
                <a:cubicBezTo>
                  <a:pt x="4148" y="13321"/>
                  <a:pt x="4093" y="13231"/>
                  <a:pt x="4093" y="13231"/>
                </a:cubicBezTo>
                <a:cubicBezTo>
                  <a:pt x="4292" y="12506"/>
                  <a:pt x="5198" y="12615"/>
                  <a:pt x="4944" y="12452"/>
                </a:cubicBezTo>
                <a:cubicBezTo>
                  <a:pt x="4691" y="12271"/>
                  <a:pt x="4999" y="11999"/>
                  <a:pt x="4999" y="11999"/>
                </a:cubicBezTo>
                <a:cubicBezTo>
                  <a:pt x="5596" y="11420"/>
                  <a:pt x="5361" y="11112"/>
                  <a:pt x="5361" y="11112"/>
                </a:cubicBezTo>
                <a:lnTo>
                  <a:pt x="5361" y="11094"/>
                </a:lnTo>
                <a:cubicBezTo>
                  <a:pt x="5363" y="11096"/>
                  <a:pt x="5369" y="11097"/>
                  <a:pt x="5376" y="11097"/>
                </a:cubicBezTo>
                <a:cubicBezTo>
                  <a:pt x="5417" y="11097"/>
                  <a:pt x="5524" y="11057"/>
                  <a:pt x="5524" y="11057"/>
                </a:cubicBezTo>
                <a:cubicBezTo>
                  <a:pt x="5524" y="11239"/>
                  <a:pt x="5596" y="11420"/>
                  <a:pt x="5741" y="11546"/>
                </a:cubicBezTo>
                <a:cubicBezTo>
                  <a:pt x="5433" y="12216"/>
                  <a:pt x="5705" y="13231"/>
                  <a:pt x="5796" y="14046"/>
                </a:cubicBezTo>
                <a:cubicBezTo>
                  <a:pt x="5868" y="14842"/>
                  <a:pt x="5198" y="15277"/>
                  <a:pt x="5144" y="16563"/>
                </a:cubicBezTo>
                <a:cubicBezTo>
                  <a:pt x="5095" y="17432"/>
                  <a:pt x="5192" y="17577"/>
                  <a:pt x="5262" y="17577"/>
                </a:cubicBezTo>
                <a:cubicBezTo>
                  <a:pt x="5296" y="17577"/>
                  <a:pt x="5325" y="17541"/>
                  <a:pt x="5325" y="17541"/>
                </a:cubicBezTo>
                <a:cubicBezTo>
                  <a:pt x="4908" y="15947"/>
                  <a:pt x="6429" y="14897"/>
                  <a:pt x="6393" y="13357"/>
                </a:cubicBezTo>
                <a:cubicBezTo>
                  <a:pt x="6357" y="11818"/>
                  <a:pt x="6773" y="11438"/>
                  <a:pt x="6773" y="11438"/>
                </a:cubicBezTo>
                <a:cubicBezTo>
                  <a:pt x="7643" y="10406"/>
                  <a:pt x="7516" y="10043"/>
                  <a:pt x="7516" y="10043"/>
                </a:cubicBezTo>
                <a:lnTo>
                  <a:pt x="7516" y="10043"/>
                </a:lnTo>
                <a:cubicBezTo>
                  <a:pt x="7603" y="10065"/>
                  <a:pt x="7690" y="10074"/>
                  <a:pt x="7775" y="10074"/>
                </a:cubicBezTo>
                <a:cubicBezTo>
                  <a:pt x="8488" y="10074"/>
                  <a:pt x="9110" y="9410"/>
                  <a:pt x="9110" y="9410"/>
                </a:cubicBezTo>
                <a:cubicBezTo>
                  <a:pt x="9915" y="7629"/>
                  <a:pt x="11466" y="7290"/>
                  <a:pt x="12535" y="7290"/>
                </a:cubicBezTo>
                <a:cubicBezTo>
                  <a:pt x="13173" y="7290"/>
                  <a:pt x="13639" y="7411"/>
                  <a:pt x="13673" y="7417"/>
                </a:cubicBezTo>
                <a:cubicBezTo>
                  <a:pt x="13773" y="7434"/>
                  <a:pt x="14070" y="7603"/>
                  <a:pt x="14161" y="7603"/>
                </a:cubicBezTo>
                <a:cubicBezTo>
                  <a:pt x="14169" y="7603"/>
                  <a:pt x="14176" y="7602"/>
                  <a:pt x="14180" y="7599"/>
                </a:cubicBezTo>
                <a:cubicBezTo>
                  <a:pt x="14183" y="7596"/>
                  <a:pt x="14187" y="7594"/>
                  <a:pt x="14191" y="7594"/>
                </a:cubicBezTo>
                <a:cubicBezTo>
                  <a:pt x="14241" y="7594"/>
                  <a:pt x="14379" y="7780"/>
                  <a:pt x="14379" y="7780"/>
                </a:cubicBezTo>
                <a:cubicBezTo>
                  <a:pt x="14416" y="7707"/>
                  <a:pt x="14235" y="7508"/>
                  <a:pt x="14235" y="7472"/>
                </a:cubicBezTo>
                <a:cubicBezTo>
                  <a:pt x="14216" y="7454"/>
                  <a:pt x="14035" y="7327"/>
                  <a:pt x="14035" y="7327"/>
                </a:cubicBezTo>
                <a:cubicBezTo>
                  <a:pt x="13800" y="5190"/>
                  <a:pt x="16643" y="4810"/>
                  <a:pt x="16679" y="4737"/>
                </a:cubicBezTo>
                <a:cubicBezTo>
                  <a:pt x="16686" y="4724"/>
                  <a:pt x="16709" y="4719"/>
                  <a:pt x="16742" y="4719"/>
                </a:cubicBezTo>
                <a:cubicBezTo>
                  <a:pt x="16838" y="4719"/>
                  <a:pt x="17020" y="4759"/>
                  <a:pt x="17149" y="4759"/>
                </a:cubicBezTo>
                <a:cubicBezTo>
                  <a:pt x="17226" y="4759"/>
                  <a:pt x="17284" y="4745"/>
                  <a:pt x="17295" y="4701"/>
                </a:cubicBezTo>
                <a:cubicBezTo>
                  <a:pt x="17306" y="4656"/>
                  <a:pt x="17348" y="4641"/>
                  <a:pt x="17401" y="4641"/>
                </a:cubicBezTo>
                <a:cubicBezTo>
                  <a:pt x="17520" y="4641"/>
                  <a:pt x="17693" y="4719"/>
                  <a:pt x="17693" y="4719"/>
                </a:cubicBezTo>
                <a:cubicBezTo>
                  <a:pt x="17585" y="4520"/>
                  <a:pt x="17259" y="4574"/>
                  <a:pt x="17205" y="4556"/>
                </a:cubicBezTo>
                <a:cubicBezTo>
                  <a:pt x="17042" y="4538"/>
                  <a:pt x="16879" y="4520"/>
                  <a:pt x="16716" y="4520"/>
                </a:cubicBezTo>
                <a:cubicBezTo>
                  <a:pt x="15031" y="3470"/>
                  <a:pt x="16897" y="2311"/>
                  <a:pt x="16879" y="2202"/>
                </a:cubicBezTo>
                <a:cubicBezTo>
                  <a:pt x="16879" y="2093"/>
                  <a:pt x="16842" y="2093"/>
                  <a:pt x="17096" y="2093"/>
                </a:cubicBezTo>
                <a:cubicBezTo>
                  <a:pt x="17331" y="2093"/>
                  <a:pt x="17422" y="1948"/>
                  <a:pt x="17603" y="1876"/>
                </a:cubicBezTo>
                <a:cubicBezTo>
                  <a:pt x="17802" y="1785"/>
                  <a:pt x="18092" y="1695"/>
                  <a:pt x="18345" y="1622"/>
                </a:cubicBezTo>
                <a:cubicBezTo>
                  <a:pt x="18408" y="1600"/>
                  <a:pt x="18396" y="1592"/>
                  <a:pt x="18341" y="1592"/>
                </a:cubicBezTo>
                <a:cubicBezTo>
                  <a:pt x="18198" y="1592"/>
                  <a:pt x="17765" y="1646"/>
                  <a:pt x="17594" y="1646"/>
                </a:cubicBezTo>
                <a:cubicBezTo>
                  <a:pt x="17563" y="1646"/>
                  <a:pt x="17541" y="1645"/>
                  <a:pt x="17530" y="1641"/>
                </a:cubicBezTo>
                <a:cubicBezTo>
                  <a:pt x="17523" y="1636"/>
                  <a:pt x="17512" y="1634"/>
                  <a:pt x="17497" y="1634"/>
                </a:cubicBezTo>
                <a:cubicBezTo>
                  <a:pt x="17327" y="1634"/>
                  <a:pt x="16716" y="1894"/>
                  <a:pt x="16716" y="1894"/>
                </a:cubicBezTo>
                <a:cubicBezTo>
                  <a:pt x="16204" y="1984"/>
                  <a:pt x="15738" y="2023"/>
                  <a:pt x="15315" y="2023"/>
                </a:cubicBezTo>
                <a:cubicBezTo>
                  <a:pt x="12667" y="2023"/>
                  <a:pt x="11689" y="498"/>
                  <a:pt x="11627" y="373"/>
                </a:cubicBezTo>
                <a:cubicBezTo>
                  <a:pt x="11581" y="281"/>
                  <a:pt x="11644" y="0"/>
                  <a:pt x="1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08450" y="749374"/>
            <a:ext cx="1762261" cy="1589757"/>
          </a:xfrm>
          <a:custGeom>
            <a:rect b="b" l="l" r="r" t="t"/>
            <a:pathLst>
              <a:path extrusionOk="0" h="17727" w="1965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-399813" y="3845575"/>
            <a:ext cx="3378774" cy="1942765"/>
          </a:xfrm>
          <a:custGeom>
            <a:rect b="b" l="l" r="r" t="t"/>
            <a:pathLst>
              <a:path extrusionOk="0" h="56628" w="93092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-3649" y="4336668"/>
            <a:ext cx="2476110" cy="1590221"/>
          </a:xfrm>
          <a:custGeom>
            <a:rect b="b" l="l" r="r" t="t"/>
            <a:pathLst>
              <a:path extrusionOk="0" h="46352" w="72174">
                <a:moveTo>
                  <a:pt x="14009" y="0"/>
                </a:moveTo>
                <a:lnTo>
                  <a:pt x="12507" y="8286"/>
                </a:lnTo>
                <a:lnTo>
                  <a:pt x="11447" y="8737"/>
                </a:lnTo>
                <a:lnTo>
                  <a:pt x="10544" y="1954"/>
                </a:lnTo>
                <a:lnTo>
                  <a:pt x="6627" y="10543"/>
                </a:lnTo>
                <a:lnTo>
                  <a:pt x="6175" y="5272"/>
                </a:lnTo>
                <a:lnTo>
                  <a:pt x="1954" y="13106"/>
                </a:lnTo>
                <a:lnTo>
                  <a:pt x="1" y="12959"/>
                </a:lnTo>
                <a:lnTo>
                  <a:pt x="1" y="35861"/>
                </a:lnTo>
                <a:lnTo>
                  <a:pt x="44692" y="46351"/>
                </a:lnTo>
                <a:lnTo>
                  <a:pt x="72173" y="43694"/>
                </a:lnTo>
                <a:lnTo>
                  <a:pt x="72173" y="6479"/>
                </a:lnTo>
                <a:lnTo>
                  <a:pt x="68403" y="24562"/>
                </a:lnTo>
                <a:lnTo>
                  <a:pt x="65694" y="23963"/>
                </a:lnTo>
                <a:lnTo>
                  <a:pt x="60874" y="6175"/>
                </a:lnTo>
                <a:lnTo>
                  <a:pt x="53639" y="25160"/>
                </a:lnTo>
                <a:lnTo>
                  <a:pt x="45806" y="16119"/>
                </a:lnTo>
                <a:lnTo>
                  <a:pt x="43548" y="19585"/>
                </a:lnTo>
                <a:lnTo>
                  <a:pt x="42792" y="9042"/>
                </a:lnTo>
                <a:lnTo>
                  <a:pt x="37069" y="18986"/>
                </a:lnTo>
                <a:lnTo>
                  <a:pt x="35410" y="18681"/>
                </a:lnTo>
                <a:lnTo>
                  <a:pt x="35263" y="13557"/>
                </a:lnTo>
                <a:lnTo>
                  <a:pt x="34958" y="10995"/>
                </a:lnTo>
                <a:lnTo>
                  <a:pt x="32396" y="12360"/>
                </a:lnTo>
                <a:lnTo>
                  <a:pt x="31944" y="4369"/>
                </a:lnTo>
                <a:lnTo>
                  <a:pt x="28322" y="10995"/>
                </a:lnTo>
                <a:lnTo>
                  <a:pt x="27576" y="8286"/>
                </a:lnTo>
                <a:lnTo>
                  <a:pt x="25917" y="10995"/>
                </a:lnTo>
                <a:lnTo>
                  <a:pt x="25612" y="8895"/>
                </a:lnTo>
                <a:lnTo>
                  <a:pt x="23806" y="10543"/>
                </a:lnTo>
                <a:lnTo>
                  <a:pt x="23355" y="6332"/>
                </a:lnTo>
                <a:lnTo>
                  <a:pt x="20194" y="10543"/>
                </a:lnTo>
                <a:lnTo>
                  <a:pt x="18535" y="11299"/>
                </a:lnTo>
                <a:lnTo>
                  <a:pt x="18230" y="9493"/>
                </a:lnTo>
                <a:lnTo>
                  <a:pt x="17474" y="9346"/>
                </a:lnTo>
                <a:lnTo>
                  <a:pt x="15668" y="3770"/>
                </a:lnTo>
                <a:lnTo>
                  <a:pt x="1400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 flipH="1">
            <a:off x="-173801" y="4429050"/>
            <a:ext cx="2816434" cy="1657189"/>
          </a:xfrm>
          <a:custGeom>
            <a:rect b="b" l="l" r="r" t="t"/>
            <a:pathLst>
              <a:path extrusionOk="0" h="48304" w="73927">
                <a:moveTo>
                  <a:pt x="72372" y="0"/>
                </a:moveTo>
                <a:lnTo>
                  <a:pt x="66313" y="18345"/>
                </a:lnTo>
                <a:lnTo>
                  <a:pt x="60947" y="347"/>
                </a:lnTo>
                <a:lnTo>
                  <a:pt x="53155" y="28562"/>
                </a:lnTo>
                <a:lnTo>
                  <a:pt x="49165" y="29602"/>
                </a:lnTo>
                <a:lnTo>
                  <a:pt x="42760" y="25097"/>
                </a:lnTo>
                <a:lnTo>
                  <a:pt x="40166" y="25097"/>
                </a:lnTo>
                <a:lnTo>
                  <a:pt x="39126" y="22682"/>
                </a:lnTo>
                <a:lnTo>
                  <a:pt x="40680" y="18345"/>
                </a:lnTo>
                <a:lnTo>
                  <a:pt x="39126" y="16444"/>
                </a:lnTo>
                <a:lnTo>
                  <a:pt x="31335" y="17831"/>
                </a:lnTo>
                <a:lnTo>
                  <a:pt x="28909" y="10207"/>
                </a:lnTo>
                <a:lnTo>
                  <a:pt x="27187" y="18345"/>
                </a:lnTo>
                <a:lnTo>
                  <a:pt x="24236" y="19731"/>
                </a:lnTo>
                <a:lnTo>
                  <a:pt x="20603" y="8306"/>
                </a:lnTo>
                <a:lnTo>
                  <a:pt x="17830" y="19563"/>
                </a:lnTo>
                <a:lnTo>
                  <a:pt x="16098" y="16959"/>
                </a:lnTo>
                <a:lnTo>
                  <a:pt x="15058" y="21642"/>
                </a:lnTo>
                <a:lnTo>
                  <a:pt x="12811" y="18692"/>
                </a:lnTo>
                <a:lnTo>
                  <a:pt x="12118" y="14019"/>
                </a:lnTo>
                <a:lnTo>
                  <a:pt x="9692" y="17831"/>
                </a:lnTo>
                <a:lnTo>
                  <a:pt x="8485" y="6227"/>
                </a:lnTo>
                <a:lnTo>
                  <a:pt x="4326" y="18177"/>
                </a:lnTo>
                <a:lnTo>
                  <a:pt x="1386" y="7960"/>
                </a:lnTo>
                <a:lnTo>
                  <a:pt x="0" y="11425"/>
                </a:lnTo>
                <a:lnTo>
                  <a:pt x="0" y="40680"/>
                </a:lnTo>
                <a:lnTo>
                  <a:pt x="20781" y="48304"/>
                </a:lnTo>
                <a:lnTo>
                  <a:pt x="73926" y="40512"/>
                </a:lnTo>
                <a:lnTo>
                  <a:pt x="72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711487" y="4336679"/>
            <a:ext cx="2432505" cy="1163299"/>
          </a:xfrm>
          <a:custGeom>
            <a:rect b="b" l="l" r="r" t="t"/>
            <a:pathLst>
              <a:path extrusionOk="0" h="33908" w="70903">
                <a:moveTo>
                  <a:pt x="65001" y="1"/>
                </a:moveTo>
                <a:lnTo>
                  <a:pt x="61399" y="17212"/>
                </a:lnTo>
                <a:lnTo>
                  <a:pt x="50100" y="21569"/>
                </a:lnTo>
                <a:lnTo>
                  <a:pt x="45732" y="19774"/>
                </a:lnTo>
                <a:lnTo>
                  <a:pt x="47527" y="13872"/>
                </a:lnTo>
                <a:lnTo>
                  <a:pt x="38791" y="9241"/>
                </a:lnTo>
                <a:lnTo>
                  <a:pt x="30568" y="11552"/>
                </a:lnTo>
                <a:lnTo>
                  <a:pt x="19522" y="17464"/>
                </a:lnTo>
                <a:lnTo>
                  <a:pt x="15416" y="2563"/>
                </a:lnTo>
                <a:lnTo>
                  <a:pt x="7456" y="26715"/>
                </a:lnTo>
                <a:lnTo>
                  <a:pt x="5146" y="18230"/>
                </a:lnTo>
                <a:lnTo>
                  <a:pt x="0" y="31850"/>
                </a:lnTo>
                <a:lnTo>
                  <a:pt x="70902" y="33908"/>
                </a:lnTo>
                <a:lnTo>
                  <a:pt x="70902" y="33908"/>
                </a:lnTo>
                <a:lnTo>
                  <a:pt x="6500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 rot="168658">
            <a:off x="6001603" y="4548508"/>
            <a:ext cx="1267095" cy="794739"/>
          </a:xfrm>
          <a:custGeom>
            <a:rect b="b" l="l" r="r" t="t"/>
            <a:pathLst>
              <a:path extrusionOk="0" h="23166" w="30275">
                <a:moveTo>
                  <a:pt x="17926" y="1"/>
                </a:moveTo>
                <a:lnTo>
                  <a:pt x="12350" y="21307"/>
                </a:lnTo>
                <a:lnTo>
                  <a:pt x="9473" y="13526"/>
                </a:lnTo>
                <a:lnTo>
                  <a:pt x="5923" y="18429"/>
                </a:lnTo>
                <a:lnTo>
                  <a:pt x="1" y="16907"/>
                </a:lnTo>
                <a:lnTo>
                  <a:pt x="505" y="23165"/>
                </a:lnTo>
                <a:lnTo>
                  <a:pt x="30275" y="21811"/>
                </a:lnTo>
                <a:lnTo>
                  <a:pt x="21139" y="4568"/>
                </a:lnTo>
                <a:lnTo>
                  <a:pt x="179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-150589" y="120357"/>
            <a:ext cx="9937534" cy="3012672"/>
            <a:chOff x="-150589" y="120357"/>
            <a:chExt cx="9937534" cy="3012672"/>
          </a:xfrm>
        </p:grpSpPr>
        <p:sp>
          <p:nvSpPr>
            <p:cNvPr id="62" name="Google Shape;62;p3"/>
            <p:cNvSpPr/>
            <p:nvPr/>
          </p:nvSpPr>
          <p:spPr>
            <a:xfrm>
              <a:off x="7961855" y="16615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00075" y="2728611"/>
              <a:ext cx="1470659" cy="404419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8772754" y="1735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9003400" y="13999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860710" y="120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150403" y="275879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3"/>
          <p:cNvSpPr txBox="1"/>
          <p:nvPr>
            <p:ph type="title"/>
          </p:nvPr>
        </p:nvSpPr>
        <p:spPr>
          <a:xfrm>
            <a:off x="2006850" y="2150850"/>
            <a:ext cx="513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" name="Google Shape;70;p3"/>
          <p:cNvSpPr txBox="1"/>
          <p:nvPr>
            <p:ph hasCustomPrompt="1" idx="2" type="title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" name="Google Shape;71;p3"/>
          <p:cNvSpPr txBox="1"/>
          <p:nvPr>
            <p:ph idx="1" type="subTitle"/>
          </p:nvPr>
        </p:nvSpPr>
        <p:spPr>
          <a:xfrm>
            <a:off x="2900600" y="3132175"/>
            <a:ext cx="33429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" name="Google Shape;72;p3"/>
          <p:cNvGrpSpPr/>
          <p:nvPr/>
        </p:nvGrpSpPr>
        <p:grpSpPr>
          <a:xfrm>
            <a:off x="2747893" y="538818"/>
            <a:ext cx="5986240" cy="972854"/>
            <a:chOff x="2747893" y="538818"/>
            <a:chExt cx="5986240" cy="972854"/>
          </a:xfrm>
        </p:grpSpPr>
        <p:sp>
          <p:nvSpPr>
            <p:cNvPr id="73" name="Google Shape;73;p3"/>
            <p:cNvSpPr/>
            <p:nvPr/>
          </p:nvSpPr>
          <p:spPr>
            <a:xfrm>
              <a:off x="2747893" y="1333306"/>
              <a:ext cx="311315" cy="178365"/>
            </a:xfrm>
            <a:custGeom>
              <a:rect b="b" l="l" r="r" t="t"/>
              <a:pathLst>
                <a:path extrusionOk="0" h="758" w="1323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059198" y="538818"/>
              <a:ext cx="213191" cy="155305"/>
            </a:xfrm>
            <a:custGeom>
              <a:rect b="b" l="l" r="r" t="t"/>
              <a:pathLst>
                <a:path extrusionOk="0" h="660" w="906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529414" y="1151874"/>
              <a:ext cx="204720" cy="98124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252804" y="177096"/>
            <a:ext cx="8638393" cy="4789309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pen Sans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Open Sans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0" name="Google Shape;80;p4"/>
          <p:cNvGrpSpPr/>
          <p:nvPr/>
        </p:nvGrpSpPr>
        <p:grpSpPr>
          <a:xfrm>
            <a:off x="-256328" y="239957"/>
            <a:ext cx="9747428" cy="4850977"/>
            <a:chOff x="-256328" y="239957"/>
            <a:chExt cx="9747428" cy="4850977"/>
          </a:xfrm>
        </p:grpSpPr>
        <p:sp>
          <p:nvSpPr>
            <p:cNvPr id="81" name="Google Shape;81;p4"/>
            <p:cNvSpPr/>
            <p:nvPr/>
          </p:nvSpPr>
          <p:spPr>
            <a:xfrm>
              <a:off x="87578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9290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291185" y="2399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-2563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flipH="1" rot="10800000">
              <a:off x="86519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flipH="1" rot="10800000">
              <a:off x="-15059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flipH="1" rot="10800000">
              <a:off x="88231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flipH="1" rot="10800000">
              <a:off x="754779" y="50451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 flipH="1" rot="10800000">
              <a:off x="6767428" y="4952634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4"/>
          <p:cNvGrpSpPr/>
          <p:nvPr/>
        </p:nvGrpSpPr>
        <p:grpSpPr>
          <a:xfrm>
            <a:off x="618490" y="420471"/>
            <a:ext cx="849263" cy="621826"/>
            <a:chOff x="998250" y="971075"/>
            <a:chExt cx="163925" cy="120025"/>
          </a:xfrm>
        </p:grpSpPr>
        <p:sp>
          <p:nvSpPr>
            <p:cNvPr id="92" name="Google Shape;92;p4"/>
            <p:cNvSpPr/>
            <p:nvPr/>
          </p:nvSpPr>
          <p:spPr>
            <a:xfrm>
              <a:off x="998250" y="971075"/>
              <a:ext cx="38075" cy="13125"/>
            </a:xfrm>
            <a:custGeom>
              <a:rect b="b" l="l" r="r" t="t"/>
              <a:pathLst>
                <a:path extrusionOk="0" h="525" w="1523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1003250" y="1019650"/>
              <a:ext cx="33075" cy="18950"/>
            </a:xfrm>
            <a:custGeom>
              <a:rect b="b" l="l" r="r" t="t"/>
              <a:pathLst>
                <a:path extrusionOk="0" h="758" w="1323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1099225" y="1074600"/>
              <a:ext cx="22650" cy="16500"/>
            </a:xfrm>
            <a:custGeom>
              <a:rect b="b" l="l" r="r" t="t"/>
              <a:pathLst>
                <a:path extrusionOk="0" h="660" w="906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1140425" y="1000475"/>
              <a:ext cx="21750" cy="10425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4"/>
          <p:cNvSpPr/>
          <p:nvPr/>
        </p:nvSpPr>
        <p:spPr>
          <a:xfrm>
            <a:off x="8253367" y="4490352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4"/>
          <p:cNvGrpSpPr/>
          <p:nvPr/>
        </p:nvGrpSpPr>
        <p:grpSpPr>
          <a:xfrm>
            <a:off x="-256325" y="730476"/>
            <a:ext cx="8910295" cy="3224853"/>
            <a:chOff x="-256325" y="730476"/>
            <a:chExt cx="8910295" cy="3224853"/>
          </a:xfrm>
        </p:grpSpPr>
        <p:sp>
          <p:nvSpPr>
            <p:cNvPr id="98" name="Google Shape;98;p4"/>
            <p:cNvSpPr/>
            <p:nvPr/>
          </p:nvSpPr>
          <p:spPr>
            <a:xfrm>
              <a:off x="6828880" y="730476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-256325" y="3550911"/>
              <a:ext cx="1470659" cy="404419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 flipH="1">
            <a:off x="5651849" y="7188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0" y="3519513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 flipH="1">
            <a:off x="-150589" y="1661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 flipH="1">
            <a:off x="6315439" y="379186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 flipH="1">
            <a:off x="-218724" y="387647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 flipH="1">
            <a:off x="8868110" y="110334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 flipH="1">
            <a:off x="-218719" y="4477168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 flipH="1">
            <a:off x="8213963" y="120357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 flipH="1">
            <a:off x="8582327" y="260384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075815" y="1563836"/>
            <a:ext cx="217436" cy="95804"/>
          </a:xfrm>
          <a:custGeom>
            <a:rect b="b" l="l" r="r" t="t"/>
            <a:pathLst>
              <a:path extrusionOk="0" h="575" w="1305">
                <a:moveTo>
                  <a:pt x="1226" y="0"/>
                </a:moveTo>
                <a:cubicBezTo>
                  <a:pt x="996" y="0"/>
                  <a:pt x="776" y="118"/>
                  <a:pt x="659" y="316"/>
                </a:cubicBezTo>
                <a:lnTo>
                  <a:pt x="659" y="316"/>
                </a:lnTo>
                <a:cubicBezTo>
                  <a:pt x="574" y="255"/>
                  <a:pt x="477" y="211"/>
                  <a:pt x="362" y="186"/>
                </a:cubicBezTo>
                <a:cubicBezTo>
                  <a:pt x="341" y="180"/>
                  <a:pt x="319" y="178"/>
                  <a:pt x="297" y="178"/>
                </a:cubicBezTo>
                <a:cubicBezTo>
                  <a:pt x="171" y="178"/>
                  <a:pt x="46" y="262"/>
                  <a:pt x="0" y="385"/>
                </a:cubicBezTo>
                <a:cubicBezTo>
                  <a:pt x="53" y="305"/>
                  <a:pt x="145" y="255"/>
                  <a:pt x="240" y="255"/>
                </a:cubicBezTo>
                <a:cubicBezTo>
                  <a:pt x="275" y="255"/>
                  <a:pt x="310" y="262"/>
                  <a:pt x="344" y="276"/>
                </a:cubicBezTo>
                <a:cubicBezTo>
                  <a:pt x="453" y="331"/>
                  <a:pt x="562" y="421"/>
                  <a:pt x="616" y="530"/>
                </a:cubicBezTo>
                <a:cubicBezTo>
                  <a:pt x="639" y="560"/>
                  <a:pt x="671" y="574"/>
                  <a:pt x="701" y="574"/>
                </a:cubicBezTo>
                <a:cubicBezTo>
                  <a:pt x="742" y="574"/>
                  <a:pt x="779" y="546"/>
                  <a:pt x="779" y="494"/>
                </a:cubicBezTo>
                <a:cubicBezTo>
                  <a:pt x="815" y="222"/>
                  <a:pt x="1032" y="23"/>
                  <a:pt x="1304" y="5"/>
                </a:cubicBezTo>
                <a:cubicBezTo>
                  <a:pt x="1278" y="2"/>
                  <a:pt x="1252" y="0"/>
                  <a:pt x="122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16584" y="1286072"/>
            <a:ext cx="193276" cy="85640"/>
          </a:xfrm>
          <a:custGeom>
            <a:rect b="b" l="l" r="r" t="t"/>
            <a:pathLst>
              <a:path extrusionOk="0" h="514" w="116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338635" y="498758"/>
            <a:ext cx="184279" cy="80142"/>
          </a:xfrm>
          <a:custGeom>
            <a:rect b="b" l="l" r="r" t="t"/>
            <a:pathLst>
              <a:path extrusionOk="0" h="481" w="1106">
                <a:moveTo>
                  <a:pt x="953" y="1"/>
                </a:moveTo>
                <a:cubicBezTo>
                  <a:pt x="776" y="1"/>
                  <a:pt x="607" y="81"/>
                  <a:pt x="501" y="227"/>
                </a:cubicBezTo>
                <a:lnTo>
                  <a:pt x="501" y="227"/>
                </a:lnTo>
                <a:cubicBezTo>
                  <a:pt x="452" y="182"/>
                  <a:pt x="398" y="144"/>
                  <a:pt x="345" y="111"/>
                </a:cubicBezTo>
                <a:cubicBezTo>
                  <a:pt x="290" y="84"/>
                  <a:pt x="232" y="71"/>
                  <a:pt x="173" y="71"/>
                </a:cubicBezTo>
                <a:cubicBezTo>
                  <a:pt x="114" y="71"/>
                  <a:pt x="55" y="84"/>
                  <a:pt x="1" y="111"/>
                </a:cubicBezTo>
                <a:cubicBezTo>
                  <a:pt x="91" y="130"/>
                  <a:pt x="182" y="166"/>
                  <a:pt x="254" y="238"/>
                </a:cubicBezTo>
                <a:cubicBezTo>
                  <a:pt x="327" y="293"/>
                  <a:pt x="381" y="365"/>
                  <a:pt x="435" y="456"/>
                </a:cubicBezTo>
                <a:cubicBezTo>
                  <a:pt x="453" y="456"/>
                  <a:pt x="453" y="456"/>
                  <a:pt x="472" y="474"/>
                </a:cubicBezTo>
                <a:cubicBezTo>
                  <a:pt x="486" y="478"/>
                  <a:pt x="501" y="481"/>
                  <a:pt x="515" y="481"/>
                </a:cubicBezTo>
                <a:cubicBezTo>
                  <a:pt x="552" y="481"/>
                  <a:pt x="585" y="464"/>
                  <a:pt x="598" y="437"/>
                </a:cubicBezTo>
                <a:cubicBezTo>
                  <a:pt x="707" y="238"/>
                  <a:pt x="888" y="75"/>
                  <a:pt x="1105" y="21"/>
                </a:cubicBezTo>
                <a:cubicBezTo>
                  <a:pt x="1055" y="7"/>
                  <a:pt x="1003" y="1"/>
                  <a:pt x="9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>
            <p:ph idx="1" type="subTitle"/>
          </p:nvPr>
        </p:nvSpPr>
        <p:spPr>
          <a:xfrm>
            <a:off x="1182901" y="2586738"/>
            <a:ext cx="29076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" name="Google Shape;114;p5"/>
          <p:cNvSpPr txBox="1"/>
          <p:nvPr>
            <p:ph idx="2" type="subTitle"/>
          </p:nvPr>
        </p:nvSpPr>
        <p:spPr>
          <a:xfrm>
            <a:off x="5527751" y="2586738"/>
            <a:ext cx="29076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5"/>
          <p:cNvSpPr txBox="1"/>
          <p:nvPr>
            <p:ph idx="3" type="subTitle"/>
          </p:nvPr>
        </p:nvSpPr>
        <p:spPr>
          <a:xfrm>
            <a:off x="1182901" y="2984838"/>
            <a:ext cx="2907600" cy="9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"/>
          <p:cNvSpPr txBox="1"/>
          <p:nvPr>
            <p:ph idx="4" type="subTitle"/>
          </p:nvPr>
        </p:nvSpPr>
        <p:spPr>
          <a:xfrm>
            <a:off x="5527751" y="2984838"/>
            <a:ext cx="2907600" cy="9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60753" y="1887100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26716" y="782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058688" y="6151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922591" y="460467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769373" y="416999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189911" y="509149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-68203" y="210082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-126741" y="3944203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6"/>
          <p:cNvGrpSpPr/>
          <p:nvPr/>
        </p:nvGrpSpPr>
        <p:grpSpPr>
          <a:xfrm>
            <a:off x="1513075" y="1763825"/>
            <a:ext cx="413545" cy="210602"/>
            <a:chOff x="2997351" y="1193725"/>
            <a:chExt cx="413545" cy="210602"/>
          </a:xfrm>
        </p:grpSpPr>
        <p:sp>
          <p:nvSpPr>
            <p:cNvPr id="128" name="Google Shape;128;p6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0" y="3813750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7"/>
          <p:cNvGrpSpPr/>
          <p:nvPr/>
        </p:nvGrpSpPr>
        <p:grpSpPr>
          <a:xfrm>
            <a:off x="174405" y="249131"/>
            <a:ext cx="8532152" cy="4699840"/>
            <a:chOff x="174405" y="249131"/>
            <a:chExt cx="8532152" cy="4699840"/>
          </a:xfrm>
        </p:grpSpPr>
        <p:sp>
          <p:nvSpPr>
            <p:cNvPr id="135" name="Google Shape;135;p7"/>
            <p:cNvSpPr/>
            <p:nvPr/>
          </p:nvSpPr>
          <p:spPr>
            <a:xfrm>
              <a:off x="8555624" y="4828998"/>
              <a:ext cx="150933" cy="56490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7432500" y="4320073"/>
              <a:ext cx="222166" cy="76196"/>
            </a:xfrm>
            <a:custGeom>
              <a:rect b="b" l="l" r="r" t="t"/>
              <a:pathLst>
                <a:path extrusionOk="0" h="522" w="1522">
                  <a:moveTo>
                    <a:pt x="1247" y="0"/>
                  </a:moveTo>
                  <a:cubicBezTo>
                    <a:pt x="1188" y="0"/>
                    <a:pt x="1133" y="13"/>
                    <a:pt x="1069" y="26"/>
                  </a:cubicBezTo>
                  <a:cubicBezTo>
                    <a:pt x="966" y="77"/>
                    <a:pt x="863" y="156"/>
                    <a:pt x="786" y="249"/>
                  </a:cubicBezTo>
                  <a:lnTo>
                    <a:pt x="786" y="249"/>
                  </a:lnTo>
                  <a:cubicBezTo>
                    <a:pt x="643" y="110"/>
                    <a:pt x="455" y="31"/>
                    <a:pt x="261" y="31"/>
                  </a:cubicBezTo>
                  <a:cubicBezTo>
                    <a:pt x="174" y="31"/>
                    <a:pt x="86" y="47"/>
                    <a:pt x="0" y="80"/>
                  </a:cubicBezTo>
                  <a:cubicBezTo>
                    <a:pt x="38" y="73"/>
                    <a:pt x="76" y="70"/>
                    <a:pt x="113" y="70"/>
                  </a:cubicBezTo>
                  <a:cubicBezTo>
                    <a:pt x="366" y="70"/>
                    <a:pt x="612" y="224"/>
                    <a:pt x="707" y="460"/>
                  </a:cubicBezTo>
                  <a:cubicBezTo>
                    <a:pt x="725" y="497"/>
                    <a:pt x="743" y="515"/>
                    <a:pt x="761" y="515"/>
                  </a:cubicBezTo>
                  <a:cubicBezTo>
                    <a:pt x="775" y="519"/>
                    <a:pt x="788" y="521"/>
                    <a:pt x="801" y="521"/>
                  </a:cubicBezTo>
                  <a:cubicBezTo>
                    <a:pt x="840" y="521"/>
                    <a:pt x="874" y="501"/>
                    <a:pt x="888" y="460"/>
                  </a:cubicBezTo>
                  <a:cubicBezTo>
                    <a:pt x="924" y="334"/>
                    <a:pt x="1015" y="207"/>
                    <a:pt x="1123" y="116"/>
                  </a:cubicBezTo>
                  <a:cubicBezTo>
                    <a:pt x="1170" y="77"/>
                    <a:pt x="1231" y="58"/>
                    <a:pt x="1293" y="58"/>
                  </a:cubicBezTo>
                  <a:cubicBezTo>
                    <a:pt x="1375" y="58"/>
                    <a:pt x="1460" y="91"/>
                    <a:pt x="1522" y="153"/>
                  </a:cubicBezTo>
                  <a:cubicBezTo>
                    <a:pt x="1467" y="80"/>
                    <a:pt x="1413" y="26"/>
                    <a:pt x="1322" y="8"/>
                  </a:cubicBezTo>
                  <a:cubicBezTo>
                    <a:pt x="1296" y="2"/>
                    <a:pt x="1271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8162538" y="4342478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7959055" y="4598802"/>
              <a:ext cx="179835" cy="78532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174405" y="455626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396338" y="249131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" name="Google Shape;141;p7"/>
            <p:cNvGrpSpPr/>
            <p:nvPr/>
          </p:nvGrpSpPr>
          <p:grpSpPr>
            <a:xfrm>
              <a:off x="288590" y="4327146"/>
              <a:ext cx="849263" cy="621826"/>
              <a:chOff x="873887" y="1204246"/>
              <a:chExt cx="163925" cy="120025"/>
            </a:xfrm>
          </p:grpSpPr>
          <p:sp>
            <p:nvSpPr>
              <p:cNvPr id="142" name="Google Shape;142;p7"/>
              <p:cNvSpPr/>
              <p:nvPr/>
            </p:nvSpPr>
            <p:spPr>
              <a:xfrm>
                <a:off x="873887" y="1204246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878887" y="1252821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974862" y="1307771"/>
                <a:ext cx="22650" cy="16500"/>
              </a:xfrm>
              <a:custGeom>
                <a:rect b="b" l="l" r="r" t="t"/>
                <a:pathLst>
                  <a:path extrusionOk="0" h="660" w="906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016062" y="1233646"/>
                <a:ext cx="21750" cy="10425"/>
              </a:xfrm>
              <a:custGeom>
                <a:rect b="b" l="l" r="r" t="t"/>
                <a:pathLst>
                  <a:path extrusionOk="0" h="417" w="87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6" name="Google Shape;146;p7"/>
          <p:cNvGrpSpPr/>
          <p:nvPr/>
        </p:nvGrpSpPr>
        <p:grpSpPr>
          <a:xfrm>
            <a:off x="-166003" y="7"/>
            <a:ext cx="9489289" cy="4774777"/>
            <a:chOff x="-150589" y="11357"/>
            <a:chExt cx="9489289" cy="4774777"/>
          </a:xfrm>
        </p:grpSpPr>
        <p:sp>
          <p:nvSpPr>
            <p:cNvPr id="147" name="Google Shape;147;p7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 flipH="1" rot="10800000">
              <a:off x="8776673" y="301451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7"/>
          <p:cNvSpPr/>
          <p:nvPr/>
        </p:nvSpPr>
        <p:spPr>
          <a:xfrm>
            <a:off x="5189911" y="509149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 flipH="1" rot="10800000">
            <a:off x="-126747" y="-80268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847604" y="4561862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672701" y="3068991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 flipH="1" rot="10800000">
            <a:off x="6934291" y="1370635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 flipH="1" rot="10800000">
            <a:off x="8769373" y="1144671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 flipH="1" rot="10800000">
            <a:off x="1424974" y="238149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 flipH="1" rot="10800000">
            <a:off x="-126741" y="4875800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 flipH="1" rot="10800000">
            <a:off x="-126741" y="137046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 flipH="1">
            <a:off x="616596" y="4561858"/>
            <a:ext cx="193276" cy="85640"/>
          </a:xfrm>
          <a:custGeom>
            <a:rect b="b" l="l" r="r" t="t"/>
            <a:pathLst>
              <a:path extrusionOk="0" h="514" w="116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 flipH="1">
            <a:off x="8004750" y="963881"/>
            <a:ext cx="413545" cy="210602"/>
            <a:chOff x="2997351" y="1193725"/>
            <a:chExt cx="413545" cy="210602"/>
          </a:xfrm>
        </p:grpSpPr>
        <p:sp>
          <p:nvSpPr>
            <p:cNvPr id="169" name="Google Shape;169;p8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8"/>
          <p:cNvSpPr txBox="1"/>
          <p:nvPr>
            <p:ph idx="1" type="subTitle"/>
          </p:nvPr>
        </p:nvSpPr>
        <p:spPr>
          <a:xfrm>
            <a:off x="1139250" y="1398925"/>
            <a:ext cx="6865500" cy="32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omine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 rot="5400000">
            <a:off x="2542177" y="-1308273"/>
            <a:ext cx="4072925" cy="7730071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9"/>
          <p:cNvSpPr/>
          <p:nvPr/>
        </p:nvSpPr>
        <p:spPr>
          <a:xfrm flipH="1">
            <a:off x="2266042" y="3352898"/>
            <a:ext cx="222166" cy="76196"/>
          </a:xfrm>
          <a:custGeom>
            <a:rect b="b" l="l" r="r" t="t"/>
            <a:pathLst>
              <a:path extrusionOk="0" h="522" w="1522">
                <a:moveTo>
                  <a:pt x="1247" y="0"/>
                </a:moveTo>
                <a:cubicBezTo>
                  <a:pt x="1188" y="0"/>
                  <a:pt x="1133" y="13"/>
                  <a:pt x="1069" y="26"/>
                </a:cubicBezTo>
                <a:cubicBezTo>
                  <a:pt x="966" y="77"/>
                  <a:pt x="863" y="156"/>
                  <a:pt x="786" y="249"/>
                </a:cubicBezTo>
                <a:lnTo>
                  <a:pt x="786" y="249"/>
                </a:lnTo>
                <a:cubicBezTo>
                  <a:pt x="643" y="110"/>
                  <a:pt x="455" y="31"/>
                  <a:pt x="261" y="31"/>
                </a:cubicBezTo>
                <a:cubicBezTo>
                  <a:pt x="174" y="31"/>
                  <a:pt x="86" y="47"/>
                  <a:pt x="0" y="80"/>
                </a:cubicBezTo>
                <a:cubicBezTo>
                  <a:pt x="38" y="73"/>
                  <a:pt x="76" y="70"/>
                  <a:pt x="113" y="70"/>
                </a:cubicBezTo>
                <a:cubicBezTo>
                  <a:pt x="366" y="70"/>
                  <a:pt x="612" y="224"/>
                  <a:pt x="707" y="460"/>
                </a:cubicBezTo>
                <a:cubicBezTo>
                  <a:pt x="725" y="497"/>
                  <a:pt x="743" y="515"/>
                  <a:pt x="761" y="515"/>
                </a:cubicBezTo>
                <a:cubicBezTo>
                  <a:pt x="775" y="519"/>
                  <a:pt x="788" y="521"/>
                  <a:pt x="801" y="521"/>
                </a:cubicBezTo>
                <a:cubicBezTo>
                  <a:pt x="840" y="521"/>
                  <a:pt x="874" y="501"/>
                  <a:pt x="888" y="460"/>
                </a:cubicBezTo>
                <a:cubicBezTo>
                  <a:pt x="924" y="334"/>
                  <a:pt x="1015" y="207"/>
                  <a:pt x="1123" y="116"/>
                </a:cubicBezTo>
                <a:cubicBezTo>
                  <a:pt x="1170" y="77"/>
                  <a:pt x="1231" y="58"/>
                  <a:pt x="1293" y="58"/>
                </a:cubicBezTo>
                <a:cubicBezTo>
                  <a:pt x="1375" y="58"/>
                  <a:pt x="1460" y="91"/>
                  <a:pt x="1522" y="153"/>
                </a:cubicBezTo>
                <a:cubicBezTo>
                  <a:pt x="1467" y="80"/>
                  <a:pt x="1413" y="26"/>
                  <a:pt x="1322" y="8"/>
                </a:cubicBezTo>
                <a:cubicBezTo>
                  <a:pt x="1296" y="2"/>
                  <a:pt x="1271" y="0"/>
                  <a:pt x="124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 flipH="1">
            <a:off x="1570307" y="3603903"/>
            <a:ext cx="187863" cy="112397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 flipH="1">
            <a:off x="1144656" y="3778922"/>
            <a:ext cx="150787" cy="73131"/>
          </a:xfrm>
          <a:custGeom>
            <a:rect b="b" l="l" r="r" t="t"/>
            <a:pathLst>
              <a:path extrusionOk="0" h="501" w="1033">
                <a:moveTo>
                  <a:pt x="948" y="1"/>
                </a:moveTo>
                <a:cubicBezTo>
                  <a:pt x="869" y="1"/>
                  <a:pt x="792" y="38"/>
                  <a:pt x="724" y="105"/>
                </a:cubicBezTo>
                <a:cubicBezTo>
                  <a:pt x="684" y="146"/>
                  <a:pt x="643" y="192"/>
                  <a:pt x="608" y="242"/>
                </a:cubicBezTo>
                <a:lnTo>
                  <a:pt x="608" y="242"/>
                </a:lnTo>
                <a:cubicBezTo>
                  <a:pt x="516" y="170"/>
                  <a:pt x="401" y="133"/>
                  <a:pt x="285" y="133"/>
                </a:cubicBezTo>
                <a:cubicBezTo>
                  <a:pt x="188" y="133"/>
                  <a:pt x="89" y="159"/>
                  <a:pt x="0" y="214"/>
                </a:cubicBezTo>
                <a:cubicBezTo>
                  <a:pt x="217" y="214"/>
                  <a:pt x="417" y="322"/>
                  <a:pt x="561" y="467"/>
                </a:cubicBezTo>
                <a:cubicBezTo>
                  <a:pt x="580" y="485"/>
                  <a:pt x="580" y="485"/>
                  <a:pt x="598" y="485"/>
                </a:cubicBezTo>
                <a:cubicBezTo>
                  <a:pt x="614" y="496"/>
                  <a:pt x="629" y="500"/>
                  <a:pt x="644" y="500"/>
                </a:cubicBezTo>
                <a:cubicBezTo>
                  <a:pt x="681" y="500"/>
                  <a:pt x="712" y="475"/>
                  <a:pt x="724" y="449"/>
                </a:cubicBezTo>
                <a:cubicBezTo>
                  <a:pt x="761" y="359"/>
                  <a:pt x="797" y="268"/>
                  <a:pt x="833" y="196"/>
                </a:cubicBezTo>
                <a:cubicBezTo>
                  <a:pt x="887" y="105"/>
                  <a:pt x="960" y="51"/>
                  <a:pt x="1032" y="15"/>
                </a:cubicBezTo>
                <a:cubicBezTo>
                  <a:pt x="1004" y="5"/>
                  <a:pt x="976" y="1"/>
                  <a:pt x="9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flipH="1">
            <a:off x="1781818" y="3860227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 flipH="1">
            <a:off x="883253" y="4513592"/>
            <a:ext cx="92691" cy="58534"/>
          </a:xfrm>
          <a:custGeom>
            <a:rect b="b" l="l" r="r" t="t"/>
            <a:pathLst>
              <a:path extrusionOk="0" h="401" w="635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 flipH="1">
            <a:off x="724583" y="4270551"/>
            <a:ext cx="126994" cy="62913"/>
          </a:xfrm>
          <a:custGeom>
            <a:rect b="b" l="l" r="r" t="t"/>
            <a:pathLst>
              <a:path extrusionOk="0" h="431" w="870">
                <a:moveTo>
                  <a:pt x="698" y="1"/>
                </a:moveTo>
                <a:cubicBezTo>
                  <a:pt x="657" y="1"/>
                  <a:pt x="615" y="11"/>
                  <a:pt x="580" y="32"/>
                </a:cubicBezTo>
                <a:cubicBezTo>
                  <a:pt x="524" y="65"/>
                  <a:pt x="483" y="112"/>
                  <a:pt x="446" y="164"/>
                </a:cubicBezTo>
                <a:lnTo>
                  <a:pt x="446" y="164"/>
                </a:lnTo>
                <a:cubicBezTo>
                  <a:pt x="382" y="129"/>
                  <a:pt x="312" y="112"/>
                  <a:pt x="244" y="112"/>
                </a:cubicBezTo>
                <a:cubicBezTo>
                  <a:pt x="157" y="112"/>
                  <a:pt x="71" y="140"/>
                  <a:pt x="0" y="195"/>
                </a:cubicBezTo>
                <a:cubicBezTo>
                  <a:pt x="29" y="184"/>
                  <a:pt x="60" y="179"/>
                  <a:pt x="90" y="179"/>
                </a:cubicBezTo>
                <a:cubicBezTo>
                  <a:pt x="213" y="179"/>
                  <a:pt x="341" y="260"/>
                  <a:pt x="399" y="376"/>
                </a:cubicBezTo>
                <a:cubicBezTo>
                  <a:pt x="417" y="394"/>
                  <a:pt x="435" y="412"/>
                  <a:pt x="471" y="431"/>
                </a:cubicBezTo>
                <a:cubicBezTo>
                  <a:pt x="525" y="431"/>
                  <a:pt x="562" y="394"/>
                  <a:pt x="562" y="340"/>
                </a:cubicBezTo>
                <a:cubicBezTo>
                  <a:pt x="562" y="268"/>
                  <a:pt x="598" y="177"/>
                  <a:pt x="634" y="123"/>
                </a:cubicBezTo>
                <a:cubicBezTo>
                  <a:pt x="670" y="74"/>
                  <a:pt x="731" y="50"/>
                  <a:pt x="788" y="50"/>
                </a:cubicBezTo>
                <a:cubicBezTo>
                  <a:pt x="817" y="50"/>
                  <a:pt x="845" y="56"/>
                  <a:pt x="869" y="68"/>
                </a:cubicBezTo>
                <a:cubicBezTo>
                  <a:pt x="826" y="25"/>
                  <a:pt x="762" y="1"/>
                  <a:pt x="6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9"/>
          <p:cNvGrpSpPr/>
          <p:nvPr/>
        </p:nvGrpSpPr>
        <p:grpSpPr>
          <a:xfrm flipH="1">
            <a:off x="7150080" y="972484"/>
            <a:ext cx="849263" cy="621826"/>
            <a:chOff x="998250" y="971075"/>
            <a:chExt cx="163925" cy="120025"/>
          </a:xfrm>
        </p:grpSpPr>
        <p:sp>
          <p:nvSpPr>
            <p:cNvPr id="182" name="Google Shape;182;p9"/>
            <p:cNvSpPr/>
            <p:nvPr/>
          </p:nvSpPr>
          <p:spPr>
            <a:xfrm>
              <a:off x="998250" y="971075"/>
              <a:ext cx="38075" cy="13125"/>
            </a:xfrm>
            <a:custGeom>
              <a:rect b="b" l="l" r="r" t="t"/>
              <a:pathLst>
                <a:path extrusionOk="0" h="525" w="1523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1003250" y="1019650"/>
              <a:ext cx="33075" cy="18950"/>
            </a:xfrm>
            <a:custGeom>
              <a:rect b="b" l="l" r="r" t="t"/>
              <a:pathLst>
                <a:path extrusionOk="0" h="758" w="1323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1099225" y="1074600"/>
              <a:ext cx="22650" cy="16500"/>
            </a:xfrm>
            <a:custGeom>
              <a:rect b="b" l="l" r="r" t="t"/>
              <a:pathLst>
                <a:path extrusionOk="0" h="660" w="906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1140425" y="1000475"/>
              <a:ext cx="21750" cy="10425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9"/>
          <p:cNvGrpSpPr/>
          <p:nvPr/>
        </p:nvGrpSpPr>
        <p:grpSpPr>
          <a:xfrm>
            <a:off x="-166003" y="7"/>
            <a:ext cx="9489289" cy="4774777"/>
            <a:chOff x="-150589" y="11357"/>
            <a:chExt cx="9489289" cy="4774777"/>
          </a:xfrm>
        </p:grpSpPr>
        <p:sp>
          <p:nvSpPr>
            <p:cNvPr id="187" name="Google Shape;187;p9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flipH="1" rot="10800000">
              <a:off x="8776673" y="301451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9"/>
          <p:cNvSpPr/>
          <p:nvPr/>
        </p:nvSpPr>
        <p:spPr>
          <a:xfrm>
            <a:off x="556717" y="80522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220001" y="3990343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 txBox="1"/>
          <p:nvPr>
            <p:ph type="title"/>
          </p:nvPr>
        </p:nvSpPr>
        <p:spPr>
          <a:xfrm>
            <a:off x="1144650" y="1307100"/>
            <a:ext cx="6854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 rot="5400000">
            <a:off x="2542177" y="-1308273"/>
            <a:ext cx="4072925" cy="7730071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>
            <p:ph type="title"/>
          </p:nvPr>
        </p:nvSpPr>
        <p:spPr>
          <a:xfrm>
            <a:off x="2126338" y="951450"/>
            <a:ext cx="4891200" cy="99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2" name="Google Shape;202;p10"/>
          <p:cNvSpPr txBox="1"/>
          <p:nvPr>
            <p:ph idx="1" type="subTitle"/>
          </p:nvPr>
        </p:nvSpPr>
        <p:spPr>
          <a:xfrm>
            <a:off x="2126338" y="1947450"/>
            <a:ext cx="4891200" cy="22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3" name="Google Shape;203;p10"/>
          <p:cNvGrpSpPr/>
          <p:nvPr/>
        </p:nvGrpSpPr>
        <p:grpSpPr>
          <a:xfrm>
            <a:off x="-256328" y="239957"/>
            <a:ext cx="9747428" cy="4774944"/>
            <a:chOff x="-256328" y="239957"/>
            <a:chExt cx="9747428" cy="4774944"/>
          </a:xfrm>
        </p:grpSpPr>
        <p:sp>
          <p:nvSpPr>
            <p:cNvPr id="204" name="Google Shape;204;p10"/>
            <p:cNvSpPr/>
            <p:nvPr/>
          </p:nvSpPr>
          <p:spPr>
            <a:xfrm>
              <a:off x="87578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89290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4291185" y="2399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-2563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 flipH="1" rot="10800000">
              <a:off x="86519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 flipH="1" rot="10800000">
              <a:off x="-15059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0"/>
            <p:cNvSpPr/>
            <p:nvPr/>
          </p:nvSpPr>
          <p:spPr>
            <a:xfrm flipH="1" rot="10800000">
              <a:off x="88231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 flipH="1" rot="10800000">
              <a:off x="754779" y="49689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0"/>
            <p:cNvSpPr/>
            <p:nvPr/>
          </p:nvSpPr>
          <p:spPr>
            <a:xfrm flipH="1" rot="10800000">
              <a:off x="6767428" y="4968757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713231" y="239961"/>
            <a:ext cx="1542928" cy="1129723"/>
            <a:chOff x="998250" y="971075"/>
            <a:chExt cx="163925" cy="120025"/>
          </a:xfrm>
        </p:grpSpPr>
        <p:sp>
          <p:nvSpPr>
            <p:cNvPr id="215" name="Google Shape;215;p10"/>
            <p:cNvSpPr/>
            <p:nvPr/>
          </p:nvSpPr>
          <p:spPr>
            <a:xfrm>
              <a:off x="998250" y="971075"/>
              <a:ext cx="38075" cy="13125"/>
            </a:xfrm>
            <a:custGeom>
              <a:rect b="b" l="l" r="r" t="t"/>
              <a:pathLst>
                <a:path extrusionOk="0" h="525" w="1523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1003250" y="1019650"/>
              <a:ext cx="33075" cy="18950"/>
            </a:xfrm>
            <a:custGeom>
              <a:rect b="b" l="l" r="r" t="t"/>
              <a:pathLst>
                <a:path extrusionOk="0" h="758" w="1323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1099225" y="1074600"/>
              <a:ext cx="22650" cy="16500"/>
            </a:xfrm>
            <a:custGeom>
              <a:rect b="b" l="l" r="r" t="t"/>
              <a:pathLst>
                <a:path extrusionOk="0" h="660" w="906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1140425" y="1000475"/>
              <a:ext cx="21750" cy="10425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10"/>
          <p:cNvSpPr/>
          <p:nvPr/>
        </p:nvSpPr>
        <p:spPr>
          <a:xfrm>
            <a:off x="7819773" y="755755"/>
            <a:ext cx="213191" cy="155305"/>
          </a:xfrm>
          <a:custGeom>
            <a:rect b="b" l="l" r="r" t="t"/>
            <a:pathLst>
              <a:path extrusionOk="0" h="660" w="906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110164" y="1038211"/>
            <a:ext cx="204720" cy="98124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title"/>
          </p:nvPr>
        </p:nvSpPr>
        <p:spPr>
          <a:xfrm>
            <a:off x="819356" y="4078150"/>
            <a:ext cx="7505400" cy="8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 rot="5400000">
            <a:off x="2542177" y="-1308273"/>
            <a:ext cx="4072925" cy="7730071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5" name="Google Shape;225;p12"/>
          <p:cNvSpPr/>
          <p:nvPr/>
        </p:nvSpPr>
        <p:spPr>
          <a:xfrm flipH="1">
            <a:off x="713503" y="1587275"/>
            <a:ext cx="7730272" cy="300594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 flipH="1">
            <a:off x="2239567" y="3364198"/>
            <a:ext cx="222166" cy="76196"/>
          </a:xfrm>
          <a:custGeom>
            <a:rect b="b" l="l" r="r" t="t"/>
            <a:pathLst>
              <a:path extrusionOk="0" h="522" w="1522">
                <a:moveTo>
                  <a:pt x="1247" y="0"/>
                </a:moveTo>
                <a:cubicBezTo>
                  <a:pt x="1188" y="0"/>
                  <a:pt x="1133" y="13"/>
                  <a:pt x="1069" y="26"/>
                </a:cubicBezTo>
                <a:cubicBezTo>
                  <a:pt x="966" y="77"/>
                  <a:pt x="863" y="156"/>
                  <a:pt x="786" y="249"/>
                </a:cubicBezTo>
                <a:lnTo>
                  <a:pt x="786" y="249"/>
                </a:lnTo>
                <a:cubicBezTo>
                  <a:pt x="643" y="110"/>
                  <a:pt x="455" y="31"/>
                  <a:pt x="261" y="31"/>
                </a:cubicBezTo>
                <a:cubicBezTo>
                  <a:pt x="174" y="31"/>
                  <a:pt x="86" y="47"/>
                  <a:pt x="0" y="80"/>
                </a:cubicBezTo>
                <a:cubicBezTo>
                  <a:pt x="38" y="73"/>
                  <a:pt x="76" y="70"/>
                  <a:pt x="113" y="70"/>
                </a:cubicBezTo>
                <a:cubicBezTo>
                  <a:pt x="366" y="70"/>
                  <a:pt x="612" y="224"/>
                  <a:pt x="707" y="460"/>
                </a:cubicBezTo>
                <a:cubicBezTo>
                  <a:pt x="725" y="497"/>
                  <a:pt x="743" y="515"/>
                  <a:pt x="761" y="515"/>
                </a:cubicBezTo>
                <a:cubicBezTo>
                  <a:pt x="775" y="519"/>
                  <a:pt x="788" y="521"/>
                  <a:pt x="801" y="521"/>
                </a:cubicBezTo>
                <a:cubicBezTo>
                  <a:pt x="840" y="521"/>
                  <a:pt x="874" y="501"/>
                  <a:pt x="888" y="460"/>
                </a:cubicBezTo>
                <a:cubicBezTo>
                  <a:pt x="924" y="334"/>
                  <a:pt x="1015" y="207"/>
                  <a:pt x="1123" y="116"/>
                </a:cubicBezTo>
                <a:cubicBezTo>
                  <a:pt x="1170" y="77"/>
                  <a:pt x="1231" y="58"/>
                  <a:pt x="1293" y="58"/>
                </a:cubicBezTo>
                <a:cubicBezTo>
                  <a:pt x="1375" y="58"/>
                  <a:pt x="1460" y="91"/>
                  <a:pt x="1522" y="153"/>
                </a:cubicBezTo>
                <a:cubicBezTo>
                  <a:pt x="1467" y="80"/>
                  <a:pt x="1413" y="26"/>
                  <a:pt x="1322" y="8"/>
                </a:cubicBezTo>
                <a:cubicBezTo>
                  <a:pt x="1296" y="2"/>
                  <a:pt x="1271" y="0"/>
                  <a:pt x="124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 flipH="1">
            <a:off x="1543832" y="3615203"/>
            <a:ext cx="187863" cy="112397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 flipH="1">
            <a:off x="1118181" y="3790222"/>
            <a:ext cx="150787" cy="73131"/>
          </a:xfrm>
          <a:custGeom>
            <a:rect b="b" l="l" r="r" t="t"/>
            <a:pathLst>
              <a:path extrusionOk="0" h="501" w="1033">
                <a:moveTo>
                  <a:pt x="948" y="1"/>
                </a:moveTo>
                <a:cubicBezTo>
                  <a:pt x="869" y="1"/>
                  <a:pt x="792" y="38"/>
                  <a:pt x="724" y="105"/>
                </a:cubicBezTo>
                <a:cubicBezTo>
                  <a:pt x="684" y="146"/>
                  <a:pt x="643" y="192"/>
                  <a:pt x="608" y="242"/>
                </a:cubicBezTo>
                <a:lnTo>
                  <a:pt x="608" y="242"/>
                </a:lnTo>
                <a:cubicBezTo>
                  <a:pt x="516" y="170"/>
                  <a:pt x="401" y="133"/>
                  <a:pt x="285" y="133"/>
                </a:cubicBezTo>
                <a:cubicBezTo>
                  <a:pt x="188" y="133"/>
                  <a:pt x="89" y="159"/>
                  <a:pt x="0" y="214"/>
                </a:cubicBezTo>
                <a:cubicBezTo>
                  <a:pt x="217" y="214"/>
                  <a:pt x="417" y="322"/>
                  <a:pt x="561" y="467"/>
                </a:cubicBezTo>
                <a:cubicBezTo>
                  <a:pt x="580" y="485"/>
                  <a:pt x="580" y="485"/>
                  <a:pt x="598" y="485"/>
                </a:cubicBezTo>
                <a:cubicBezTo>
                  <a:pt x="614" y="496"/>
                  <a:pt x="629" y="500"/>
                  <a:pt x="644" y="500"/>
                </a:cubicBezTo>
                <a:cubicBezTo>
                  <a:pt x="681" y="500"/>
                  <a:pt x="712" y="475"/>
                  <a:pt x="724" y="449"/>
                </a:cubicBezTo>
                <a:cubicBezTo>
                  <a:pt x="761" y="359"/>
                  <a:pt x="797" y="268"/>
                  <a:pt x="833" y="196"/>
                </a:cubicBezTo>
                <a:cubicBezTo>
                  <a:pt x="887" y="105"/>
                  <a:pt x="960" y="51"/>
                  <a:pt x="1032" y="15"/>
                </a:cubicBezTo>
                <a:cubicBezTo>
                  <a:pt x="1004" y="5"/>
                  <a:pt x="976" y="1"/>
                  <a:pt x="9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 flipH="1">
            <a:off x="1755343" y="3871527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 flipH="1">
            <a:off x="6501215" y="1256826"/>
            <a:ext cx="135101" cy="83189"/>
          </a:xfrm>
          <a:custGeom>
            <a:rect b="b" l="l" r="r" t="t"/>
            <a:pathLst>
              <a:path extrusionOk="0" h="391" w="635">
                <a:moveTo>
                  <a:pt x="535" y="0"/>
                </a:moveTo>
                <a:cubicBezTo>
                  <a:pt x="491" y="0"/>
                  <a:pt x="446" y="18"/>
                  <a:pt x="417" y="57"/>
                </a:cubicBezTo>
                <a:cubicBezTo>
                  <a:pt x="390" y="85"/>
                  <a:pt x="362" y="122"/>
                  <a:pt x="342" y="161"/>
                </a:cubicBezTo>
                <a:lnTo>
                  <a:pt x="342" y="161"/>
                </a:lnTo>
                <a:cubicBezTo>
                  <a:pt x="326" y="159"/>
                  <a:pt x="311" y="158"/>
                  <a:pt x="296" y="158"/>
                </a:cubicBezTo>
                <a:cubicBezTo>
                  <a:pt x="186" y="158"/>
                  <a:pt x="73" y="214"/>
                  <a:pt x="1" y="310"/>
                </a:cubicBezTo>
                <a:cubicBezTo>
                  <a:pt x="46" y="280"/>
                  <a:pt x="98" y="266"/>
                  <a:pt x="149" y="266"/>
                </a:cubicBezTo>
                <a:cubicBezTo>
                  <a:pt x="221" y="266"/>
                  <a:pt x="292" y="294"/>
                  <a:pt x="345" y="347"/>
                </a:cubicBezTo>
                <a:cubicBezTo>
                  <a:pt x="358" y="373"/>
                  <a:pt x="381" y="390"/>
                  <a:pt x="407" y="390"/>
                </a:cubicBezTo>
                <a:cubicBezTo>
                  <a:pt x="416" y="390"/>
                  <a:pt x="426" y="388"/>
                  <a:pt x="435" y="383"/>
                </a:cubicBezTo>
                <a:cubicBezTo>
                  <a:pt x="472" y="383"/>
                  <a:pt x="508" y="329"/>
                  <a:pt x="490" y="274"/>
                </a:cubicBezTo>
                <a:cubicBezTo>
                  <a:pt x="472" y="220"/>
                  <a:pt x="472" y="166"/>
                  <a:pt x="490" y="111"/>
                </a:cubicBezTo>
                <a:cubicBezTo>
                  <a:pt x="505" y="67"/>
                  <a:pt x="556" y="34"/>
                  <a:pt x="604" y="34"/>
                </a:cubicBezTo>
                <a:cubicBezTo>
                  <a:pt x="615" y="34"/>
                  <a:pt x="625" y="36"/>
                  <a:pt x="635" y="39"/>
                </a:cubicBezTo>
                <a:cubicBezTo>
                  <a:pt x="609" y="14"/>
                  <a:pt x="572" y="0"/>
                  <a:pt x="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 flipH="1">
            <a:off x="7481412" y="3212556"/>
            <a:ext cx="223821" cy="87232"/>
          </a:xfrm>
          <a:custGeom>
            <a:rect b="b" l="l" r="r" t="t"/>
            <a:pathLst>
              <a:path extrusionOk="0" h="410" w="1052">
                <a:moveTo>
                  <a:pt x="165" y="0"/>
                </a:moveTo>
                <a:cubicBezTo>
                  <a:pt x="110" y="0"/>
                  <a:pt x="55" y="8"/>
                  <a:pt x="1" y="25"/>
                </a:cubicBezTo>
                <a:cubicBezTo>
                  <a:pt x="14" y="24"/>
                  <a:pt x="26" y="23"/>
                  <a:pt x="39" y="23"/>
                </a:cubicBezTo>
                <a:cubicBezTo>
                  <a:pt x="225" y="23"/>
                  <a:pt x="403" y="146"/>
                  <a:pt x="454" y="333"/>
                </a:cubicBezTo>
                <a:cubicBezTo>
                  <a:pt x="454" y="369"/>
                  <a:pt x="472" y="387"/>
                  <a:pt x="508" y="405"/>
                </a:cubicBezTo>
                <a:cubicBezTo>
                  <a:pt x="515" y="408"/>
                  <a:pt x="522" y="410"/>
                  <a:pt x="529" y="410"/>
                </a:cubicBezTo>
                <a:cubicBezTo>
                  <a:pt x="563" y="410"/>
                  <a:pt x="602" y="380"/>
                  <a:pt x="617" y="351"/>
                </a:cubicBezTo>
                <a:cubicBezTo>
                  <a:pt x="653" y="260"/>
                  <a:pt x="707" y="170"/>
                  <a:pt x="780" y="115"/>
                </a:cubicBezTo>
                <a:cubicBezTo>
                  <a:pt x="815" y="94"/>
                  <a:pt x="854" y="84"/>
                  <a:pt x="892" y="84"/>
                </a:cubicBezTo>
                <a:cubicBezTo>
                  <a:pt x="950" y="84"/>
                  <a:pt x="1007" y="108"/>
                  <a:pt x="1051" y="151"/>
                </a:cubicBezTo>
                <a:cubicBezTo>
                  <a:pt x="1008" y="66"/>
                  <a:pt x="920" y="14"/>
                  <a:pt x="822" y="14"/>
                </a:cubicBezTo>
                <a:cubicBezTo>
                  <a:pt x="796" y="14"/>
                  <a:pt x="770" y="17"/>
                  <a:pt x="743" y="25"/>
                </a:cubicBezTo>
                <a:cubicBezTo>
                  <a:pt x="666" y="58"/>
                  <a:pt x="602" y="98"/>
                  <a:pt x="547" y="149"/>
                </a:cubicBezTo>
                <a:lnTo>
                  <a:pt x="547" y="149"/>
                </a:lnTo>
                <a:cubicBezTo>
                  <a:pt x="445" y="52"/>
                  <a:pt x="306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 flipH="1">
            <a:off x="2397884" y="979625"/>
            <a:ext cx="185099" cy="88934"/>
          </a:xfrm>
          <a:custGeom>
            <a:rect b="b" l="l" r="r" t="t"/>
            <a:pathLst>
              <a:path extrusionOk="0" h="418" w="870">
                <a:moveTo>
                  <a:pt x="710" y="1"/>
                </a:moveTo>
                <a:cubicBezTo>
                  <a:pt x="672" y="1"/>
                  <a:pt x="634" y="11"/>
                  <a:pt x="598" y="32"/>
                </a:cubicBezTo>
                <a:cubicBezTo>
                  <a:pt x="543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5" y="129"/>
                  <a:pt x="327" y="112"/>
                  <a:pt x="257" y="112"/>
                </a:cubicBezTo>
                <a:cubicBezTo>
                  <a:pt x="169" y="112"/>
                  <a:pt x="80" y="140"/>
                  <a:pt x="0" y="195"/>
                </a:cubicBezTo>
                <a:cubicBezTo>
                  <a:pt x="36" y="183"/>
                  <a:pt x="72" y="177"/>
                  <a:pt x="108" y="177"/>
                </a:cubicBezTo>
                <a:cubicBezTo>
                  <a:pt x="231" y="177"/>
                  <a:pt x="342" y="249"/>
                  <a:pt x="399" y="376"/>
                </a:cubicBezTo>
                <a:cubicBezTo>
                  <a:pt x="417" y="394"/>
                  <a:pt x="453" y="412"/>
                  <a:pt x="471" y="412"/>
                </a:cubicBezTo>
                <a:cubicBezTo>
                  <a:pt x="481" y="416"/>
                  <a:pt x="490" y="417"/>
                  <a:pt x="500" y="417"/>
                </a:cubicBezTo>
                <a:cubicBezTo>
                  <a:pt x="543" y="417"/>
                  <a:pt x="580" y="385"/>
                  <a:pt x="580" y="340"/>
                </a:cubicBezTo>
                <a:cubicBezTo>
                  <a:pt x="580" y="249"/>
                  <a:pt x="598" y="177"/>
                  <a:pt x="652" y="105"/>
                </a:cubicBezTo>
                <a:cubicBezTo>
                  <a:pt x="684" y="62"/>
                  <a:pt x="728" y="45"/>
                  <a:pt x="774" y="45"/>
                </a:cubicBezTo>
                <a:cubicBezTo>
                  <a:pt x="806" y="45"/>
                  <a:pt x="840" y="53"/>
                  <a:pt x="870" y="68"/>
                </a:cubicBezTo>
                <a:cubicBezTo>
                  <a:pt x="826" y="24"/>
                  <a:pt x="769" y="1"/>
                  <a:pt x="7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12"/>
          <p:cNvGrpSpPr/>
          <p:nvPr/>
        </p:nvGrpSpPr>
        <p:grpSpPr>
          <a:xfrm flipH="1">
            <a:off x="6855955" y="1342059"/>
            <a:ext cx="849263" cy="621826"/>
            <a:chOff x="998250" y="971075"/>
            <a:chExt cx="163925" cy="120025"/>
          </a:xfrm>
        </p:grpSpPr>
        <p:sp>
          <p:nvSpPr>
            <p:cNvPr id="234" name="Google Shape;234;p12"/>
            <p:cNvSpPr/>
            <p:nvPr/>
          </p:nvSpPr>
          <p:spPr>
            <a:xfrm>
              <a:off x="998250" y="971075"/>
              <a:ext cx="38075" cy="13125"/>
            </a:xfrm>
            <a:custGeom>
              <a:rect b="b" l="l" r="r" t="t"/>
              <a:pathLst>
                <a:path extrusionOk="0" h="525" w="1523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>
              <a:off x="1003250" y="1019650"/>
              <a:ext cx="33075" cy="18950"/>
            </a:xfrm>
            <a:custGeom>
              <a:rect b="b" l="l" r="r" t="t"/>
              <a:pathLst>
                <a:path extrusionOk="0" h="758" w="1323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1099225" y="1074600"/>
              <a:ext cx="22650" cy="16500"/>
            </a:xfrm>
            <a:custGeom>
              <a:rect b="b" l="l" r="r" t="t"/>
              <a:pathLst>
                <a:path extrusionOk="0" h="660" w="906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1140425" y="1000475"/>
              <a:ext cx="21750" cy="10425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12"/>
          <p:cNvGrpSpPr/>
          <p:nvPr/>
        </p:nvGrpSpPr>
        <p:grpSpPr>
          <a:xfrm>
            <a:off x="-172691" y="7"/>
            <a:ext cx="9489289" cy="4774777"/>
            <a:chOff x="-150589" y="11357"/>
            <a:chExt cx="9489289" cy="4774777"/>
          </a:xfrm>
        </p:grpSpPr>
        <p:sp>
          <p:nvSpPr>
            <p:cNvPr id="239" name="Google Shape;239;p12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2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 flipH="1" rot="10800000">
              <a:off x="8776673" y="301451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2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2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12"/>
          <p:cNvSpPr/>
          <p:nvPr/>
        </p:nvSpPr>
        <p:spPr>
          <a:xfrm>
            <a:off x="6285117" y="351867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-490099" y="76131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 txBox="1"/>
          <p:nvPr>
            <p:ph hasCustomPrompt="1" type="title"/>
          </p:nvPr>
        </p:nvSpPr>
        <p:spPr>
          <a:xfrm>
            <a:off x="2642700" y="1459475"/>
            <a:ext cx="38586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96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1" name="Google Shape;251;p12"/>
          <p:cNvSpPr txBox="1"/>
          <p:nvPr>
            <p:ph idx="1" type="subTitle"/>
          </p:nvPr>
        </p:nvSpPr>
        <p:spPr>
          <a:xfrm>
            <a:off x="2981275" y="2970625"/>
            <a:ext cx="31815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/>
          <p:nvPr/>
        </p:nvSpPr>
        <p:spPr>
          <a:xfrm>
            <a:off x="-118654" y="782451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-215987" y="3309200"/>
            <a:ext cx="2715067" cy="2283336"/>
          </a:xfrm>
          <a:custGeom>
            <a:rect b="b" l="l" r="r" t="t"/>
            <a:pathLst>
              <a:path extrusionOk="0" h="66555" w="72751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 rot="335208">
            <a:off x="6390147" y="3145084"/>
            <a:ext cx="2866637" cy="2611557"/>
          </a:xfrm>
          <a:custGeom>
            <a:rect b="b" l="l" r="r" t="t"/>
            <a:pathLst>
              <a:path extrusionOk="0" h="76121" w="83556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-3675" y="4178376"/>
            <a:ext cx="9144036" cy="1819892"/>
          </a:xfrm>
          <a:custGeom>
            <a:rect b="b" l="l" r="r" t="t"/>
            <a:pathLst>
              <a:path extrusionOk="0" h="27890" w="63855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 flipH="1">
            <a:off x="7413061" y="3749884"/>
            <a:ext cx="1828288" cy="1530003"/>
          </a:xfrm>
          <a:custGeom>
            <a:rect b="b" l="l" r="r" t="t"/>
            <a:pathLst>
              <a:path extrusionOk="0" h="21733" w="2597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-3675" y="4730302"/>
            <a:ext cx="9144042" cy="1230724"/>
          </a:xfrm>
          <a:custGeom>
            <a:rect b="b" l="l" r="r" t="t"/>
            <a:pathLst>
              <a:path extrusionOk="0" h="17260" w="63874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 txBox="1"/>
          <p:nvPr>
            <p:ph type="title"/>
          </p:nvPr>
        </p:nvSpPr>
        <p:spPr>
          <a:xfrm>
            <a:off x="1766309" y="1646069"/>
            <a:ext cx="27279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1" name="Google Shape;261;p14"/>
          <p:cNvSpPr txBox="1"/>
          <p:nvPr>
            <p:ph hasCustomPrompt="1" idx="2" type="title"/>
          </p:nvPr>
        </p:nvSpPr>
        <p:spPr>
          <a:xfrm>
            <a:off x="932859" y="1911720"/>
            <a:ext cx="625500" cy="3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4"/>
          <p:cNvSpPr txBox="1"/>
          <p:nvPr>
            <p:ph idx="1" type="subTitle"/>
          </p:nvPr>
        </p:nvSpPr>
        <p:spPr>
          <a:xfrm>
            <a:off x="1766309" y="2113681"/>
            <a:ext cx="27279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3" type="title"/>
          </p:nvPr>
        </p:nvSpPr>
        <p:spPr>
          <a:xfrm>
            <a:off x="5626609" y="1646069"/>
            <a:ext cx="27279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4" name="Google Shape;264;p14"/>
          <p:cNvSpPr txBox="1"/>
          <p:nvPr>
            <p:ph hasCustomPrompt="1" idx="4" type="title"/>
          </p:nvPr>
        </p:nvSpPr>
        <p:spPr>
          <a:xfrm>
            <a:off x="4793224" y="1911717"/>
            <a:ext cx="625500" cy="3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p14"/>
          <p:cNvSpPr txBox="1"/>
          <p:nvPr>
            <p:ph idx="5" type="subTitle"/>
          </p:nvPr>
        </p:nvSpPr>
        <p:spPr>
          <a:xfrm>
            <a:off x="5626609" y="2113681"/>
            <a:ext cx="27279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6" type="title"/>
          </p:nvPr>
        </p:nvSpPr>
        <p:spPr>
          <a:xfrm>
            <a:off x="1766309" y="2974669"/>
            <a:ext cx="27279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7" name="Google Shape;267;p14"/>
          <p:cNvSpPr txBox="1"/>
          <p:nvPr>
            <p:ph hasCustomPrompt="1" idx="7" type="title"/>
          </p:nvPr>
        </p:nvSpPr>
        <p:spPr>
          <a:xfrm>
            <a:off x="932859" y="3270692"/>
            <a:ext cx="625500" cy="3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p14"/>
          <p:cNvSpPr txBox="1"/>
          <p:nvPr>
            <p:ph idx="8" type="subTitle"/>
          </p:nvPr>
        </p:nvSpPr>
        <p:spPr>
          <a:xfrm>
            <a:off x="1766309" y="3440193"/>
            <a:ext cx="2727900" cy="6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14"/>
          <p:cNvSpPr txBox="1"/>
          <p:nvPr>
            <p:ph idx="9" type="title"/>
          </p:nvPr>
        </p:nvSpPr>
        <p:spPr>
          <a:xfrm>
            <a:off x="5626609" y="2974669"/>
            <a:ext cx="27279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0" name="Google Shape;270;p14"/>
          <p:cNvSpPr txBox="1"/>
          <p:nvPr>
            <p:ph hasCustomPrompt="1" idx="13" type="title"/>
          </p:nvPr>
        </p:nvSpPr>
        <p:spPr>
          <a:xfrm>
            <a:off x="4793224" y="3270692"/>
            <a:ext cx="625500" cy="3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1" name="Google Shape;271;p14"/>
          <p:cNvSpPr txBox="1"/>
          <p:nvPr>
            <p:ph idx="14" type="subTitle"/>
          </p:nvPr>
        </p:nvSpPr>
        <p:spPr>
          <a:xfrm>
            <a:off x="5626609" y="3440193"/>
            <a:ext cx="2727900" cy="6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4"/>
          <p:cNvSpPr txBox="1"/>
          <p:nvPr>
            <p:ph idx="15" type="title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3" name="Google Shape;273;p14"/>
          <p:cNvGrpSpPr/>
          <p:nvPr/>
        </p:nvGrpSpPr>
        <p:grpSpPr>
          <a:xfrm>
            <a:off x="517071" y="479738"/>
            <a:ext cx="8240797" cy="1166343"/>
            <a:chOff x="517071" y="479738"/>
            <a:chExt cx="8240797" cy="1166343"/>
          </a:xfrm>
        </p:grpSpPr>
        <p:sp>
          <p:nvSpPr>
            <p:cNvPr id="274" name="Google Shape;274;p14"/>
            <p:cNvSpPr/>
            <p:nvPr/>
          </p:nvSpPr>
          <p:spPr>
            <a:xfrm flipH="1">
              <a:off x="1766292" y="1198622"/>
              <a:ext cx="158685" cy="59392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 flipH="1">
              <a:off x="2128582" y="1338527"/>
              <a:ext cx="150245" cy="79496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 flipH="1">
              <a:off x="517071" y="479738"/>
              <a:ext cx="197513" cy="118170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 flipH="1">
              <a:off x="7030008" y="689433"/>
              <a:ext cx="158532" cy="76887"/>
            </a:xfrm>
            <a:custGeom>
              <a:rect b="b" l="l" r="r" t="t"/>
              <a:pathLst>
                <a:path extrusionOk="0" h="501" w="1033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 flipH="1">
              <a:off x="8568797" y="1563515"/>
              <a:ext cx="189072" cy="82566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 flipH="1">
              <a:off x="7602360" y="1416634"/>
              <a:ext cx="97452" cy="61540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 flipH="1">
              <a:off x="7468828" y="1132485"/>
              <a:ext cx="133517" cy="66144"/>
            </a:xfrm>
            <a:custGeom>
              <a:rect b="b" l="l" r="r" t="t"/>
              <a:pathLst>
                <a:path extrusionOk="0" h="431" w="87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-150589" y="120357"/>
            <a:ext cx="10273223" cy="2684577"/>
            <a:chOff x="-150589" y="120357"/>
            <a:chExt cx="10273223" cy="2684577"/>
          </a:xfrm>
        </p:grpSpPr>
        <p:sp>
          <p:nvSpPr>
            <p:cNvPr id="282" name="Google Shape;282;p14"/>
            <p:cNvSpPr/>
            <p:nvPr/>
          </p:nvSpPr>
          <p:spPr>
            <a:xfrm>
              <a:off x="110080" y="575776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297544" y="2157612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87578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9290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60710" y="120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-150403" y="275879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2"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/>
          <p:nvPr/>
        </p:nvSpPr>
        <p:spPr>
          <a:xfrm flipH="1" rot="10800000">
            <a:off x="-126747" y="-80268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 txBox="1"/>
          <p:nvPr>
            <p:ph type="title"/>
          </p:nvPr>
        </p:nvSpPr>
        <p:spPr>
          <a:xfrm>
            <a:off x="6029095" y="2310041"/>
            <a:ext cx="24003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2" name="Google Shape;292;p15"/>
          <p:cNvSpPr txBox="1"/>
          <p:nvPr>
            <p:ph idx="1" type="subTitle"/>
          </p:nvPr>
        </p:nvSpPr>
        <p:spPr>
          <a:xfrm>
            <a:off x="6029091" y="2777641"/>
            <a:ext cx="24003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5"/>
          <p:cNvSpPr txBox="1"/>
          <p:nvPr>
            <p:ph idx="2" type="title"/>
          </p:nvPr>
        </p:nvSpPr>
        <p:spPr>
          <a:xfrm>
            <a:off x="2306850" y="445025"/>
            <a:ext cx="453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" name="Google Shape;294;p15"/>
          <p:cNvSpPr txBox="1"/>
          <p:nvPr>
            <p:ph idx="3" type="title"/>
          </p:nvPr>
        </p:nvSpPr>
        <p:spPr>
          <a:xfrm>
            <a:off x="3371847" y="2310041"/>
            <a:ext cx="24003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5" name="Google Shape;295;p15"/>
          <p:cNvSpPr txBox="1"/>
          <p:nvPr>
            <p:ph idx="4" type="subTitle"/>
          </p:nvPr>
        </p:nvSpPr>
        <p:spPr>
          <a:xfrm>
            <a:off x="3371845" y="2777641"/>
            <a:ext cx="24003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15"/>
          <p:cNvSpPr txBox="1"/>
          <p:nvPr>
            <p:ph idx="5" type="title"/>
          </p:nvPr>
        </p:nvSpPr>
        <p:spPr>
          <a:xfrm>
            <a:off x="714600" y="2310041"/>
            <a:ext cx="24003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7" name="Google Shape;297;p15"/>
          <p:cNvSpPr txBox="1"/>
          <p:nvPr>
            <p:ph idx="6" type="subTitle"/>
          </p:nvPr>
        </p:nvSpPr>
        <p:spPr>
          <a:xfrm>
            <a:off x="714600" y="2777641"/>
            <a:ext cx="24003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5"/>
          <p:cNvSpPr/>
          <p:nvPr/>
        </p:nvSpPr>
        <p:spPr>
          <a:xfrm flipH="1" rot="10800000">
            <a:off x="8769373" y="1144671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15"/>
          <p:cNvGrpSpPr/>
          <p:nvPr/>
        </p:nvGrpSpPr>
        <p:grpSpPr>
          <a:xfrm flipH="1">
            <a:off x="7878875" y="234431"/>
            <a:ext cx="413545" cy="210602"/>
            <a:chOff x="2997351" y="1193725"/>
            <a:chExt cx="413545" cy="210602"/>
          </a:xfrm>
        </p:grpSpPr>
        <p:sp>
          <p:nvSpPr>
            <p:cNvPr id="300" name="Google Shape;300;p15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15"/>
          <p:cNvSpPr/>
          <p:nvPr/>
        </p:nvSpPr>
        <p:spPr>
          <a:xfrm flipH="1" rot="900056">
            <a:off x="7413186" y="3309500"/>
            <a:ext cx="1748417" cy="1465516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 flipH="1" rot="1815088">
            <a:off x="5254786" y="3411016"/>
            <a:ext cx="1748424" cy="1465522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 flipH="1" rot="2235283">
            <a:off x="1477236" y="3526712"/>
            <a:ext cx="1748396" cy="1465499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 flipH="1">
            <a:off x="7239" y="4123275"/>
            <a:ext cx="9129511" cy="1112839"/>
          </a:xfrm>
          <a:custGeom>
            <a:rect b="b" l="l" r="r" t="t"/>
            <a:pathLst>
              <a:path extrusionOk="0" h="17260" w="63874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-98375" y="3620139"/>
            <a:ext cx="2278803" cy="1901692"/>
          </a:xfrm>
          <a:custGeom>
            <a:rect b="b" l="l" r="r" t="t"/>
            <a:pathLst>
              <a:path extrusionOk="0" h="21733" w="2597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 flipH="1">
            <a:off x="-43138" y="4218925"/>
            <a:ext cx="9187138" cy="3611197"/>
          </a:xfrm>
          <a:custGeom>
            <a:rect b="b" l="l" r="r" t="t"/>
            <a:pathLst>
              <a:path extrusionOk="0" h="27890" w="63855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8215892" y="214191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2_2"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"/>
          <p:cNvSpPr/>
          <p:nvPr/>
        </p:nvSpPr>
        <p:spPr>
          <a:xfrm flipH="1" rot="10800000">
            <a:off x="-126747" y="-80268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 txBox="1"/>
          <p:nvPr>
            <p:ph type="title"/>
          </p:nvPr>
        </p:nvSpPr>
        <p:spPr>
          <a:xfrm>
            <a:off x="1651475" y="3664161"/>
            <a:ext cx="24003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2" name="Google Shape;312;p16"/>
          <p:cNvSpPr txBox="1"/>
          <p:nvPr>
            <p:ph idx="1" type="subTitle"/>
          </p:nvPr>
        </p:nvSpPr>
        <p:spPr>
          <a:xfrm>
            <a:off x="1651475" y="3992060"/>
            <a:ext cx="24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6"/>
          <p:cNvSpPr txBox="1"/>
          <p:nvPr>
            <p:ph idx="2" type="title"/>
          </p:nvPr>
        </p:nvSpPr>
        <p:spPr>
          <a:xfrm>
            <a:off x="2306850" y="445025"/>
            <a:ext cx="453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4" name="Google Shape;314;p16"/>
          <p:cNvSpPr txBox="1"/>
          <p:nvPr>
            <p:ph idx="3" type="title"/>
          </p:nvPr>
        </p:nvSpPr>
        <p:spPr>
          <a:xfrm>
            <a:off x="1651475" y="2467754"/>
            <a:ext cx="24003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5" name="Google Shape;315;p16"/>
          <p:cNvSpPr txBox="1"/>
          <p:nvPr>
            <p:ph idx="4" type="subTitle"/>
          </p:nvPr>
        </p:nvSpPr>
        <p:spPr>
          <a:xfrm>
            <a:off x="1651475" y="2795654"/>
            <a:ext cx="24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6"/>
          <p:cNvSpPr txBox="1"/>
          <p:nvPr>
            <p:ph idx="5" type="title"/>
          </p:nvPr>
        </p:nvSpPr>
        <p:spPr>
          <a:xfrm>
            <a:off x="1651475" y="1271360"/>
            <a:ext cx="24003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7" name="Google Shape;317;p16"/>
          <p:cNvSpPr txBox="1"/>
          <p:nvPr>
            <p:ph idx="6" type="subTitle"/>
          </p:nvPr>
        </p:nvSpPr>
        <p:spPr>
          <a:xfrm>
            <a:off x="1651475" y="1599259"/>
            <a:ext cx="24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6"/>
          <p:cNvSpPr/>
          <p:nvPr/>
        </p:nvSpPr>
        <p:spPr>
          <a:xfrm flipH="1" rot="10800000">
            <a:off x="8769373" y="1144671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398137" y="120357"/>
            <a:ext cx="9963562" cy="4842722"/>
            <a:chOff x="-398137" y="120357"/>
            <a:chExt cx="9963562" cy="4842722"/>
          </a:xfrm>
        </p:grpSpPr>
        <p:sp>
          <p:nvSpPr>
            <p:cNvPr id="320" name="Google Shape;320;p16"/>
            <p:cNvSpPr/>
            <p:nvPr/>
          </p:nvSpPr>
          <p:spPr>
            <a:xfrm>
              <a:off x="7234330" y="16615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-398137" y="4558661"/>
              <a:ext cx="1470659" cy="404419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8772754" y="1735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9003400" y="13999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860710" y="120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-150403" y="275879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BLANK_1_2_2_1">
    <p:bg>
      <p:bgPr>
        <a:solidFill>
          <a:schemeClr val="dk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/>
          <p:nvPr/>
        </p:nvSpPr>
        <p:spPr>
          <a:xfrm>
            <a:off x="252804" y="177096"/>
            <a:ext cx="8638393" cy="4789309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 txBox="1"/>
          <p:nvPr>
            <p:ph type="title"/>
          </p:nvPr>
        </p:nvSpPr>
        <p:spPr>
          <a:xfrm>
            <a:off x="2306850" y="445025"/>
            <a:ext cx="453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17"/>
          <p:cNvSpPr txBox="1"/>
          <p:nvPr>
            <p:ph idx="2" type="title"/>
          </p:nvPr>
        </p:nvSpPr>
        <p:spPr>
          <a:xfrm>
            <a:off x="790800" y="3090072"/>
            <a:ext cx="24003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1" name="Google Shape;331;p17"/>
          <p:cNvSpPr txBox="1"/>
          <p:nvPr>
            <p:ph idx="1" type="subTitle"/>
          </p:nvPr>
        </p:nvSpPr>
        <p:spPr>
          <a:xfrm>
            <a:off x="790800" y="3453935"/>
            <a:ext cx="24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17"/>
          <p:cNvSpPr txBox="1"/>
          <p:nvPr>
            <p:ph idx="3" type="title"/>
          </p:nvPr>
        </p:nvSpPr>
        <p:spPr>
          <a:xfrm>
            <a:off x="3371850" y="3090072"/>
            <a:ext cx="24003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3" name="Google Shape;333;p17"/>
          <p:cNvSpPr txBox="1"/>
          <p:nvPr>
            <p:ph idx="4" type="subTitle"/>
          </p:nvPr>
        </p:nvSpPr>
        <p:spPr>
          <a:xfrm>
            <a:off x="3371850" y="3453935"/>
            <a:ext cx="24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17"/>
          <p:cNvSpPr txBox="1"/>
          <p:nvPr>
            <p:ph idx="5" type="title"/>
          </p:nvPr>
        </p:nvSpPr>
        <p:spPr>
          <a:xfrm>
            <a:off x="5952900" y="3090072"/>
            <a:ext cx="2400300" cy="3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17"/>
          <p:cNvSpPr txBox="1"/>
          <p:nvPr>
            <p:ph idx="6" type="subTitle"/>
          </p:nvPr>
        </p:nvSpPr>
        <p:spPr>
          <a:xfrm>
            <a:off x="5952900" y="3453935"/>
            <a:ext cx="24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17"/>
          <p:cNvSpPr/>
          <p:nvPr/>
        </p:nvSpPr>
        <p:spPr>
          <a:xfrm>
            <a:off x="21196" y="1997066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-173966" y="179989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8691034" y="156974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8861859" y="179989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-126741" y="3944203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2058515" y="4684984"/>
            <a:ext cx="197259" cy="67998"/>
          </a:xfrm>
          <a:custGeom>
            <a:rect b="b" l="l" r="r" t="t"/>
            <a:pathLst>
              <a:path extrusionOk="0" h="525" w="1523">
                <a:moveTo>
                  <a:pt x="1226" y="1"/>
                </a:moveTo>
                <a:cubicBezTo>
                  <a:pt x="1179" y="1"/>
                  <a:pt x="1130" y="9"/>
                  <a:pt x="1087" y="31"/>
                </a:cubicBezTo>
                <a:cubicBezTo>
                  <a:pt x="971" y="82"/>
                  <a:pt x="873" y="153"/>
                  <a:pt x="794" y="248"/>
                </a:cubicBezTo>
                <a:lnTo>
                  <a:pt x="794" y="248"/>
                </a:lnTo>
                <a:cubicBezTo>
                  <a:pt x="655" y="100"/>
                  <a:pt x="460" y="18"/>
                  <a:pt x="261" y="18"/>
                </a:cubicBezTo>
                <a:cubicBezTo>
                  <a:pt x="174" y="18"/>
                  <a:pt x="86" y="34"/>
                  <a:pt x="1" y="67"/>
                </a:cubicBezTo>
                <a:cubicBezTo>
                  <a:pt x="40" y="60"/>
                  <a:pt x="80" y="56"/>
                  <a:pt x="118" y="56"/>
                </a:cubicBezTo>
                <a:cubicBezTo>
                  <a:pt x="380" y="56"/>
                  <a:pt x="615" y="213"/>
                  <a:pt x="725" y="465"/>
                </a:cubicBezTo>
                <a:cubicBezTo>
                  <a:pt x="725" y="483"/>
                  <a:pt x="743" y="501"/>
                  <a:pt x="780" y="519"/>
                </a:cubicBezTo>
                <a:cubicBezTo>
                  <a:pt x="786" y="523"/>
                  <a:pt x="793" y="524"/>
                  <a:pt x="801" y="524"/>
                </a:cubicBezTo>
                <a:cubicBezTo>
                  <a:pt x="835" y="524"/>
                  <a:pt x="873" y="495"/>
                  <a:pt x="888" y="465"/>
                </a:cubicBezTo>
                <a:cubicBezTo>
                  <a:pt x="943" y="320"/>
                  <a:pt x="1015" y="193"/>
                  <a:pt x="1124" y="103"/>
                </a:cubicBezTo>
                <a:cubicBezTo>
                  <a:pt x="1178" y="72"/>
                  <a:pt x="1240" y="54"/>
                  <a:pt x="1300" y="54"/>
                </a:cubicBezTo>
                <a:cubicBezTo>
                  <a:pt x="1381" y="54"/>
                  <a:pt x="1460" y="85"/>
                  <a:pt x="1522" y="157"/>
                </a:cubicBezTo>
                <a:cubicBezTo>
                  <a:pt x="1486" y="67"/>
                  <a:pt x="1413" y="31"/>
                  <a:pt x="1323" y="12"/>
                </a:cubicBezTo>
                <a:cubicBezTo>
                  <a:pt x="1293" y="5"/>
                  <a:pt x="1260" y="1"/>
                  <a:pt x="12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358381" y="4471116"/>
            <a:ext cx="171355" cy="98176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1856071" y="4829626"/>
            <a:ext cx="117345" cy="85483"/>
          </a:xfrm>
          <a:custGeom>
            <a:rect b="b" l="l" r="r" t="t"/>
            <a:pathLst>
              <a:path extrusionOk="0" h="660" w="906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245695" y="3428062"/>
            <a:ext cx="112682" cy="54010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6330695" y="325562"/>
            <a:ext cx="112682" cy="54010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8686359" y="386524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BLANK_1_2_1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/>
          <p:nvPr/>
        </p:nvSpPr>
        <p:spPr>
          <a:xfrm flipH="1">
            <a:off x="4914250" y="2371950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/>
          <p:cNvSpPr txBox="1"/>
          <p:nvPr>
            <p:ph type="title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0" name="Google Shape;350;p18"/>
          <p:cNvSpPr txBox="1"/>
          <p:nvPr>
            <p:ph idx="2" type="title"/>
          </p:nvPr>
        </p:nvSpPr>
        <p:spPr>
          <a:xfrm>
            <a:off x="4914249" y="11538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1" name="Google Shape;351;p18"/>
          <p:cNvSpPr txBox="1"/>
          <p:nvPr>
            <p:ph hasCustomPrompt="1" idx="3" type="title"/>
          </p:nvPr>
        </p:nvSpPr>
        <p:spPr>
          <a:xfrm>
            <a:off x="4250750" y="11538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" name="Google Shape;352;p18"/>
          <p:cNvSpPr txBox="1"/>
          <p:nvPr>
            <p:ph idx="1" type="subTitle"/>
          </p:nvPr>
        </p:nvSpPr>
        <p:spPr>
          <a:xfrm>
            <a:off x="4250750" y="1621400"/>
            <a:ext cx="4179000" cy="2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18"/>
          <p:cNvSpPr txBox="1"/>
          <p:nvPr>
            <p:ph idx="4" type="title"/>
          </p:nvPr>
        </p:nvSpPr>
        <p:spPr>
          <a:xfrm>
            <a:off x="4914249" y="20299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4" name="Google Shape;354;p18"/>
          <p:cNvSpPr txBox="1"/>
          <p:nvPr>
            <p:ph hasCustomPrompt="1" idx="5" type="title"/>
          </p:nvPr>
        </p:nvSpPr>
        <p:spPr>
          <a:xfrm>
            <a:off x="4250750" y="20299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5" name="Google Shape;355;p18"/>
          <p:cNvSpPr txBox="1"/>
          <p:nvPr>
            <p:ph idx="6" type="subTitle"/>
          </p:nvPr>
        </p:nvSpPr>
        <p:spPr>
          <a:xfrm>
            <a:off x="4250750" y="2497500"/>
            <a:ext cx="4179000" cy="2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8"/>
          <p:cNvSpPr txBox="1"/>
          <p:nvPr>
            <p:ph idx="7" type="title"/>
          </p:nvPr>
        </p:nvSpPr>
        <p:spPr>
          <a:xfrm>
            <a:off x="4914249" y="29060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7" name="Google Shape;357;p18"/>
          <p:cNvSpPr txBox="1"/>
          <p:nvPr>
            <p:ph hasCustomPrompt="1" idx="8" type="title"/>
          </p:nvPr>
        </p:nvSpPr>
        <p:spPr>
          <a:xfrm>
            <a:off x="4250750" y="29060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8" name="Google Shape;358;p18"/>
          <p:cNvSpPr txBox="1"/>
          <p:nvPr>
            <p:ph idx="9" type="subTitle"/>
          </p:nvPr>
        </p:nvSpPr>
        <p:spPr>
          <a:xfrm>
            <a:off x="4250750" y="3373600"/>
            <a:ext cx="4179000" cy="2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18"/>
          <p:cNvSpPr txBox="1"/>
          <p:nvPr>
            <p:ph idx="13" type="title"/>
          </p:nvPr>
        </p:nvSpPr>
        <p:spPr>
          <a:xfrm>
            <a:off x="4914249" y="37821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0" name="Google Shape;360;p18"/>
          <p:cNvSpPr txBox="1"/>
          <p:nvPr>
            <p:ph hasCustomPrompt="1" idx="14" type="title"/>
          </p:nvPr>
        </p:nvSpPr>
        <p:spPr>
          <a:xfrm>
            <a:off x="4250750" y="37821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1" name="Google Shape;361;p18"/>
          <p:cNvSpPr txBox="1"/>
          <p:nvPr>
            <p:ph idx="15" type="subTitle"/>
          </p:nvPr>
        </p:nvSpPr>
        <p:spPr>
          <a:xfrm>
            <a:off x="4250750" y="4249700"/>
            <a:ext cx="4179000" cy="2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8"/>
          <p:cNvSpPr/>
          <p:nvPr/>
        </p:nvSpPr>
        <p:spPr>
          <a:xfrm>
            <a:off x="681175" y="293441"/>
            <a:ext cx="187863" cy="112397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/>
          <p:cNvSpPr/>
          <p:nvPr/>
        </p:nvSpPr>
        <p:spPr>
          <a:xfrm>
            <a:off x="477692" y="549765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5959567" y="4814126"/>
            <a:ext cx="135101" cy="83189"/>
          </a:xfrm>
          <a:custGeom>
            <a:rect b="b" l="l" r="r" t="t"/>
            <a:pathLst>
              <a:path extrusionOk="0" h="391" w="635">
                <a:moveTo>
                  <a:pt x="535" y="0"/>
                </a:moveTo>
                <a:cubicBezTo>
                  <a:pt x="491" y="0"/>
                  <a:pt x="446" y="18"/>
                  <a:pt x="417" y="57"/>
                </a:cubicBezTo>
                <a:cubicBezTo>
                  <a:pt x="390" y="85"/>
                  <a:pt x="362" y="122"/>
                  <a:pt x="342" y="161"/>
                </a:cubicBezTo>
                <a:lnTo>
                  <a:pt x="342" y="161"/>
                </a:lnTo>
                <a:cubicBezTo>
                  <a:pt x="326" y="159"/>
                  <a:pt x="311" y="158"/>
                  <a:pt x="296" y="158"/>
                </a:cubicBezTo>
                <a:cubicBezTo>
                  <a:pt x="186" y="158"/>
                  <a:pt x="73" y="214"/>
                  <a:pt x="1" y="310"/>
                </a:cubicBezTo>
                <a:cubicBezTo>
                  <a:pt x="46" y="280"/>
                  <a:pt x="98" y="266"/>
                  <a:pt x="149" y="266"/>
                </a:cubicBezTo>
                <a:cubicBezTo>
                  <a:pt x="221" y="266"/>
                  <a:pt x="292" y="294"/>
                  <a:pt x="345" y="347"/>
                </a:cubicBezTo>
                <a:cubicBezTo>
                  <a:pt x="358" y="373"/>
                  <a:pt x="381" y="390"/>
                  <a:pt x="407" y="390"/>
                </a:cubicBezTo>
                <a:cubicBezTo>
                  <a:pt x="416" y="390"/>
                  <a:pt x="426" y="388"/>
                  <a:pt x="435" y="383"/>
                </a:cubicBezTo>
                <a:cubicBezTo>
                  <a:pt x="472" y="383"/>
                  <a:pt x="508" y="329"/>
                  <a:pt x="490" y="274"/>
                </a:cubicBezTo>
                <a:cubicBezTo>
                  <a:pt x="472" y="220"/>
                  <a:pt x="472" y="166"/>
                  <a:pt x="490" y="111"/>
                </a:cubicBezTo>
                <a:cubicBezTo>
                  <a:pt x="505" y="67"/>
                  <a:pt x="556" y="34"/>
                  <a:pt x="604" y="34"/>
                </a:cubicBezTo>
                <a:cubicBezTo>
                  <a:pt x="615" y="34"/>
                  <a:pt x="625" y="36"/>
                  <a:pt x="635" y="39"/>
                </a:cubicBezTo>
                <a:cubicBezTo>
                  <a:pt x="609" y="14"/>
                  <a:pt x="572" y="0"/>
                  <a:pt x="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8274788" y="521331"/>
            <a:ext cx="223821" cy="87232"/>
          </a:xfrm>
          <a:custGeom>
            <a:rect b="b" l="l" r="r" t="t"/>
            <a:pathLst>
              <a:path extrusionOk="0" h="410" w="1052">
                <a:moveTo>
                  <a:pt x="165" y="0"/>
                </a:moveTo>
                <a:cubicBezTo>
                  <a:pt x="110" y="0"/>
                  <a:pt x="55" y="8"/>
                  <a:pt x="1" y="25"/>
                </a:cubicBezTo>
                <a:cubicBezTo>
                  <a:pt x="14" y="24"/>
                  <a:pt x="26" y="23"/>
                  <a:pt x="39" y="23"/>
                </a:cubicBezTo>
                <a:cubicBezTo>
                  <a:pt x="225" y="23"/>
                  <a:pt x="403" y="146"/>
                  <a:pt x="454" y="333"/>
                </a:cubicBezTo>
                <a:cubicBezTo>
                  <a:pt x="454" y="369"/>
                  <a:pt x="472" y="387"/>
                  <a:pt x="508" y="405"/>
                </a:cubicBezTo>
                <a:cubicBezTo>
                  <a:pt x="515" y="408"/>
                  <a:pt x="522" y="410"/>
                  <a:pt x="529" y="410"/>
                </a:cubicBezTo>
                <a:cubicBezTo>
                  <a:pt x="563" y="410"/>
                  <a:pt x="602" y="380"/>
                  <a:pt x="617" y="351"/>
                </a:cubicBezTo>
                <a:cubicBezTo>
                  <a:pt x="653" y="260"/>
                  <a:pt x="707" y="170"/>
                  <a:pt x="780" y="115"/>
                </a:cubicBezTo>
                <a:cubicBezTo>
                  <a:pt x="815" y="94"/>
                  <a:pt x="854" y="84"/>
                  <a:pt x="892" y="84"/>
                </a:cubicBezTo>
                <a:cubicBezTo>
                  <a:pt x="950" y="84"/>
                  <a:pt x="1007" y="108"/>
                  <a:pt x="1051" y="151"/>
                </a:cubicBezTo>
                <a:cubicBezTo>
                  <a:pt x="1008" y="66"/>
                  <a:pt x="920" y="14"/>
                  <a:pt x="822" y="14"/>
                </a:cubicBezTo>
                <a:cubicBezTo>
                  <a:pt x="796" y="14"/>
                  <a:pt x="770" y="17"/>
                  <a:pt x="743" y="25"/>
                </a:cubicBezTo>
                <a:cubicBezTo>
                  <a:pt x="666" y="58"/>
                  <a:pt x="602" y="98"/>
                  <a:pt x="547" y="149"/>
                </a:cubicBezTo>
                <a:lnTo>
                  <a:pt x="547" y="149"/>
                </a:lnTo>
                <a:cubicBezTo>
                  <a:pt x="445" y="52"/>
                  <a:pt x="306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7801725" y="354125"/>
            <a:ext cx="185099" cy="88934"/>
          </a:xfrm>
          <a:custGeom>
            <a:rect b="b" l="l" r="r" t="t"/>
            <a:pathLst>
              <a:path extrusionOk="0" h="418" w="870">
                <a:moveTo>
                  <a:pt x="710" y="1"/>
                </a:moveTo>
                <a:cubicBezTo>
                  <a:pt x="672" y="1"/>
                  <a:pt x="634" y="11"/>
                  <a:pt x="598" y="32"/>
                </a:cubicBezTo>
                <a:cubicBezTo>
                  <a:pt x="543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5" y="129"/>
                  <a:pt x="327" y="112"/>
                  <a:pt x="257" y="112"/>
                </a:cubicBezTo>
                <a:cubicBezTo>
                  <a:pt x="169" y="112"/>
                  <a:pt x="80" y="140"/>
                  <a:pt x="0" y="195"/>
                </a:cubicBezTo>
                <a:cubicBezTo>
                  <a:pt x="36" y="183"/>
                  <a:pt x="72" y="177"/>
                  <a:pt x="108" y="177"/>
                </a:cubicBezTo>
                <a:cubicBezTo>
                  <a:pt x="231" y="177"/>
                  <a:pt x="342" y="249"/>
                  <a:pt x="399" y="376"/>
                </a:cubicBezTo>
                <a:cubicBezTo>
                  <a:pt x="417" y="394"/>
                  <a:pt x="453" y="412"/>
                  <a:pt x="471" y="412"/>
                </a:cubicBezTo>
                <a:cubicBezTo>
                  <a:pt x="481" y="416"/>
                  <a:pt x="490" y="417"/>
                  <a:pt x="500" y="417"/>
                </a:cubicBezTo>
                <a:cubicBezTo>
                  <a:pt x="543" y="417"/>
                  <a:pt x="580" y="385"/>
                  <a:pt x="580" y="340"/>
                </a:cubicBezTo>
                <a:cubicBezTo>
                  <a:pt x="580" y="249"/>
                  <a:pt x="598" y="177"/>
                  <a:pt x="652" y="105"/>
                </a:cubicBezTo>
                <a:cubicBezTo>
                  <a:pt x="684" y="62"/>
                  <a:pt x="728" y="45"/>
                  <a:pt x="774" y="45"/>
                </a:cubicBezTo>
                <a:cubicBezTo>
                  <a:pt x="806" y="45"/>
                  <a:pt x="840" y="53"/>
                  <a:pt x="870" y="68"/>
                </a:cubicBezTo>
                <a:cubicBezTo>
                  <a:pt x="826" y="24"/>
                  <a:pt x="769" y="1"/>
                  <a:pt x="7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 flipH="1">
            <a:off x="-128308" y="240160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 flipH="1">
            <a:off x="8823301" y="28574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 flipH="1">
            <a:off x="4303818" y="38419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 rot="10800000">
            <a:off x="3457233" y="120142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"/>
          <p:cNvSpPr/>
          <p:nvPr/>
        </p:nvSpPr>
        <p:spPr>
          <a:xfrm rot="10800000">
            <a:off x="2003" y="373393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 rot="10800000">
            <a:off x="8908911" y="701734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8772754" y="173582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-150403" y="275879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8498589" y="2919911"/>
            <a:ext cx="204720" cy="98124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-1" y="11537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/>
          <p:nvPr/>
        </p:nvSpPr>
        <p:spPr>
          <a:xfrm flipH="1">
            <a:off x="5659949" y="471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226716" y="782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0" y="4311863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19"/>
          <p:cNvGrpSpPr/>
          <p:nvPr/>
        </p:nvGrpSpPr>
        <p:grpSpPr>
          <a:xfrm flipH="1">
            <a:off x="8004750" y="963881"/>
            <a:ext cx="413545" cy="210602"/>
            <a:chOff x="2997351" y="1193725"/>
            <a:chExt cx="413545" cy="210602"/>
          </a:xfrm>
        </p:grpSpPr>
        <p:sp>
          <p:nvSpPr>
            <p:cNvPr id="382" name="Google Shape;382;p19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19"/>
          <p:cNvGrpSpPr/>
          <p:nvPr/>
        </p:nvGrpSpPr>
        <p:grpSpPr>
          <a:xfrm>
            <a:off x="-172641" y="64532"/>
            <a:ext cx="9489289" cy="4774777"/>
            <a:chOff x="-150589" y="11357"/>
            <a:chExt cx="9489289" cy="4774777"/>
          </a:xfrm>
        </p:grpSpPr>
        <p:sp>
          <p:nvSpPr>
            <p:cNvPr id="385" name="Google Shape;385;p19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 flipH="1" rot="10800000">
              <a:off x="8776673" y="301451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19"/>
          <p:cNvSpPr/>
          <p:nvPr/>
        </p:nvSpPr>
        <p:spPr>
          <a:xfrm flipH="1">
            <a:off x="6605679" y="43167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 flipH="1">
            <a:off x="616596" y="4561858"/>
            <a:ext cx="193276" cy="85640"/>
          </a:xfrm>
          <a:custGeom>
            <a:rect b="b" l="l" r="r" t="t"/>
            <a:pathLst>
              <a:path extrusionOk="0" h="514" w="116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/>
          <p:nvPr/>
        </p:nvSpPr>
        <p:spPr>
          <a:xfrm flipH="1">
            <a:off x="136239" y="770213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20"/>
          <p:cNvGrpSpPr/>
          <p:nvPr/>
        </p:nvGrpSpPr>
        <p:grpSpPr>
          <a:xfrm flipH="1">
            <a:off x="204018" y="117070"/>
            <a:ext cx="9096477" cy="2896172"/>
            <a:chOff x="468948" y="976607"/>
            <a:chExt cx="9096477" cy="2896172"/>
          </a:xfrm>
        </p:grpSpPr>
        <p:sp>
          <p:nvSpPr>
            <p:cNvPr id="400" name="Google Shape;400;p20"/>
            <p:cNvSpPr/>
            <p:nvPr/>
          </p:nvSpPr>
          <p:spPr>
            <a:xfrm>
              <a:off x="910850" y="3468361"/>
              <a:ext cx="1470659" cy="404419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8772754" y="1735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468948" y="121819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9003400" y="13999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1175448" y="97660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524947" y="282412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0"/>
          <p:cNvSpPr/>
          <p:nvPr/>
        </p:nvSpPr>
        <p:spPr>
          <a:xfrm flipH="1">
            <a:off x="2033023" y="25512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-16249" y="4123275"/>
            <a:ext cx="9129511" cy="1112839"/>
          </a:xfrm>
          <a:custGeom>
            <a:rect b="b" l="l" r="r" t="t"/>
            <a:pathLst>
              <a:path extrusionOk="0" h="17260" w="63874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 rot="-1815088">
            <a:off x="2081340" y="3411016"/>
            <a:ext cx="1748424" cy="1465522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 flipH="1">
            <a:off x="6980245" y="3716154"/>
            <a:ext cx="2163755" cy="1805686"/>
          </a:xfrm>
          <a:custGeom>
            <a:rect b="b" l="l" r="r" t="t"/>
            <a:pathLst>
              <a:path extrusionOk="0" h="21733" w="2597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 rot="-2235283">
            <a:off x="5858918" y="3526712"/>
            <a:ext cx="1748396" cy="1465499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1" name="Google Shape;411;p20"/>
          <p:cNvGrpSpPr/>
          <p:nvPr/>
        </p:nvGrpSpPr>
        <p:grpSpPr>
          <a:xfrm>
            <a:off x="-883231" y="2316607"/>
            <a:ext cx="3489177" cy="2618424"/>
            <a:chOff x="-1545755" y="2356907"/>
            <a:chExt cx="3858855" cy="2895846"/>
          </a:xfrm>
        </p:grpSpPr>
        <p:sp>
          <p:nvSpPr>
            <p:cNvPr id="412" name="Google Shape;412;p20"/>
            <p:cNvSpPr/>
            <p:nvPr/>
          </p:nvSpPr>
          <p:spPr>
            <a:xfrm flipH="1">
              <a:off x="-522308" y="2356907"/>
              <a:ext cx="1446545" cy="1508572"/>
            </a:xfrm>
            <a:custGeom>
              <a:rect b="b" l="l" r="r" t="t"/>
              <a:pathLst>
                <a:path extrusionOk="0" h="20284" w="19450">
                  <a:moveTo>
                    <a:pt x="17476" y="4637"/>
                  </a:moveTo>
                  <a:lnTo>
                    <a:pt x="17476" y="5361"/>
                  </a:lnTo>
                  <a:lnTo>
                    <a:pt x="17114" y="5361"/>
                  </a:lnTo>
                  <a:lnTo>
                    <a:pt x="17114" y="4637"/>
                  </a:lnTo>
                  <a:close/>
                  <a:moveTo>
                    <a:pt x="18146" y="4637"/>
                  </a:moveTo>
                  <a:lnTo>
                    <a:pt x="18146" y="5361"/>
                  </a:lnTo>
                  <a:lnTo>
                    <a:pt x="17784" y="5361"/>
                  </a:lnTo>
                  <a:lnTo>
                    <a:pt x="17784" y="4637"/>
                  </a:lnTo>
                  <a:close/>
                  <a:moveTo>
                    <a:pt x="18834" y="4637"/>
                  </a:moveTo>
                  <a:lnTo>
                    <a:pt x="18834" y="5361"/>
                  </a:lnTo>
                  <a:lnTo>
                    <a:pt x="18454" y="5361"/>
                  </a:lnTo>
                  <a:lnTo>
                    <a:pt x="18454" y="4637"/>
                  </a:lnTo>
                  <a:close/>
                  <a:moveTo>
                    <a:pt x="7751" y="7987"/>
                  </a:moveTo>
                  <a:lnTo>
                    <a:pt x="7751" y="8693"/>
                  </a:lnTo>
                  <a:lnTo>
                    <a:pt x="7389" y="8693"/>
                  </a:lnTo>
                  <a:lnTo>
                    <a:pt x="7389" y="7987"/>
                  </a:lnTo>
                  <a:close/>
                  <a:moveTo>
                    <a:pt x="8729" y="7969"/>
                  </a:moveTo>
                  <a:lnTo>
                    <a:pt x="8729" y="8693"/>
                  </a:lnTo>
                  <a:lnTo>
                    <a:pt x="8367" y="8693"/>
                  </a:lnTo>
                  <a:lnTo>
                    <a:pt x="8367" y="7969"/>
                  </a:lnTo>
                  <a:close/>
                  <a:moveTo>
                    <a:pt x="6900" y="9454"/>
                  </a:moveTo>
                  <a:lnTo>
                    <a:pt x="6900" y="10812"/>
                  </a:lnTo>
                  <a:lnTo>
                    <a:pt x="6447" y="10812"/>
                  </a:lnTo>
                  <a:lnTo>
                    <a:pt x="6447" y="9454"/>
                  </a:lnTo>
                  <a:close/>
                  <a:moveTo>
                    <a:pt x="8294" y="9454"/>
                  </a:moveTo>
                  <a:lnTo>
                    <a:pt x="8294" y="10812"/>
                  </a:lnTo>
                  <a:lnTo>
                    <a:pt x="7842" y="10812"/>
                  </a:lnTo>
                  <a:lnTo>
                    <a:pt x="7842" y="9454"/>
                  </a:lnTo>
                  <a:close/>
                  <a:moveTo>
                    <a:pt x="9689" y="9454"/>
                  </a:moveTo>
                  <a:lnTo>
                    <a:pt x="9689" y="10812"/>
                  </a:lnTo>
                  <a:lnTo>
                    <a:pt x="9236" y="10812"/>
                  </a:lnTo>
                  <a:lnTo>
                    <a:pt x="9236" y="9454"/>
                  </a:lnTo>
                  <a:close/>
                  <a:moveTo>
                    <a:pt x="1123" y="9291"/>
                  </a:moveTo>
                  <a:lnTo>
                    <a:pt x="1123" y="11409"/>
                  </a:lnTo>
                  <a:lnTo>
                    <a:pt x="888" y="11409"/>
                  </a:lnTo>
                  <a:lnTo>
                    <a:pt x="888" y="9291"/>
                  </a:lnTo>
                  <a:close/>
                  <a:moveTo>
                    <a:pt x="2536" y="9291"/>
                  </a:moveTo>
                  <a:lnTo>
                    <a:pt x="2536" y="11409"/>
                  </a:lnTo>
                  <a:lnTo>
                    <a:pt x="1992" y="11409"/>
                  </a:lnTo>
                  <a:lnTo>
                    <a:pt x="1992" y="9291"/>
                  </a:lnTo>
                  <a:close/>
                  <a:moveTo>
                    <a:pt x="3640" y="9291"/>
                  </a:moveTo>
                  <a:lnTo>
                    <a:pt x="3640" y="11409"/>
                  </a:lnTo>
                  <a:lnTo>
                    <a:pt x="3405" y="11409"/>
                  </a:lnTo>
                  <a:lnTo>
                    <a:pt x="3405" y="9291"/>
                  </a:lnTo>
                  <a:close/>
                  <a:moveTo>
                    <a:pt x="17974" y="11133"/>
                  </a:moveTo>
                  <a:cubicBezTo>
                    <a:pt x="18169" y="11133"/>
                    <a:pt x="18363" y="11256"/>
                    <a:pt x="18381" y="11500"/>
                  </a:cubicBezTo>
                  <a:lnTo>
                    <a:pt x="18381" y="12442"/>
                  </a:lnTo>
                  <a:lnTo>
                    <a:pt x="17566" y="12442"/>
                  </a:lnTo>
                  <a:lnTo>
                    <a:pt x="17566" y="11500"/>
                  </a:lnTo>
                  <a:cubicBezTo>
                    <a:pt x="17585" y="11256"/>
                    <a:pt x="17779" y="11133"/>
                    <a:pt x="17974" y="11133"/>
                  </a:cubicBezTo>
                  <a:close/>
                  <a:moveTo>
                    <a:pt x="1503" y="12356"/>
                  </a:moveTo>
                  <a:cubicBezTo>
                    <a:pt x="1702" y="12356"/>
                    <a:pt x="1902" y="12487"/>
                    <a:pt x="1920" y="12750"/>
                  </a:cubicBezTo>
                  <a:lnTo>
                    <a:pt x="1920" y="14072"/>
                  </a:lnTo>
                  <a:lnTo>
                    <a:pt x="1087" y="14072"/>
                  </a:lnTo>
                  <a:lnTo>
                    <a:pt x="1087" y="12750"/>
                  </a:lnTo>
                  <a:cubicBezTo>
                    <a:pt x="1105" y="12487"/>
                    <a:pt x="1304" y="12356"/>
                    <a:pt x="1503" y="12356"/>
                  </a:cubicBezTo>
                  <a:close/>
                  <a:moveTo>
                    <a:pt x="3079" y="12329"/>
                  </a:moveTo>
                  <a:cubicBezTo>
                    <a:pt x="3287" y="12329"/>
                    <a:pt x="3495" y="12469"/>
                    <a:pt x="3495" y="12750"/>
                  </a:cubicBezTo>
                  <a:lnTo>
                    <a:pt x="3513" y="14072"/>
                  </a:lnTo>
                  <a:lnTo>
                    <a:pt x="2662" y="14072"/>
                  </a:lnTo>
                  <a:lnTo>
                    <a:pt x="2662" y="12750"/>
                  </a:lnTo>
                  <a:cubicBezTo>
                    <a:pt x="2662" y="12469"/>
                    <a:pt x="2871" y="12329"/>
                    <a:pt x="3079" y="12329"/>
                  </a:cubicBezTo>
                  <a:close/>
                  <a:moveTo>
                    <a:pt x="18" y="12351"/>
                  </a:moveTo>
                  <a:cubicBezTo>
                    <a:pt x="199" y="12387"/>
                    <a:pt x="344" y="12550"/>
                    <a:pt x="344" y="12750"/>
                  </a:cubicBezTo>
                  <a:lnTo>
                    <a:pt x="344" y="14090"/>
                  </a:lnTo>
                  <a:lnTo>
                    <a:pt x="18" y="14090"/>
                  </a:lnTo>
                  <a:lnTo>
                    <a:pt x="18" y="12351"/>
                  </a:lnTo>
                  <a:close/>
                  <a:moveTo>
                    <a:pt x="7624" y="16208"/>
                  </a:moveTo>
                  <a:lnTo>
                    <a:pt x="7624" y="16716"/>
                  </a:lnTo>
                  <a:lnTo>
                    <a:pt x="7190" y="16716"/>
                  </a:lnTo>
                  <a:lnTo>
                    <a:pt x="7190" y="16208"/>
                  </a:lnTo>
                  <a:close/>
                  <a:moveTo>
                    <a:pt x="9091" y="16208"/>
                  </a:moveTo>
                  <a:lnTo>
                    <a:pt x="9091" y="16716"/>
                  </a:lnTo>
                  <a:lnTo>
                    <a:pt x="8675" y="16716"/>
                  </a:lnTo>
                  <a:lnTo>
                    <a:pt x="8675" y="16208"/>
                  </a:lnTo>
                  <a:close/>
                  <a:moveTo>
                    <a:pt x="10576" y="16208"/>
                  </a:moveTo>
                  <a:lnTo>
                    <a:pt x="10576" y="16716"/>
                  </a:lnTo>
                  <a:lnTo>
                    <a:pt x="10142" y="16716"/>
                  </a:lnTo>
                  <a:lnTo>
                    <a:pt x="10142" y="16208"/>
                  </a:lnTo>
                  <a:close/>
                  <a:moveTo>
                    <a:pt x="12061" y="16208"/>
                  </a:moveTo>
                  <a:lnTo>
                    <a:pt x="12061" y="16716"/>
                  </a:lnTo>
                  <a:lnTo>
                    <a:pt x="11626" y="16716"/>
                  </a:lnTo>
                  <a:lnTo>
                    <a:pt x="11626" y="16208"/>
                  </a:lnTo>
                  <a:close/>
                  <a:moveTo>
                    <a:pt x="13528" y="16208"/>
                  </a:moveTo>
                  <a:lnTo>
                    <a:pt x="13528" y="16716"/>
                  </a:lnTo>
                  <a:lnTo>
                    <a:pt x="13093" y="16716"/>
                  </a:lnTo>
                  <a:lnTo>
                    <a:pt x="13093" y="16208"/>
                  </a:lnTo>
                  <a:close/>
                  <a:moveTo>
                    <a:pt x="14995" y="16208"/>
                  </a:moveTo>
                  <a:lnTo>
                    <a:pt x="14995" y="16716"/>
                  </a:lnTo>
                  <a:lnTo>
                    <a:pt x="14578" y="16716"/>
                  </a:lnTo>
                  <a:lnTo>
                    <a:pt x="14578" y="16208"/>
                  </a:lnTo>
                  <a:close/>
                  <a:moveTo>
                    <a:pt x="16462" y="16208"/>
                  </a:moveTo>
                  <a:lnTo>
                    <a:pt x="16462" y="16716"/>
                  </a:lnTo>
                  <a:lnTo>
                    <a:pt x="16045" y="16716"/>
                  </a:lnTo>
                  <a:lnTo>
                    <a:pt x="16045" y="16208"/>
                  </a:lnTo>
                  <a:close/>
                  <a:moveTo>
                    <a:pt x="7624" y="17204"/>
                  </a:moveTo>
                  <a:lnTo>
                    <a:pt x="7624" y="18581"/>
                  </a:lnTo>
                  <a:lnTo>
                    <a:pt x="7190" y="18581"/>
                  </a:lnTo>
                  <a:lnTo>
                    <a:pt x="7190" y="17204"/>
                  </a:lnTo>
                  <a:close/>
                  <a:moveTo>
                    <a:pt x="9091" y="17204"/>
                  </a:moveTo>
                  <a:lnTo>
                    <a:pt x="9091" y="18581"/>
                  </a:lnTo>
                  <a:lnTo>
                    <a:pt x="8675" y="18581"/>
                  </a:lnTo>
                  <a:lnTo>
                    <a:pt x="8675" y="17204"/>
                  </a:lnTo>
                  <a:close/>
                  <a:moveTo>
                    <a:pt x="10576" y="17204"/>
                  </a:moveTo>
                  <a:lnTo>
                    <a:pt x="10576" y="18581"/>
                  </a:lnTo>
                  <a:lnTo>
                    <a:pt x="10142" y="18581"/>
                  </a:lnTo>
                  <a:lnTo>
                    <a:pt x="10142" y="17204"/>
                  </a:lnTo>
                  <a:close/>
                  <a:moveTo>
                    <a:pt x="12061" y="17204"/>
                  </a:moveTo>
                  <a:lnTo>
                    <a:pt x="12061" y="18581"/>
                  </a:lnTo>
                  <a:lnTo>
                    <a:pt x="11626" y="18581"/>
                  </a:lnTo>
                  <a:lnTo>
                    <a:pt x="11626" y="17204"/>
                  </a:lnTo>
                  <a:close/>
                  <a:moveTo>
                    <a:pt x="13528" y="17204"/>
                  </a:moveTo>
                  <a:lnTo>
                    <a:pt x="13528" y="18581"/>
                  </a:lnTo>
                  <a:lnTo>
                    <a:pt x="13093" y="18581"/>
                  </a:lnTo>
                  <a:lnTo>
                    <a:pt x="13093" y="17204"/>
                  </a:lnTo>
                  <a:close/>
                  <a:moveTo>
                    <a:pt x="14995" y="17204"/>
                  </a:moveTo>
                  <a:lnTo>
                    <a:pt x="14995" y="18581"/>
                  </a:lnTo>
                  <a:lnTo>
                    <a:pt x="14578" y="18581"/>
                  </a:lnTo>
                  <a:lnTo>
                    <a:pt x="14578" y="17204"/>
                  </a:lnTo>
                  <a:close/>
                  <a:moveTo>
                    <a:pt x="16462" y="17204"/>
                  </a:moveTo>
                  <a:lnTo>
                    <a:pt x="16462" y="18581"/>
                  </a:lnTo>
                  <a:lnTo>
                    <a:pt x="16045" y="18581"/>
                  </a:lnTo>
                  <a:lnTo>
                    <a:pt x="16045" y="17204"/>
                  </a:lnTo>
                  <a:close/>
                  <a:moveTo>
                    <a:pt x="8005" y="0"/>
                  </a:moveTo>
                  <a:lnTo>
                    <a:pt x="8005" y="960"/>
                  </a:lnTo>
                  <a:cubicBezTo>
                    <a:pt x="7552" y="1015"/>
                    <a:pt x="7534" y="1648"/>
                    <a:pt x="7968" y="1739"/>
                  </a:cubicBezTo>
                  <a:lnTo>
                    <a:pt x="7208" y="4908"/>
                  </a:lnTo>
                  <a:cubicBezTo>
                    <a:pt x="7135" y="4926"/>
                    <a:pt x="7081" y="4926"/>
                    <a:pt x="7009" y="4962"/>
                  </a:cubicBezTo>
                  <a:cubicBezTo>
                    <a:pt x="7009" y="4944"/>
                    <a:pt x="7009" y="4926"/>
                    <a:pt x="7009" y="4908"/>
                  </a:cubicBezTo>
                  <a:cubicBezTo>
                    <a:pt x="7009" y="4854"/>
                    <a:pt x="6981" y="4833"/>
                    <a:pt x="6944" y="4833"/>
                  </a:cubicBezTo>
                  <a:cubicBezTo>
                    <a:pt x="6845" y="4833"/>
                    <a:pt x="6682" y="4982"/>
                    <a:pt x="6827" y="5035"/>
                  </a:cubicBezTo>
                  <a:cubicBezTo>
                    <a:pt x="6483" y="5216"/>
                    <a:pt x="6266" y="5578"/>
                    <a:pt x="6284" y="5977"/>
                  </a:cubicBezTo>
                  <a:cubicBezTo>
                    <a:pt x="6284" y="6556"/>
                    <a:pt x="6737" y="7027"/>
                    <a:pt x="7316" y="7045"/>
                  </a:cubicBezTo>
                  <a:lnTo>
                    <a:pt x="7316" y="7244"/>
                  </a:lnTo>
                  <a:lnTo>
                    <a:pt x="7190" y="7244"/>
                  </a:lnTo>
                  <a:cubicBezTo>
                    <a:pt x="6773" y="7244"/>
                    <a:pt x="6429" y="7570"/>
                    <a:pt x="6411" y="7969"/>
                  </a:cubicBezTo>
                  <a:lnTo>
                    <a:pt x="6755" y="7969"/>
                  </a:lnTo>
                  <a:lnTo>
                    <a:pt x="6755" y="8693"/>
                  </a:lnTo>
                  <a:lnTo>
                    <a:pt x="6411" y="8693"/>
                  </a:lnTo>
                  <a:lnTo>
                    <a:pt x="6411" y="9037"/>
                  </a:lnTo>
                  <a:lnTo>
                    <a:pt x="6465" y="9037"/>
                  </a:lnTo>
                  <a:cubicBezTo>
                    <a:pt x="6031" y="9037"/>
                    <a:pt x="5687" y="9381"/>
                    <a:pt x="5687" y="9816"/>
                  </a:cubicBezTo>
                  <a:lnTo>
                    <a:pt x="5687" y="11138"/>
                  </a:lnTo>
                  <a:lnTo>
                    <a:pt x="4528" y="11138"/>
                  </a:lnTo>
                  <a:lnTo>
                    <a:pt x="4528" y="8947"/>
                  </a:lnTo>
                  <a:lnTo>
                    <a:pt x="4220" y="7226"/>
                  </a:lnTo>
                  <a:cubicBezTo>
                    <a:pt x="4292" y="7208"/>
                    <a:pt x="4346" y="7154"/>
                    <a:pt x="4346" y="7081"/>
                  </a:cubicBezTo>
                  <a:cubicBezTo>
                    <a:pt x="4356" y="7000"/>
                    <a:pt x="4279" y="6959"/>
                    <a:pt x="4202" y="6959"/>
                  </a:cubicBezTo>
                  <a:cubicBezTo>
                    <a:pt x="4125" y="6959"/>
                    <a:pt x="4048" y="7000"/>
                    <a:pt x="4057" y="7081"/>
                  </a:cubicBezTo>
                  <a:cubicBezTo>
                    <a:pt x="4057" y="7154"/>
                    <a:pt x="4111" y="7208"/>
                    <a:pt x="4183" y="7226"/>
                  </a:cubicBezTo>
                  <a:lnTo>
                    <a:pt x="3894" y="8947"/>
                  </a:lnTo>
                  <a:lnTo>
                    <a:pt x="3858" y="8947"/>
                  </a:lnTo>
                  <a:lnTo>
                    <a:pt x="3568" y="7226"/>
                  </a:lnTo>
                  <a:cubicBezTo>
                    <a:pt x="3622" y="7208"/>
                    <a:pt x="3676" y="7154"/>
                    <a:pt x="3676" y="7081"/>
                  </a:cubicBezTo>
                  <a:cubicBezTo>
                    <a:pt x="3685" y="7000"/>
                    <a:pt x="3609" y="6959"/>
                    <a:pt x="3532" y="6959"/>
                  </a:cubicBezTo>
                  <a:cubicBezTo>
                    <a:pt x="3455" y="6959"/>
                    <a:pt x="3378" y="7000"/>
                    <a:pt x="3387" y="7081"/>
                  </a:cubicBezTo>
                  <a:cubicBezTo>
                    <a:pt x="3387" y="7154"/>
                    <a:pt x="3441" y="7208"/>
                    <a:pt x="3513" y="7226"/>
                  </a:cubicBezTo>
                  <a:lnTo>
                    <a:pt x="3224" y="8947"/>
                  </a:lnTo>
                  <a:lnTo>
                    <a:pt x="2318" y="3822"/>
                  </a:lnTo>
                  <a:cubicBezTo>
                    <a:pt x="2789" y="3749"/>
                    <a:pt x="2771" y="3097"/>
                    <a:pt x="2318" y="3043"/>
                  </a:cubicBezTo>
                  <a:lnTo>
                    <a:pt x="2318" y="2083"/>
                  </a:lnTo>
                  <a:lnTo>
                    <a:pt x="2210" y="2083"/>
                  </a:lnTo>
                  <a:lnTo>
                    <a:pt x="2210" y="3043"/>
                  </a:lnTo>
                  <a:cubicBezTo>
                    <a:pt x="1757" y="3097"/>
                    <a:pt x="1739" y="3749"/>
                    <a:pt x="2191" y="3822"/>
                  </a:cubicBezTo>
                  <a:lnTo>
                    <a:pt x="1304" y="8947"/>
                  </a:lnTo>
                  <a:lnTo>
                    <a:pt x="1014" y="7226"/>
                  </a:lnTo>
                  <a:cubicBezTo>
                    <a:pt x="1178" y="7199"/>
                    <a:pt x="992" y="7007"/>
                    <a:pt x="891" y="7007"/>
                  </a:cubicBezTo>
                  <a:cubicBezTo>
                    <a:pt x="857" y="7007"/>
                    <a:pt x="833" y="7028"/>
                    <a:pt x="833" y="7081"/>
                  </a:cubicBezTo>
                  <a:cubicBezTo>
                    <a:pt x="833" y="7154"/>
                    <a:pt x="888" y="7208"/>
                    <a:pt x="960" y="7226"/>
                  </a:cubicBezTo>
                  <a:lnTo>
                    <a:pt x="670" y="8947"/>
                  </a:lnTo>
                  <a:lnTo>
                    <a:pt x="634" y="8947"/>
                  </a:lnTo>
                  <a:lnTo>
                    <a:pt x="344" y="7226"/>
                  </a:lnTo>
                  <a:cubicBezTo>
                    <a:pt x="417" y="7208"/>
                    <a:pt x="471" y="7154"/>
                    <a:pt x="471" y="7081"/>
                  </a:cubicBezTo>
                  <a:cubicBezTo>
                    <a:pt x="480" y="7000"/>
                    <a:pt x="403" y="6959"/>
                    <a:pt x="326" y="6959"/>
                  </a:cubicBezTo>
                  <a:cubicBezTo>
                    <a:pt x="249" y="6959"/>
                    <a:pt x="172" y="7000"/>
                    <a:pt x="181" y="7081"/>
                  </a:cubicBezTo>
                  <a:cubicBezTo>
                    <a:pt x="181" y="7154"/>
                    <a:pt x="236" y="7208"/>
                    <a:pt x="308" y="7226"/>
                  </a:cubicBezTo>
                  <a:lnTo>
                    <a:pt x="0" y="8947"/>
                  </a:lnTo>
                  <a:lnTo>
                    <a:pt x="0" y="14778"/>
                  </a:lnTo>
                  <a:lnTo>
                    <a:pt x="471" y="14778"/>
                  </a:lnTo>
                  <a:lnTo>
                    <a:pt x="471" y="20283"/>
                  </a:lnTo>
                  <a:lnTo>
                    <a:pt x="4093" y="20283"/>
                  </a:lnTo>
                  <a:lnTo>
                    <a:pt x="4093" y="14778"/>
                  </a:lnTo>
                  <a:lnTo>
                    <a:pt x="4509" y="14778"/>
                  </a:lnTo>
                  <a:lnTo>
                    <a:pt x="4509" y="14090"/>
                  </a:lnTo>
                  <a:lnTo>
                    <a:pt x="4238" y="14090"/>
                  </a:lnTo>
                  <a:lnTo>
                    <a:pt x="4238" y="12750"/>
                  </a:lnTo>
                  <a:cubicBezTo>
                    <a:pt x="4238" y="12568"/>
                    <a:pt x="4346" y="12424"/>
                    <a:pt x="4509" y="12351"/>
                  </a:cubicBezTo>
                  <a:lnTo>
                    <a:pt x="4509" y="12080"/>
                  </a:lnTo>
                  <a:lnTo>
                    <a:pt x="5433" y="12080"/>
                  </a:lnTo>
                  <a:lnTo>
                    <a:pt x="5433" y="20283"/>
                  </a:lnTo>
                  <a:lnTo>
                    <a:pt x="18599" y="20283"/>
                  </a:lnTo>
                  <a:lnTo>
                    <a:pt x="18599" y="8385"/>
                  </a:lnTo>
                  <a:lnTo>
                    <a:pt x="19142" y="8385"/>
                  </a:lnTo>
                  <a:lnTo>
                    <a:pt x="19142" y="7335"/>
                  </a:lnTo>
                  <a:lnTo>
                    <a:pt x="19450" y="6031"/>
                  </a:lnTo>
                  <a:lnTo>
                    <a:pt x="19450" y="5542"/>
                  </a:lnTo>
                  <a:lnTo>
                    <a:pt x="19088" y="5542"/>
                  </a:lnTo>
                  <a:lnTo>
                    <a:pt x="19088" y="4274"/>
                  </a:lnTo>
                  <a:cubicBezTo>
                    <a:pt x="19088" y="3985"/>
                    <a:pt x="18870" y="3749"/>
                    <a:pt x="18581" y="3749"/>
                  </a:cubicBezTo>
                  <a:lnTo>
                    <a:pt x="18599" y="3749"/>
                  </a:lnTo>
                  <a:lnTo>
                    <a:pt x="18019" y="1214"/>
                  </a:lnTo>
                  <a:cubicBezTo>
                    <a:pt x="18273" y="1159"/>
                    <a:pt x="18218" y="797"/>
                    <a:pt x="17965" y="797"/>
                  </a:cubicBezTo>
                  <a:cubicBezTo>
                    <a:pt x="17729" y="797"/>
                    <a:pt x="17675" y="1159"/>
                    <a:pt x="17929" y="1214"/>
                  </a:cubicBezTo>
                  <a:lnTo>
                    <a:pt x="17349" y="3749"/>
                  </a:lnTo>
                  <a:lnTo>
                    <a:pt x="17367" y="3749"/>
                  </a:lnTo>
                  <a:cubicBezTo>
                    <a:pt x="17077" y="3767"/>
                    <a:pt x="16860" y="3985"/>
                    <a:pt x="16860" y="4274"/>
                  </a:cubicBezTo>
                  <a:lnTo>
                    <a:pt x="16860" y="5542"/>
                  </a:lnTo>
                  <a:lnTo>
                    <a:pt x="16607" y="5542"/>
                  </a:lnTo>
                  <a:lnTo>
                    <a:pt x="16607" y="6013"/>
                  </a:lnTo>
                  <a:lnTo>
                    <a:pt x="16933" y="7335"/>
                  </a:lnTo>
                  <a:lnTo>
                    <a:pt x="16933" y="8385"/>
                  </a:lnTo>
                  <a:lnTo>
                    <a:pt x="17349" y="8385"/>
                  </a:lnTo>
                  <a:lnTo>
                    <a:pt x="17349" y="13257"/>
                  </a:lnTo>
                  <a:lnTo>
                    <a:pt x="17150" y="13257"/>
                  </a:lnTo>
                  <a:lnTo>
                    <a:pt x="16733" y="11518"/>
                  </a:lnTo>
                  <a:cubicBezTo>
                    <a:pt x="16788" y="11518"/>
                    <a:pt x="16824" y="11464"/>
                    <a:pt x="16824" y="11409"/>
                  </a:cubicBezTo>
                  <a:cubicBezTo>
                    <a:pt x="16824" y="11337"/>
                    <a:pt x="16770" y="11283"/>
                    <a:pt x="16697" y="11283"/>
                  </a:cubicBezTo>
                  <a:cubicBezTo>
                    <a:pt x="16589" y="11301"/>
                    <a:pt x="16570" y="11464"/>
                    <a:pt x="16679" y="11518"/>
                  </a:cubicBezTo>
                  <a:lnTo>
                    <a:pt x="16263" y="13239"/>
                  </a:lnTo>
                  <a:lnTo>
                    <a:pt x="13782" y="13239"/>
                  </a:lnTo>
                  <a:lnTo>
                    <a:pt x="13782" y="11265"/>
                  </a:lnTo>
                  <a:lnTo>
                    <a:pt x="14053" y="11265"/>
                  </a:lnTo>
                  <a:lnTo>
                    <a:pt x="14053" y="10269"/>
                  </a:lnTo>
                  <a:lnTo>
                    <a:pt x="13727" y="10269"/>
                  </a:lnTo>
                  <a:lnTo>
                    <a:pt x="13727" y="10776"/>
                  </a:lnTo>
                  <a:lnTo>
                    <a:pt x="13456" y="10776"/>
                  </a:lnTo>
                  <a:lnTo>
                    <a:pt x="13456" y="10269"/>
                  </a:lnTo>
                  <a:lnTo>
                    <a:pt x="12822" y="10269"/>
                  </a:lnTo>
                  <a:lnTo>
                    <a:pt x="12822" y="10776"/>
                  </a:lnTo>
                  <a:lnTo>
                    <a:pt x="12532" y="10776"/>
                  </a:lnTo>
                  <a:lnTo>
                    <a:pt x="12532" y="10269"/>
                  </a:lnTo>
                  <a:lnTo>
                    <a:pt x="12206" y="10269"/>
                  </a:lnTo>
                  <a:lnTo>
                    <a:pt x="12206" y="11265"/>
                  </a:lnTo>
                  <a:lnTo>
                    <a:pt x="12496" y="11265"/>
                  </a:lnTo>
                  <a:lnTo>
                    <a:pt x="12496" y="13257"/>
                  </a:lnTo>
                  <a:lnTo>
                    <a:pt x="10685" y="13257"/>
                  </a:lnTo>
                  <a:lnTo>
                    <a:pt x="10685" y="11156"/>
                  </a:lnTo>
                  <a:lnTo>
                    <a:pt x="10431" y="11156"/>
                  </a:lnTo>
                  <a:lnTo>
                    <a:pt x="10431" y="9816"/>
                  </a:lnTo>
                  <a:cubicBezTo>
                    <a:pt x="10431" y="9381"/>
                    <a:pt x="10087" y="9037"/>
                    <a:pt x="9653" y="9037"/>
                  </a:cubicBezTo>
                  <a:lnTo>
                    <a:pt x="9725" y="9037"/>
                  </a:lnTo>
                  <a:lnTo>
                    <a:pt x="9725" y="8711"/>
                  </a:lnTo>
                  <a:lnTo>
                    <a:pt x="9363" y="8711"/>
                  </a:lnTo>
                  <a:lnTo>
                    <a:pt x="9363" y="7987"/>
                  </a:lnTo>
                  <a:lnTo>
                    <a:pt x="9707" y="7987"/>
                  </a:lnTo>
                  <a:cubicBezTo>
                    <a:pt x="9689" y="7570"/>
                    <a:pt x="9363" y="7244"/>
                    <a:pt x="8946" y="7244"/>
                  </a:cubicBezTo>
                  <a:lnTo>
                    <a:pt x="8801" y="7244"/>
                  </a:lnTo>
                  <a:lnTo>
                    <a:pt x="8801" y="7045"/>
                  </a:lnTo>
                  <a:cubicBezTo>
                    <a:pt x="9381" y="7027"/>
                    <a:pt x="9852" y="6538"/>
                    <a:pt x="9852" y="5958"/>
                  </a:cubicBezTo>
                  <a:cubicBezTo>
                    <a:pt x="9852" y="5560"/>
                    <a:pt x="9634" y="5198"/>
                    <a:pt x="9290" y="5017"/>
                  </a:cubicBezTo>
                  <a:cubicBezTo>
                    <a:pt x="9422" y="4964"/>
                    <a:pt x="9256" y="4815"/>
                    <a:pt x="9156" y="4815"/>
                  </a:cubicBezTo>
                  <a:cubicBezTo>
                    <a:pt x="9119" y="4815"/>
                    <a:pt x="9091" y="4836"/>
                    <a:pt x="9091" y="4890"/>
                  </a:cubicBezTo>
                  <a:cubicBezTo>
                    <a:pt x="9091" y="4908"/>
                    <a:pt x="9091" y="4926"/>
                    <a:pt x="9091" y="4944"/>
                  </a:cubicBezTo>
                  <a:cubicBezTo>
                    <a:pt x="9037" y="4926"/>
                    <a:pt x="8964" y="4908"/>
                    <a:pt x="8892" y="4890"/>
                  </a:cubicBezTo>
                  <a:lnTo>
                    <a:pt x="8149" y="1721"/>
                  </a:lnTo>
                  <a:cubicBezTo>
                    <a:pt x="8312" y="1685"/>
                    <a:pt x="8439" y="1522"/>
                    <a:pt x="8457" y="1341"/>
                  </a:cubicBezTo>
                  <a:cubicBezTo>
                    <a:pt x="8457" y="1141"/>
                    <a:pt x="8294" y="978"/>
                    <a:pt x="8113" y="960"/>
                  </a:cubicBezTo>
                  <a:lnTo>
                    <a:pt x="8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>
              <a:off x="-1545755" y="3789575"/>
              <a:ext cx="3858855" cy="1463178"/>
            </a:xfrm>
            <a:custGeom>
              <a:rect b="b" l="l" r="r" t="t"/>
              <a:pathLst>
                <a:path extrusionOk="0" h="24920" w="63330">
                  <a:moveTo>
                    <a:pt x="26259" y="1"/>
                  </a:moveTo>
                  <a:lnTo>
                    <a:pt x="25535" y="852"/>
                  </a:lnTo>
                  <a:cubicBezTo>
                    <a:pt x="25376" y="1178"/>
                    <a:pt x="25202" y="1301"/>
                    <a:pt x="25030" y="1301"/>
                  </a:cubicBezTo>
                  <a:cubicBezTo>
                    <a:pt x="24496" y="1301"/>
                    <a:pt x="23977" y="109"/>
                    <a:pt x="23977" y="109"/>
                  </a:cubicBezTo>
                  <a:cubicBezTo>
                    <a:pt x="23561" y="616"/>
                    <a:pt x="23289" y="1196"/>
                    <a:pt x="23126" y="1830"/>
                  </a:cubicBezTo>
                  <a:cubicBezTo>
                    <a:pt x="22855" y="2934"/>
                    <a:pt x="21696" y="3242"/>
                    <a:pt x="21496" y="5198"/>
                  </a:cubicBezTo>
                  <a:cubicBezTo>
                    <a:pt x="21496" y="5198"/>
                    <a:pt x="20518" y="4474"/>
                    <a:pt x="19975" y="4474"/>
                  </a:cubicBezTo>
                  <a:cubicBezTo>
                    <a:pt x="19414" y="5035"/>
                    <a:pt x="18943" y="5669"/>
                    <a:pt x="18563" y="6357"/>
                  </a:cubicBezTo>
                  <a:cubicBezTo>
                    <a:pt x="18019" y="7407"/>
                    <a:pt x="14216" y="10287"/>
                    <a:pt x="6248" y="11518"/>
                  </a:cubicBezTo>
                  <a:cubicBezTo>
                    <a:pt x="6248" y="11518"/>
                    <a:pt x="5814" y="11428"/>
                    <a:pt x="5143" y="10794"/>
                  </a:cubicBezTo>
                  <a:cubicBezTo>
                    <a:pt x="5143" y="10794"/>
                    <a:pt x="4979" y="10932"/>
                    <a:pt x="4733" y="10932"/>
                  </a:cubicBezTo>
                  <a:cubicBezTo>
                    <a:pt x="4525" y="10932"/>
                    <a:pt x="4258" y="10833"/>
                    <a:pt x="3984" y="10468"/>
                  </a:cubicBezTo>
                  <a:cubicBezTo>
                    <a:pt x="3984" y="10468"/>
                    <a:pt x="2366" y="11648"/>
                    <a:pt x="787" y="11648"/>
                  </a:cubicBezTo>
                  <a:cubicBezTo>
                    <a:pt x="521" y="11648"/>
                    <a:pt x="256" y="11615"/>
                    <a:pt x="0" y="11536"/>
                  </a:cubicBezTo>
                  <a:lnTo>
                    <a:pt x="0" y="24919"/>
                  </a:lnTo>
                  <a:lnTo>
                    <a:pt x="63329" y="24919"/>
                  </a:lnTo>
                  <a:lnTo>
                    <a:pt x="63329" y="10396"/>
                  </a:lnTo>
                  <a:cubicBezTo>
                    <a:pt x="60070" y="9182"/>
                    <a:pt x="59671" y="7570"/>
                    <a:pt x="59671" y="7570"/>
                  </a:cubicBezTo>
                  <a:lnTo>
                    <a:pt x="59055" y="8168"/>
                  </a:lnTo>
                  <a:cubicBezTo>
                    <a:pt x="58150" y="8168"/>
                    <a:pt x="56466" y="6194"/>
                    <a:pt x="56122" y="6085"/>
                  </a:cubicBezTo>
                  <a:cubicBezTo>
                    <a:pt x="56113" y="6083"/>
                    <a:pt x="56104" y="6082"/>
                    <a:pt x="56093" y="6082"/>
                  </a:cubicBezTo>
                  <a:cubicBezTo>
                    <a:pt x="55671" y="6082"/>
                    <a:pt x="53876" y="7860"/>
                    <a:pt x="53876" y="7860"/>
                  </a:cubicBezTo>
                  <a:cubicBezTo>
                    <a:pt x="53423" y="7353"/>
                    <a:pt x="49602" y="4419"/>
                    <a:pt x="49457" y="4365"/>
                  </a:cubicBezTo>
                  <a:cubicBezTo>
                    <a:pt x="49453" y="4363"/>
                    <a:pt x="49448" y="4363"/>
                    <a:pt x="49442" y="4363"/>
                  </a:cubicBezTo>
                  <a:cubicBezTo>
                    <a:pt x="49252" y="4363"/>
                    <a:pt x="48298" y="5180"/>
                    <a:pt x="48298" y="5180"/>
                  </a:cubicBezTo>
                  <a:cubicBezTo>
                    <a:pt x="48298" y="5180"/>
                    <a:pt x="46614" y="2989"/>
                    <a:pt x="46415" y="2898"/>
                  </a:cubicBezTo>
                  <a:cubicBezTo>
                    <a:pt x="46394" y="2888"/>
                    <a:pt x="46371" y="2883"/>
                    <a:pt x="46346" y="2883"/>
                  </a:cubicBezTo>
                  <a:cubicBezTo>
                    <a:pt x="46114" y="2883"/>
                    <a:pt x="45745" y="3297"/>
                    <a:pt x="45745" y="3297"/>
                  </a:cubicBezTo>
                  <a:cubicBezTo>
                    <a:pt x="45745" y="1667"/>
                    <a:pt x="44423" y="1"/>
                    <a:pt x="4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0"/>
            <p:cNvSpPr/>
            <p:nvPr/>
          </p:nvSpPr>
          <p:spPr>
            <a:xfrm flipH="1">
              <a:off x="-618765" y="3427900"/>
              <a:ext cx="662516" cy="639836"/>
            </a:xfrm>
            <a:custGeom>
              <a:rect b="b" l="l" r="r" t="t"/>
              <a:pathLst>
                <a:path extrusionOk="0" h="10128" w="10487">
                  <a:moveTo>
                    <a:pt x="4792" y="0"/>
                  </a:moveTo>
                  <a:cubicBezTo>
                    <a:pt x="4688" y="0"/>
                    <a:pt x="4585" y="65"/>
                    <a:pt x="4565" y="185"/>
                  </a:cubicBezTo>
                  <a:cubicBezTo>
                    <a:pt x="4184" y="3029"/>
                    <a:pt x="2826" y="6361"/>
                    <a:pt x="2826" y="6361"/>
                  </a:cubicBezTo>
                  <a:cubicBezTo>
                    <a:pt x="2717" y="5727"/>
                    <a:pt x="1576" y="4188"/>
                    <a:pt x="1069" y="3536"/>
                  </a:cubicBezTo>
                  <a:cubicBezTo>
                    <a:pt x="1036" y="3495"/>
                    <a:pt x="990" y="3477"/>
                    <a:pt x="945" y="3477"/>
                  </a:cubicBezTo>
                  <a:cubicBezTo>
                    <a:pt x="869" y="3477"/>
                    <a:pt x="798" y="3528"/>
                    <a:pt x="798" y="3608"/>
                  </a:cubicBezTo>
                  <a:cubicBezTo>
                    <a:pt x="725" y="4423"/>
                    <a:pt x="599" y="5238"/>
                    <a:pt x="436" y="6035"/>
                  </a:cubicBezTo>
                  <a:cubicBezTo>
                    <a:pt x="200" y="7393"/>
                    <a:pt x="55" y="8751"/>
                    <a:pt x="1" y="10109"/>
                  </a:cubicBezTo>
                  <a:lnTo>
                    <a:pt x="10486" y="10127"/>
                  </a:lnTo>
                  <a:cubicBezTo>
                    <a:pt x="10126" y="7780"/>
                    <a:pt x="9778" y="7540"/>
                    <a:pt x="9650" y="7540"/>
                  </a:cubicBezTo>
                  <a:cubicBezTo>
                    <a:pt x="9617" y="7540"/>
                    <a:pt x="9599" y="7556"/>
                    <a:pt x="9599" y="7556"/>
                  </a:cubicBezTo>
                  <a:cubicBezTo>
                    <a:pt x="9599" y="7556"/>
                    <a:pt x="9472" y="5980"/>
                    <a:pt x="9219" y="5980"/>
                  </a:cubicBezTo>
                  <a:cubicBezTo>
                    <a:pt x="8965" y="5980"/>
                    <a:pt x="7534" y="7429"/>
                    <a:pt x="7534" y="7429"/>
                  </a:cubicBezTo>
                  <a:cubicBezTo>
                    <a:pt x="7534" y="7429"/>
                    <a:pt x="7208" y="1833"/>
                    <a:pt x="7027" y="1779"/>
                  </a:cubicBezTo>
                  <a:cubicBezTo>
                    <a:pt x="7022" y="1777"/>
                    <a:pt x="7015" y="1776"/>
                    <a:pt x="7007" y="1776"/>
                  </a:cubicBezTo>
                  <a:cubicBezTo>
                    <a:pt x="6760" y="1776"/>
                    <a:pt x="5651" y="2902"/>
                    <a:pt x="5651" y="2902"/>
                  </a:cubicBezTo>
                  <a:cubicBezTo>
                    <a:pt x="5452" y="1417"/>
                    <a:pt x="5198" y="584"/>
                    <a:pt x="4999" y="131"/>
                  </a:cubicBezTo>
                  <a:cubicBezTo>
                    <a:pt x="4959" y="42"/>
                    <a:pt x="4875" y="0"/>
                    <a:pt x="4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0"/>
          <p:cNvSpPr/>
          <p:nvPr/>
        </p:nvSpPr>
        <p:spPr>
          <a:xfrm flipH="1">
            <a:off x="7042701" y="383107"/>
            <a:ext cx="1203087" cy="1207895"/>
          </a:xfrm>
          <a:custGeom>
            <a:rect b="b" l="l" r="r" t="t"/>
            <a:pathLst>
              <a:path extrusionOk="0" h="13565" w="13511">
                <a:moveTo>
                  <a:pt x="6230" y="0"/>
                </a:moveTo>
                <a:cubicBezTo>
                  <a:pt x="6230" y="0"/>
                  <a:pt x="6359" y="2508"/>
                  <a:pt x="3209" y="2508"/>
                </a:cubicBezTo>
                <a:cubicBezTo>
                  <a:pt x="3026" y="2508"/>
                  <a:pt x="2832" y="2499"/>
                  <a:pt x="2626" y="2481"/>
                </a:cubicBezTo>
                <a:lnTo>
                  <a:pt x="2626" y="2481"/>
                </a:lnTo>
                <a:cubicBezTo>
                  <a:pt x="2626" y="2481"/>
                  <a:pt x="5125" y="3876"/>
                  <a:pt x="3260" y="6900"/>
                </a:cubicBezTo>
                <a:cubicBezTo>
                  <a:pt x="3260" y="6900"/>
                  <a:pt x="3662" y="6723"/>
                  <a:pt x="4065" y="6723"/>
                </a:cubicBezTo>
                <a:cubicBezTo>
                  <a:pt x="4266" y="6723"/>
                  <a:pt x="4467" y="6767"/>
                  <a:pt x="4618" y="6900"/>
                </a:cubicBezTo>
                <a:cubicBezTo>
                  <a:pt x="5379" y="7624"/>
                  <a:pt x="5687" y="8711"/>
                  <a:pt x="5433" y="9743"/>
                </a:cubicBezTo>
                <a:cubicBezTo>
                  <a:pt x="5433" y="9743"/>
                  <a:pt x="5383" y="9733"/>
                  <a:pt x="5287" y="9733"/>
                </a:cubicBezTo>
                <a:cubicBezTo>
                  <a:pt x="5065" y="9733"/>
                  <a:pt x="4600" y="9787"/>
                  <a:pt x="3966" y="10142"/>
                </a:cubicBezTo>
                <a:cubicBezTo>
                  <a:pt x="3079" y="10649"/>
                  <a:pt x="2192" y="11210"/>
                  <a:pt x="1359" y="11373"/>
                </a:cubicBezTo>
                <a:cubicBezTo>
                  <a:pt x="1359" y="11373"/>
                  <a:pt x="1004" y="11172"/>
                  <a:pt x="602" y="11172"/>
                </a:cubicBezTo>
                <a:cubicBezTo>
                  <a:pt x="401" y="11172"/>
                  <a:pt x="187" y="11222"/>
                  <a:pt x="0" y="11373"/>
                </a:cubicBezTo>
                <a:cubicBezTo>
                  <a:pt x="0" y="11373"/>
                  <a:pt x="399" y="11607"/>
                  <a:pt x="1138" y="11607"/>
                </a:cubicBezTo>
                <a:cubicBezTo>
                  <a:pt x="1246" y="11607"/>
                  <a:pt x="1362" y="11602"/>
                  <a:pt x="1485" y="11590"/>
                </a:cubicBezTo>
                <a:cubicBezTo>
                  <a:pt x="2463" y="11500"/>
                  <a:pt x="3296" y="11065"/>
                  <a:pt x="3767" y="10884"/>
                </a:cubicBezTo>
                <a:cubicBezTo>
                  <a:pt x="4078" y="10764"/>
                  <a:pt x="4587" y="10621"/>
                  <a:pt x="5100" y="10621"/>
                </a:cubicBezTo>
                <a:cubicBezTo>
                  <a:pt x="5363" y="10621"/>
                  <a:pt x="5628" y="10659"/>
                  <a:pt x="5868" y="10757"/>
                </a:cubicBezTo>
                <a:lnTo>
                  <a:pt x="5759" y="11138"/>
                </a:lnTo>
                <a:cubicBezTo>
                  <a:pt x="5661" y="11079"/>
                  <a:pt x="5547" y="11046"/>
                  <a:pt x="5435" y="11046"/>
                </a:cubicBezTo>
                <a:cubicBezTo>
                  <a:pt x="5339" y="11046"/>
                  <a:pt x="5245" y="11070"/>
                  <a:pt x="5162" y="11119"/>
                </a:cubicBezTo>
                <a:cubicBezTo>
                  <a:pt x="5053" y="11119"/>
                  <a:pt x="4962" y="11065"/>
                  <a:pt x="4908" y="10993"/>
                </a:cubicBezTo>
                <a:cubicBezTo>
                  <a:pt x="4691" y="11138"/>
                  <a:pt x="4455" y="11228"/>
                  <a:pt x="4202" y="11282"/>
                </a:cubicBezTo>
                <a:cubicBezTo>
                  <a:pt x="3920" y="11300"/>
                  <a:pt x="4032" y="11609"/>
                  <a:pt x="4189" y="11609"/>
                </a:cubicBezTo>
                <a:cubicBezTo>
                  <a:pt x="4193" y="11609"/>
                  <a:pt x="4197" y="11609"/>
                  <a:pt x="4202" y="11608"/>
                </a:cubicBezTo>
                <a:cubicBezTo>
                  <a:pt x="4366" y="11592"/>
                  <a:pt x="4606" y="11366"/>
                  <a:pt x="4866" y="11366"/>
                </a:cubicBezTo>
                <a:cubicBezTo>
                  <a:pt x="4892" y="11366"/>
                  <a:pt x="4918" y="11368"/>
                  <a:pt x="4944" y="11373"/>
                </a:cubicBezTo>
                <a:cubicBezTo>
                  <a:pt x="5193" y="11404"/>
                  <a:pt x="5616" y="11569"/>
                  <a:pt x="5902" y="11569"/>
                </a:cubicBezTo>
                <a:cubicBezTo>
                  <a:pt x="5949" y="11569"/>
                  <a:pt x="5992" y="11564"/>
                  <a:pt x="6031" y="11554"/>
                </a:cubicBezTo>
                <a:cubicBezTo>
                  <a:pt x="6351" y="11447"/>
                  <a:pt x="6636" y="11323"/>
                  <a:pt x="6921" y="11164"/>
                </a:cubicBezTo>
                <a:lnTo>
                  <a:pt x="6921" y="11164"/>
                </a:lnTo>
                <a:cubicBezTo>
                  <a:pt x="6867" y="11196"/>
                  <a:pt x="6701" y="11302"/>
                  <a:pt x="6939" y="11302"/>
                </a:cubicBezTo>
                <a:cubicBezTo>
                  <a:pt x="6954" y="11302"/>
                  <a:pt x="6972" y="11301"/>
                  <a:pt x="6991" y="11301"/>
                </a:cubicBezTo>
                <a:lnTo>
                  <a:pt x="6991" y="11301"/>
                </a:lnTo>
                <a:cubicBezTo>
                  <a:pt x="6991" y="11301"/>
                  <a:pt x="6991" y="11373"/>
                  <a:pt x="6846" y="11373"/>
                </a:cubicBezTo>
                <a:cubicBezTo>
                  <a:pt x="6846" y="11373"/>
                  <a:pt x="6980" y="11467"/>
                  <a:pt x="7118" y="11467"/>
                </a:cubicBezTo>
                <a:cubicBezTo>
                  <a:pt x="7206" y="11467"/>
                  <a:pt x="7296" y="11428"/>
                  <a:pt x="7353" y="11301"/>
                </a:cubicBezTo>
                <a:cubicBezTo>
                  <a:pt x="7443" y="11409"/>
                  <a:pt x="7498" y="11536"/>
                  <a:pt x="7516" y="11681"/>
                </a:cubicBezTo>
                <a:lnTo>
                  <a:pt x="7371" y="12079"/>
                </a:lnTo>
                <a:cubicBezTo>
                  <a:pt x="7276" y="12039"/>
                  <a:pt x="7171" y="12018"/>
                  <a:pt x="7063" y="12018"/>
                </a:cubicBezTo>
                <a:cubicBezTo>
                  <a:pt x="7027" y="12018"/>
                  <a:pt x="6991" y="12020"/>
                  <a:pt x="6954" y="12025"/>
                </a:cubicBezTo>
                <a:cubicBezTo>
                  <a:pt x="6954" y="12025"/>
                  <a:pt x="6864" y="12333"/>
                  <a:pt x="7027" y="12351"/>
                </a:cubicBezTo>
                <a:cubicBezTo>
                  <a:pt x="7044" y="12352"/>
                  <a:pt x="7061" y="12353"/>
                  <a:pt x="7078" y="12353"/>
                </a:cubicBezTo>
                <a:cubicBezTo>
                  <a:pt x="7294" y="12353"/>
                  <a:pt x="7491" y="12247"/>
                  <a:pt x="7643" y="12079"/>
                </a:cubicBezTo>
                <a:lnTo>
                  <a:pt x="7643" y="12079"/>
                </a:lnTo>
                <a:cubicBezTo>
                  <a:pt x="7642" y="12079"/>
                  <a:pt x="7208" y="12677"/>
                  <a:pt x="7063" y="12731"/>
                </a:cubicBezTo>
                <a:cubicBezTo>
                  <a:pt x="7063" y="12731"/>
                  <a:pt x="7654" y="12530"/>
                  <a:pt x="8344" y="12530"/>
                </a:cubicBezTo>
                <a:cubicBezTo>
                  <a:pt x="9042" y="12530"/>
                  <a:pt x="9841" y="12736"/>
                  <a:pt x="10232" y="13564"/>
                </a:cubicBezTo>
                <a:cubicBezTo>
                  <a:pt x="10232" y="13564"/>
                  <a:pt x="10863" y="12909"/>
                  <a:pt x="11780" y="12909"/>
                </a:cubicBezTo>
                <a:cubicBezTo>
                  <a:pt x="12209" y="12909"/>
                  <a:pt x="12701" y="13052"/>
                  <a:pt x="13220" y="13474"/>
                </a:cubicBezTo>
                <a:cubicBezTo>
                  <a:pt x="13220" y="13474"/>
                  <a:pt x="13510" y="12967"/>
                  <a:pt x="13438" y="12840"/>
                </a:cubicBezTo>
                <a:cubicBezTo>
                  <a:pt x="13293" y="12586"/>
                  <a:pt x="13166" y="12315"/>
                  <a:pt x="13094" y="12043"/>
                </a:cubicBezTo>
                <a:cubicBezTo>
                  <a:pt x="13094" y="12043"/>
                  <a:pt x="11862" y="10920"/>
                  <a:pt x="10830" y="10413"/>
                </a:cubicBezTo>
                <a:cubicBezTo>
                  <a:pt x="10736" y="10423"/>
                  <a:pt x="10641" y="10427"/>
                  <a:pt x="10546" y="10427"/>
                </a:cubicBezTo>
                <a:cubicBezTo>
                  <a:pt x="10274" y="10427"/>
                  <a:pt x="9998" y="10390"/>
                  <a:pt x="9743" y="10323"/>
                </a:cubicBezTo>
                <a:cubicBezTo>
                  <a:pt x="9743" y="10323"/>
                  <a:pt x="10469" y="9881"/>
                  <a:pt x="10934" y="9881"/>
                </a:cubicBezTo>
                <a:cubicBezTo>
                  <a:pt x="10967" y="9881"/>
                  <a:pt x="10999" y="9883"/>
                  <a:pt x="11029" y="9888"/>
                </a:cubicBezTo>
                <a:cubicBezTo>
                  <a:pt x="11029" y="9888"/>
                  <a:pt x="11029" y="9950"/>
                  <a:pt x="11110" y="9950"/>
                </a:cubicBezTo>
                <a:cubicBezTo>
                  <a:pt x="11144" y="9950"/>
                  <a:pt x="11194" y="9939"/>
                  <a:pt x="11264" y="9906"/>
                </a:cubicBezTo>
                <a:cubicBezTo>
                  <a:pt x="11464" y="9797"/>
                  <a:pt x="11699" y="9743"/>
                  <a:pt x="11916" y="9725"/>
                </a:cubicBezTo>
                <a:cubicBezTo>
                  <a:pt x="11916" y="9725"/>
                  <a:pt x="12188" y="9562"/>
                  <a:pt x="11916" y="9417"/>
                </a:cubicBezTo>
                <a:cubicBezTo>
                  <a:pt x="11772" y="9334"/>
                  <a:pt x="11686" y="9317"/>
                  <a:pt x="11639" y="9317"/>
                </a:cubicBezTo>
                <a:cubicBezTo>
                  <a:pt x="11604" y="9317"/>
                  <a:pt x="11590" y="9327"/>
                  <a:pt x="11590" y="9327"/>
                </a:cubicBezTo>
                <a:cubicBezTo>
                  <a:pt x="11554" y="9254"/>
                  <a:pt x="11500" y="9218"/>
                  <a:pt x="11446" y="9182"/>
                </a:cubicBezTo>
                <a:cubicBezTo>
                  <a:pt x="11391" y="9164"/>
                  <a:pt x="11337" y="9146"/>
                  <a:pt x="11301" y="9109"/>
                </a:cubicBezTo>
                <a:cubicBezTo>
                  <a:pt x="11174" y="9100"/>
                  <a:pt x="11052" y="9096"/>
                  <a:pt x="10932" y="9096"/>
                </a:cubicBezTo>
                <a:cubicBezTo>
                  <a:pt x="10812" y="9096"/>
                  <a:pt x="10694" y="9100"/>
                  <a:pt x="10576" y="9109"/>
                </a:cubicBezTo>
                <a:cubicBezTo>
                  <a:pt x="10685" y="9164"/>
                  <a:pt x="10776" y="9200"/>
                  <a:pt x="10884" y="9200"/>
                </a:cubicBezTo>
                <a:cubicBezTo>
                  <a:pt x="10576" y="9236"/>
                  <a:pt x="10287" y="9309"/>
                  <a:pt x="9979" y="9381"/>
                </a:cubicBezTo>
                <a:cubicBezTo>
                  <a:pt x="9809" y="9446"/>
                  <a:pt x="9507" y="9700"/>
                  <a:pt x="9141" y="9700"/>
                </a:cubicBezTo>
                <a:cubicBezTo>
                  <a:pt x="9000" y="9700"/>
                  <a:pt x="8849" y="9663"/>
                  <a:pt x="8693" y="9562"/>
                </a:cubicBezTo>
                <a:cubicBezTo>
                  <a:pt x="8729" y="9562"/>
                  <a:pt x="8403" y="8023"/>
                  <a:pt x="9454" y="7262"/>
                </a:cubicBezTo>
                <a:cubicBezTo>
                  <a:pt x="9454" y="7262"/>
                  <a:pt x="9254" y="1558"/>
                  <a:pt x="62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 flipH="1">
            <a:off x="4501656" y="4110056"/>
            <a:ext cx="93675" cy="36508"/>
          </a:xfrm>
          <a:custGeom>
            <a:rect b="b" l="l" r="r" t="t"/>
            <a:pathLst>
              <a:path extrusionOk="0" h="410" w="1052">
                <a:moveTo>
                  <a:pt x="165" y="0"/>
                </a:moveTo>
                <a:cubicBezTo>
                  <a:pt x="110" y="0"/>
                  <a:pt x="55" y="8"/>
                  <a:pt x="1" y="25"/>
                </a:cubicBezTo>
                <a:cubicBezTo>
                  <a:pt x="14" y="24"/>
                  <a:pt x="26" y="23"/>
                  <a:pt x="39" y="23"/>
                </a:cubicBezTo>
                <a:cubicBezTo>
                  <a:pt x="225" y="23"/>
                  <a:pt x="403" y="146"/>
                  <a:pt x="454" y="333"/>
                </a:cubicBezTo>
                <a:cubicBezTo>
                  <a:pt x="454" y="369"/>
                  <a:pt x="472" y="387"/>
                  <a:pt x="508" y="405"/>
                </a:cubicBezTo>
                <a:cubicBezTo>
                  <a:pt x="515" y="408"/>
                  <a:pt x="522" y="410"/>
                  <a:pt x="529" y="410"/>
                </a:cubicBezTo>
                <a:cubicBezTo>
                  <a:pt x="563" y="410"/>
                  <a:pt x="602" y="380"/>
                  <a:pt x="617" y="351"/>
                </a:cubicBezTo>
                <a:cubicBezTo>
                  <a:pt x="653" y="260"/>
                  <a:pt x="707" y="170"/>
                  <a:pt x="780" y="115"/>
                </a:cubicBezTo>
                <a:cubicBezTo>
                  <a:pt x="815" y="94"/>
                  <a:pt x="854" y="84"/>
                  <a:pt x="892" y="84"/>
                </a:cubicBezTo>
                <a:cubicBezTo>
                  <a:pt x="950" y="84"/>
                  <a:pt x="1007" y="108"/>
                  <a:pt x="1051" y="151"/>
                </a:cubicBezTo>
                <a:cubicBezTo>
                  <a:pt x="1008" y="66"/>
                  <a:pt x="920" y="14"/>
                  <a:pt x="822" y="14"/>
                </a:cubicBezTo>
                <a:cubicBezTo>
                  <a:pt x="796" y="14"/>
                  <a:pt x="770" y="17"/>
                  <a:pt x="743" y="25"/>
                </a:cubicBezTo>
                <a:cubicBezTo>
                  <a:pt x="666" y="58"/>
                  <a:pt x="602" y="98"/>
                  <a:pt x="547" y="149"/>
                </a:cubicBezTo>
                <a:lnTo>
                  <a:pt x="547" y="149"/>
                </a:lnTo>
                <a:cubicBezTo>
                  <a:pt x="445" y="52"/>
                  <a:pt x="306" y="0"/>
                  <a:pt x="1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20"/>
          <p:cNvGrpSpPr/>
          <p:nvPr/>
        </p:nvGrpSpPr>
        <p:grpSpPr>
          <a:xfrm flipH="1">
            <a:off x="6284870" y="870592"/>
            <a:ext cx="583868" cy="427505"/>
            <a:chOff x="998250" y="971075"/>
            <a:chExt cx="163925" cy="120025"/>
          </a:xfrm>
        </p:grpSpPr>
        <p:sp>
          <p:nvSpPr>
            <p:cNvPr id="418" name="Google Shape;418;p20"/>
            <p:cNvSpPr/>
            <p:nvPr/>
          </p:nvSpPr>
          <p:spPr>
            <a:xfrm>
              <a:off x="998250" y="971075"/>
              <a:ext cx="38075" cy="13125"/>
            </a:xfrm>
            <a:custGeom>
              <a:rect b="b" l="l" r="r" t="t"/>
              <a:pathLst>
                <a:path extrusionOk="0" h="525" w="1523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1003250" y="1019650"/>
              <a:ext cx="33075" cy="18950"/>
            </a:xfrm>
            <a:custGeom>
              <a:rect b="b" l="l" r="r" t="t"/>
              <a:pathLst>
                <a:path extrusionOk="0" h="758" w="1323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1099225" y="1074600"/>
              <a:ext cx="22650" cy="16500"/>
            </a:xfrm>
            <a:custGeom>
              <a:rect b="b" l="l" r="r" t="t"/>
              <a:pathLst>
                <a:path extrusionOk="0" h="660" w="906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1140425" y="1000475"/>
              <a:ext cx="21750" cy="10425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" name="Google Shape;422;p20"/>
          <p:cNvSpPr/>
          <p:nvPr/>
        </p:nvSpPr>
        <p:spPr>
          <a:xfrm flipH="1">
            <a:off x="6446074" y="2356903"/>
            <a:ext cx="89" cy="21015"/>
          </a:xfrm>
          <a:custGeom>
            <a:rect b="b" l="l" r="r" t="t"/>
            <a:pathLst>
              <a:path extrusionOk="0" h="236" w="1">
                <a:moveTo>
                  <a:pt x="1" y="236"/>
                </a:moveTo>
                <a:lnTo>
                  <a:pt x="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 flipH="1">
            <a:off x="6280003" y="1834381"/>
            <a:ext cx="89" cy="3295"/>
          </a:xfrm>
          <a:custGeom>
            <a:rect b="b" l="l" r="r" t="t"/>
            <a:pathLst>
              <a:path extrusionOk="0" h="37" w="1">
                <a:moveTo>
                  <a:pt x="1" y="37"/>
                </a:moveTo>
                <a:cubicBezTo>
                  <a:pt x="1" y="19"/>
                  <a:pt x="1" y="19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 flipH="1">
            <a:off x="5983301" y="1834381"/>
            <a:ext cx="89" cy="3295"/>
          </a:xfrm>
          <a:custGeom>
            <a:rect b="b" l="l" r="r" t="t"/>
            <a:pathLst>
              <a:path extrusionOk="0" h="37" w="1">
                <a:moveTo>
                  <a:pt x="1" y="1"/>
                </a:moveTo>
                <a:lnTo>
                  <a:pt x="1" y="1"/>
                </a:lnTo>
                <a:cubicBezTo>
                  <a:pt x="1" y="19"/>
                  <a:pt x="1" y="19"/>
                  <a:pt x="1" y="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 txBox="1"/>
          <p:nvPr>
            <p:ph hasCustomPrompt="1" type="title"/>
          </p:nvPr>
        </p:nvSpPr>
        <p:spPr>
          <a:xfrm>
            <a:off x="2996550" y="8806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20"/>
          <p:cNvSpPr txBox="1"/>
          <p:nvPr>
            <p:ph idx="1" type="subTitle"/>
          </p:nvPr>
        </p:nvSpPr>
        <p:spPr>
          <a:xfrm>
            <a:off x="2952625" y="2827375"/>
            <a:ext cx="32388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20"/>
          <p:cNvSpPr/>
          <p:nvPr/>
        </p:nvSpPr>
        <p:spPr>
          <a:xfrm>
            <a:off x="-59450" y="4218925"/>
            <a:ext cx="9187138" cy="3611197"/>
          </a:xfrm>
          <a:custGeom>
            <a:rect b="b" l="l" r="r" t="t"/>
            <a:pathLst>
              <a:path extrusionOk="0" h="27890" w="63855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"/>
          <p:cNvSpPr txBox="1"/>
          <p:nvPr>
            <p:ph idx="2" type="title"/>
          </p:nvPr>
        </p:nvSpPr>
        <p:spPr>
          <a:xfrm>
            <a:off x="1377200" y="1846050"/>
            <a:ext cx="6390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bg>
      <p:bgPr>
        <a:solidFill>
          <a:schemeClr val="dk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"/>
          <p:cNvSpPr/>
          <p:nvPr/>
        </p:nvSpPr>
        <p:spPr>
          <a:xfrm>
            <a:off x="252804" y="177096"/>
            <a:ext cx="8638393" cy="4789309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"/>
          <p:cNvSpPr/>
          <p:nvPr/>
        </p:nvSpPr>
        <p:spPr>
          <a:xfrm flipH="1">
            <a:off x="361450" y="1869800"/>
            <a:ext cx="8434364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21"/>
          <p:cNvGrpSpPr/>
          <p:nvPr/>
        </p:nvGrpSpPr>
        <p:grpSpPr>
          <a:xfrm flipH="1">
            <a:off x="-166003" y="274393"/>
            <a:ext cx="9489289" cy="4500391"/>
            <a:chOff x="-150589" y="285743"/>
            <a:chExt cx="9489289" cy="4500391"/>
          </a:xfrm>
        </p:grpSpPr>
        <p:sp>
          <p:nvSpPr>
            <p:cNvPr id="433" name="Google Shape;433;p21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4291185" y="392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 flipH="1" rot="10800000">
              <a:off x="8624273" y="400511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 rot="10800000">
              <a:off x="8459468" y="471078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21"/>
          <p:cNvSpPr/>
          <p:nvPr/>
        </p:nvSpPr>
        <p:spPr>
          <a:xfrm>
            <a:off x="7247387" y="321755"/>
            <a:ext cx="1578784" cy="434152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1939751" y="372361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 txBox="1"/>
          <p:nvPr>
            <p:ph type="title"/>
          </p:nvPr>
        </p:nvSpPr>
        <p:spPr>
          <a:xfrm>
            <a:off x="713225" y="445025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"/>
          <p:cNvSpPr/>
          <p:nvPr/>
        </p:nvSpPr>
        <p:spPr>
          <a:xfrm flipH="1">
            <a:off x="72" y="1887100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"/>
          <p:cNvSpPr/>
          <p:nvPr/>
        </p:nvSpPr>
        <p:spPr>
          <a:xfrm flipH="1">
            <a:off x="7152884" y="782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 flipH="1">
            <a:off x="300664" y="4326103"/>
            <a:ext cx="2082569" cy="572689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9" name="Google Shape;449;p22"/>
          <p:cNvGrpSpPr/>
          <p:nvPr/>
        </p:nvGrpSpPr>
        <p:grpSpPr>
          <a:xfrm>
            <a:off x="-126741" y="210082"/>
            <a:ext cx="9458174" cy="4006055"/>
            <a:chOff x="-126741" y="210082"/>
            <a:chExt cx="9458174" cy="4006055"/>
          </a:xfrm>
        </p:grpSpPr>
        <p:sp>
          <p:nvSpPr>
            <p:cNvPr id="450" name="Google Shape;450;p22"/>
            <p:cNvSpPr/>
            <p:nvPr/>
          </p:nvSpPr>
          <p:spPr>
            <a:xfrm flipH="1">
              <a:off x="140599" y="62947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 flipH="1">
              <a:off x="-126741" y="416999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 flipH="1">
              <a:off x="-126721" y="11162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 flipH="1">
              <a:off x="8711212" y="210082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 flipH="1">
              <a:off x="8769750" y="3944203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5" name="Google Shape;455;p22"/>
          <p:cNvSpPr/>
          <p:nvPr/>
        </p:nvSpPr>
        <p:spPr>
          <a:xfrm flipH="1">
            <a:off x="7398231" y="990572"/>
            <a:ext cx="193276" cy="85640"/>
          </a:xfrm>
          <a:custGeom>
            <a:rect b="b" l="l" r="r" t="t"/>
            <a:pathLst>
              <a:path extrusionOk="0" h="514" w="116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22"/>
          <p:cNvGrpSpPr/>
          <p:nvPr/>
        </p:nvGrpSpPr>
        <p:grpSpPr>
          <a:xfrm flipH="1">
            <a:off x="8223996" y="4394750"/>
            <a:ext cx="413545" cy="210602"/>
            <a:chOff x="2997351" y="1193725"/>
            <a:chExt cx="413545" cy="210602"/>
          </a:xfrm>
        </p:grpSpPr>
        <p:sp>
          <p:nvSpPr>
            <p:cNvPr id="457" name="Google Shape;457;p22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9" name="Google Shape;45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3"/>
          <p:cNvSpPr/>
          <p:nvPr/>
        </p:nvSpPr>
        <p:spPr>
          <a:xfrm flipH="1">
            <a:off x="891600" y="3613860"/>
            <a:ext cx="3095429" cy="1633696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0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4" name="Google Shape;464;p23"/>
          <p:cNvGrpSpPr/>
          <p:nvPr/>
        </p:nvGrpSpPr>
        <p:grpSpPr>
          <a:xfrm flipH="1">
            <a:off x="459341" y="578316"/>
            <a:ext cx="2685355" cy="1758896"/>
            <a:chOff x="5700400" y="3687875"/>
            <a:chExt cx="560500" cy="367125"/>
          </a:xfrm>
        </p:grpSpPr>
        <p:sp>
          <p:nvSpPr>
            <p:cNvPr id="465" name="Google Shape;465;p23"/>
            <p:cNvSpPr/>
            <p:nvPr/>
          </p:nvSpPr>
          <p:spPr>
            <a:xfrm>
              <a:off x="5805425" y="3869350"/>
              <a:ext cx="28550" cy="72900"/>
            </a:xfrm>
            <a:custGeom>
              <a:rect b="b" l="l" r="r" t="t"/>
              <a:pathLst>
                <a:path extrusionOk="0" h="2916" w="1142">
                  <a:moveTo>
                    <a:pt x="906" y="0"/>
                  </a:moveTo>
                  <a:lnTo>
                    <a:pt x="19" y="199"/>
                  </a:lnTo>
                  <a:cubicBezTo>
                    <a:pt x="1" y="562"/>
                    <a:pt x="490" y="1159"/>
                    <a:pt x="490" y="1159"/>
                  </a:cubicBezTo>
                  <a:cubicBezTo>
                    <a:pt x="490" y="1159"/>
                    <a:pt x="218" y="1829"/>
                    <a:pt x="182" y="1956"/>
                  </a:cubicBezTo>
                  <a:cubicBezTo>
                    <a:pt x="73" y="2155"/>
                    <a:pt x="55" y="2373"/>
                    <a:pt x="109" y="2590"/>
                  </a:cubicBezTo>
                  <a:cubicBezTo>
                    <a:pt x="164" y="2753"/>
                    <a:pt x="309" y="2880"/>
                    <a:pt x="472" y="2916"/>
                  </a:cubicBezTo>
                  <a:cubicBezTo>
                    <a:pt x="417" y="2861"/>
                    <a:pt x="399" y="2753"/>
                    <a:pt x="417" y="2680"/>
                  </a:cubicBezTo>
                  <a:lnTo>
                    <a:pt x="417" y="2680"/>
                  </a:lnTo>
                  <a:cubicBezTo>
                    <a:pt x="465" y="2759"/>
                    <a:pt x="539" y="2811"/>
                    <a:pt x="630" y="2811"/>
                  </a:cubicBezTo>
                  <a:cubicBezTo>
                    <a:pt x="643" y="2811"/>
                    <a:pt x="657" y="2810"/>
                    <a:pt x="671" y="2807"/>
                  </a:cubicBezTo>
                  <a:cubicBezTo>
                    <a:pt x="544" y="2717"/>
                    <a:pt x="580" y="2481"/>
                    <a:pt x="580" y="2481"/>
                  </a:cubicBezTo>
                  <a:lnTo>
                    <a:pt x="580" y="2481"/>
                  </a:lnTo>
                  <a:cubicBezTo>
                    <a:pt x="616" y="2572"/>
                    <a:pt x="707" y="2626"/>
                    <a:pt x="798" y="2626"/>
                  </a:cubicBezTo>
                  <a:cubicBezTo>
                    <a:pt x="743" y="2572"/>
                    <a:pt x="707" y="2481"/>
                    <a:pt x="707" y="2409"/>
                  </a:cubicBezTo>
                  <a:cubicBezTo>
                    <a:pt x="707" y="2264"/>
                    <a:pt x="526" y="2083"/>
                    <a:pt x="526" y="2083"/>
                  </a:cubicBezTo>
                  <a:cubicBezTo>
                    <a:pt x="598" y="1992"/>
                    <a:pt x="689" y="1902"/>
                    <a:pt x="779" y="1829"/>
                  </a:cubicBezTo>
                  <a:cubicBezTo>
                    <a:pt x="979" y="1612"/>
                    <a:pt x="1142" y="1358"/>
                    <a:pt x="1051" y="1069"/>
                  </a:cubicBezTo>
                  <a:cubicBezTo>
                    <a:pt x="960" y="779"/>
                    <a:pt x="852" y="743"/>
                    <a:pt x="960" y="543"/>
                  </a:cubicBezTo>
                  <a:cubicBezTo>
                    <a:pt x="1069" y="344"/>
                    <a:pt x="9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5739775" y="3847600"/>
              <a:ext cx="73375" cy="24925"/>
            </a:xfrm>
            <a:custGeom>
              <a:rect b="b" l="l" r="r" t="t"/>
              <a:pathLst>
                <a:path extrusionOk="0" h="997" w="2935">
                  <a:moveTo>
                    <a:pt x="1305" y="1"/>
                  </a:moveTo>
                  <a:lnTo>
                    <a:pt x="689" y="327"/>
                  </a:lnTo>
                  <a:lnTo>
                    <a:pt x="725" y="200"/>
                  </a:lnTo>
                  <a:lnTo>
                    <a:pt x="472" y="454"/>
                  </a:lnTo>
                  <a:lnTo>
                    <a:pt x="472" y="454"/>
                  </a:lnTo>
                  <a:lnTo>
                    <a:pt x="508" y="273"/>
                  </a:lnTo>
                  <a:lnTo>
                    <a:pt x="73" y="617"/>
                  </a:lnTo>
                  <a:lnTo>
                    <a:pt x="1" y="834"/>
                  </a:lnTo>
                  <a:lnTo>
                    <a:pt x="1069" y="997"/>
                  </a:lnTo>
                  <a:lnTo>
                    <a:pt x="2518" y="562"/>
                  </a:lnTo>
                  <a:lnTo>
                    <a:pt x="2935" y="182"/>
                  </a:lnTo>
                  <a:lnTo>
                    <a:pt x="2935" y="182"/>
                  </a:lnTo>
                  <a:lnTo>
                    <a:pt x="2301" y="327"/>
                  </a:lnTo>
                  <a:lnTo>
                    <a:pt x="2446" y="182"/>
                  </a:lnTo>
                  <a:lnTo>
                    <a:pt x="2120" y="273"/>
                  </a:lnTo>
                  <a:lnTo>
                    <a:pt x="2192" y="128"/>
                  </a:lnTo>
                  <a:lnTo>
                    <a:pt x="1631" y="291"/>
                  </a:lnTo>
                  <a:lnTo>
                    <a:pt x="1631" y="291"/>
                  </a:lnTo>
                  <a:lnTo>
                    <a:pt x="1776" y="19"/>
                  </a:lnTo>
                  <a:lnTo>
                    <a:pt x="1776" y="19"/>
                  </a:lnTo>
                  <a:lnTo>
                    <a:pt x="1196" y="291"/>
                  </a:lnTo>
                  <a:lnTo>
                    <a:pt x="1196" y="291"/>
                  </a:lnTo>
                  <a:lnTo>
                    <a:pt x="13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7" name="Google Shape;467;p23"/>
            <p:cNvGrpSpPr/>
            <p:nvPr/>
          </p:nvGrpSpPr>
          <p:grpSpPr>
            <a:xfrm>
              <a:off x="5700400" y="3687875"/>
              <a:ext cx="560500" cy="367125"/>
              <a:chOff x="5700400" y="3687875"/>
              <a:chExt cx="560500" cy="367125"/>
            </a:xfrm>
          </p:grpSpPr>
          <p:sp>
            <p:nvSpPr>
              <p:cNvPr id="468" name="Google Shape;468;p23"/>
              <p:cNvSpPr/>
              <p:nvPr/>
            </p:nvSpPr>
            <p:spPr>
              <a:xfrm>
                <a:off x="5865650" y="3708175"/>
                <a:ext cx="395250" cy="209175"/>
              </a:xfrm>
              <a:custGeom>
                <a:rect b="b" l="l" r="r" t="t"/>
                <a:pathLst>
                  <a:path extrusionOk="0" h="8367" w="15810">
                    <a:moveTo>
                      <a:pt x="6465" y="0"/>
                    </a:moveTo>
                    <a:lnTo>
                      <a:pt x="5596" y="326"/>
                    </a:lnTo>
                    <a:cubicBezTo>
                      <a:pt x="4419" y="2825"/>
                      <a:pt x="2445" y="4872"/>
                      <a:pt x="0" y="6157"/>
                    </a:cubicBezTo>
                    <a:lnTo>
                      <a:pt x="1250" y="7968"/>
                    </a:lnTo>
                    <a:cubicBezTo>
                      <a:pt x="1517" y="7729"/>
                      <a:pt x="1843" y="7641"/>
                      <a:pt x="2178" y="7641"/>
                    </a:cubicBezTo>
                    <a:cubicBezTo>
                      <a:pt x="3139" y="7641"/>
                      <a:pt x="4184" y="8367"/>
                      <a:pt x="4184" y="8367"/>
                    </a:cubicBezTo>
                    <a:cubicBezTo>
                      <a:pt x="4915" y="6729"/>
                      <a:pt x="6182" y="6351"/>
                      <a:pt x="7195" y="6351"/>
                    </a:cubicBezTo>
                    <a:cubicBezTo>
                      <a:pt x="8064" y="6351"/>
                      <a:pt x="8747" y="6628"/>
                      <a:pt x="8747" y="6628"/>
                    </a:cubicBezTo>
                    <a:cubicBezTo>
                      <a:pt x="9521" y="4345"/>
                      <a:pt x="11444" y="3805"/>
                      <a:pt x="13089" y="3805"/>
                    </a:cubicBezTo>
                    <a:cubicBezTo>
                      <a:pt x="14561" y="3805"/>
                      <a:pt x="15810" y="4238"/>
                      <a:pt x="15810" y="4238"/>
                    </a:cubicBezTo>
                    <a:cubicBezTo>
                      <a:pt x="12959" y="1093"/>
                      <a:pt x="10004" y="466"/>
                      <a:pt x="8099" y="466"/>
                    </a:cubicBezTo>
                    <a:cubicBezTo>
                      <a:pt x="6833" y="466"/>
                      <a:pt x="6031" y="743"/>
                      <a:pt x="6031" y="743"/>
                    </a:cubicBezTo>
                    <a:lnTo>
                      <a:pt x="64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3"/>
              <p:cNvSpPr/>
              <p:nvPr/>
            </p:nvSpPr>
            <p:spPr>
              <a:xfrm>
                <a:off x="5710800" y="3687875"/>
                <a:ext cx="147625" cy="182400"/>
              </a:xfrm>
              <a:custGeom>
                <a:rect b="b" l="l" r="r" t="t"/>
                <a:pathLst>
                  <a:path extrusionOk="0" h="7296" w="5905">
                    <a:moveTo>
                      <a:pt x="1595" y="0"/>
                    </a:moveTo>
                    <a:cubicBezTo>
                      <a:pt x="1123" y="0"/>
                      <a:pt x="593" y="53"/>
                      <a:pt x="1" y="178"/>
                    </a:cubicBezTo>
                    <a:cubicBezTo>
                      <a:pt x="1" y="178"/>
                      <a:pt x="3134" y="758"/>
                      <a:pt x="2319" y="3999"/>
                    </a:cubicBezTo>
                    <a:cubicBezTo>
                      <a:pt x="2319" y="3999"/>
                      <a:pt x="4184" y="4217"/>
                      <a:pt x="3749" y="6589"/>
                    </a:cubicBezTo>
                    <a:cubicBezTo>
                      <a:pt x="3749" y="6589"/>
                      <a:pt x="3892" y="6563"/>
                      <a:pt x="4088" y="6563"/>
                    </a:cubicBezTo>
                    <a:cubicBezTo>
                      <a:pt x="4480" y="6563"/>
                      <a:pt x="5084" y="6668"/>
                      <a:pt x="5180" y="7295"/>
                    </a:cubicBezTo>
                    <a:lnTo>
                      <a:pt x="5904" y="7024"/>
                    </a:lnTo>
                    <a:cubicBezTo>
                      <a:pt x="5904" y="7024"/>
                      <a:pt x="4836" y="4706"/>
                      <a:pt x="5397" y="1482"/>
                    </a:cubicBezTo>
                    <a:lnTo>
                      <a:pt x="5108" y="993"/>
                    </a:lnTo>
                    <a:lnTo>
                      <a:pt x="5053" y="1609"/>
                    </a:lnTo>
                    <a:cubicBezTo>
                      <a:pt x="5053" y="1609"/>
                      <a:pt x="4197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3"/>
              <p:cNvSpPr/>
              <p:nvPr/>
            </p:nvSpPr>
            <p:spPr>
              <a:xfrm>
                <a:off x="5997850" y="4011950"/>
                <a:ext cx="34875" cy="14975"/>
              </a:xfrm>
              <a:custGeom>
                <a:rect b="b" l="l" r="r" t="t"/>
                <a:pathLst>
                  <a:path extrusionOk="0" h="599" w="1395">
                    <a:moveTo>
                      <a:pt x="562" y="1"/>
                    </a:moveTo>
                    <a:lnTo>
                      <a:pt x="0" y="218"/>
                    </a:lnTo>
                    <a:lnTo>
                      <a:pt x="0" y="598"/>
                    </a:lnTo>
                    <a:lnTo>
                      <a:pt x="688" y="598"/>
                    </a:lnTo>
                    <a:lnTo>
                      <a:pt x="1395" y="73"/>
                    </a:lnTo>
                    <a:lnTo>
                      <a:pt x="5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>
                <a:off x="5880575" y="3926375"/>
                <a:ext cx="41675" cy="128625"/>
              </a:xfrm>
              <a:custGeom>
                <a:rect b="b" l="l" r="r" t="t"/>
                <a:pathLst>
                  <a:path extrusionOk="0" h="5145" w="1667">
                    <a:moveTo>
                      <a:pt x="924" y="1"/>
                    </a:moveTo>
                    <a:cubicBezTo>
                      <a:pt x="345" y="273"/>
                      <a:pt x="1" y="1486"/>
                      <a:pt x="19" y="1812"/>
                    </a:cubicBezTo>
                    <a:cubicBezTo>
                      <a:pt x="55" y="2156"/>
                      <a:pt x="671" y="3297"/>
                      <a:pt x="725" y="3460"/>
                    </a:cubicBezTo>
                    <a:cubicBezTo>
                      <a:pt x="798" y="3623"/>
                      <a:pt x="689" y="4003"/>
                      <a:pt x="761" y="4329"/>
                    </a:cubicBezTo>
                    <a:cubicBezTo>
                      <a:pt x="780" y="4583"/>
                      <a:pt x="689" y="4818"/>
                      <a:pt x="544" y="5017"/>
                    </a:cubicBezTo>
                    <a:cubicBezTo>
                      <a:pt x="671" y="4981"/>
                      <a:pt x="798" y="4872"/>
                      <a:pt x="870" y="4746"/>
                    </a:cubicBezTo>
                    <a:lnTo>
                      <a:pt x="870" y="4746"/>
                    </a:lnTo>
                    <a:cubicBezTo>
                      <a:pt x="870" y="4891"/>
                      <a:pt x="852" y="5017"/>
                      <a:pt x="780" y="5144"/>
                    </a:cubicBezTo>
                    <a:cubicBezTo>
                      <a:pt x="888" y="5108"/>
                      <a:pt x="979" y="5017"/>
                      <a:pt x="1015" y="4909"/>
                    </a:cubicBezTo>
                    <a:cubicBezTo>
                      <a:pt x="1051" y="4963"/>
                      <a:pt x="1069" y="5035"/>
                      <a:pt x="1069" y="5090"/>
                    </a:cubicBezTo>
                    <a:cubicBezTo>
                      <a:pt x="1160" y="4981"/>
                      <a:pt x="1178" y="4800"/>
                      <a:pt x="1124" y="4673"/>
                    </a:cubicBezTo>
                    <a:cubicBezTo>
                      <a:pt x="1033" y="4383"/>
                      <a:pt x="1269" y="3967"/>
                      <a:pt x="1395" y="3677"/>
                    </a:cubicBezTo>
                    <a:cubicBezTo>
                      <a:pt x="1504" y="3387"/>
                      <a:pt x="1142" y="3532"/>
                      <a:pt x="1178" y="3261"/>
                    </a:cubicBezTo>
                    <a:cubicBezTo>
                      <a:pt x="1196" y="2935"/>
                      <a:pt x="1124" y="2609"/>
                      <a:pt x="979" y="2319"/>
                    </a:cubicBezTo>
                    <a:cubicBezTo>
                      <a:pt x="816" y="1866"/>
                      <a:pt x="1667" y="1721"/>
                      <a:pt x="1667" y="1721"/>
                    </a:cubicBezTo>
                    <a:lnTo>
                      <a:pt x="9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3"/>
              <p:cNvSpPr/>
              <p:nvPr/>
            </p:nvSpPr>
            <p:spPr>
              <a:xfrm>
                <a:off x="5859300" y="3914625"/>
                <a:ext cx="41225" cy="126775"/>
              </a:xfrm>
              <a:custGeom>
                <a:rect b="b" l="l" r="r" t="t"/>
                <a:pathLst>
                  <a:path extrusionOk="0" h="5071" w="1649">
                    <a:moveTo>
                      <a:pt x="1087" y="0"/>
                    </a:moveTo>
                    <a:cubicBezTo>
                      <a:pt x="472" y="217"/>
                      <a:pt x="19" y="1395"/>
                      <a:pt x="1" y="1721"/>
                    </a:cubicBezTo>
                    <a:cubicBezTo>
                      <a:pt x="1" y="2047"/>
                      <a:pt x="508" y="3242"/>
                      <a:pt x="562" y="3405"/>
                    </a:cubicBezTo>
                    <a:cubicBezTo>
                      <a:pt x="616" y="3568"/>
                      <a:pt x="472" y="3948"/>
                      <a:pt x="508" y="4274"/>
                    </a:cubicBezTo>
                    <a:cubicBezTo>
                      <a:pt x="490" y="4528"/>
                      <a:pt x="381" y="4763"/>
                      <a:pt x="200" y="4926"/>
                    </a:cubicBezTo>
                    <a:cubicBezTo>
                      <a:pt x="345" y="4908"/>
                      <a:pt x="472" y="4817"/>
                      <a:pt x="562" y="4691"/>
                    </a:cubicBezTo>
                    <a:lnTo>
                      <a:pt x="562" y="4691"/>
                    </a:lnTo>
                    <a:cubicBezTo>
                      <a:pt x="562" y="4835"/>
                      <a:pt x="508" y="4962"/>
                      <a:pt x="435" y="5071"/>
                    </a:cubicBezTo>
                    <a:cubicBezTo>
                      <a:pt x="562" y="5053"/>
                      <a:pt x="653" y="4962"/>
                      <a:pt x="689" y="4853"/>
                    </a:cubicBezTo>
                    <a:cubicBezTo>
                      <a:pt x="725" y="4908"/>
                      <a:pt x="743" y="4980"/>
                      <a:pt x="743" y="5053"/>
                    </a:cubicBezTo>
                    <a:cubicBezTo>
                      <a:pt x="834" y="4944"/>
                      <a:pt x="870" y="4781"/>
                      <a:pt x="834" y="4636"/>
                    </a:cubicBezTo>
                    <a:cubicBezTo>
                      <a:pt x="761" y="4328"/>
                      <a:pt x="1051" y="3948"/>
                      <a:pt x="1196" y="3676"/>
                    </a:cubicBezTo>
                    <a:cubicBezTo>
                      <a:pt x="1323" y="3387"/>
                      <a:pt x="961" y="3513"/>
                      <a:pt x="1015" y="3242"/>
                    </a:cubicBezTo>
                    <a:cubicBezTo>
                      <a:pt x="1069" y="2916"/>
                      <a:pt x="1033" y="2590"/>
                      <a:pt x="924" y="2282"/>
                    </a:cubicBezTo>
                    <a:cubicBezTo>
                      <a:pt x="798" y="1829"/>
                      <a:pt x="1649" y="1757"/>
                      <a:pt x="1649" y="1757"/>
                    </a:cubicBezTo>
                    <a:lnTo>
                      <a:pt x="10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3"/>
              <p:cNvSpPr/>
              <p:nvPr/>
            </p:nvSpPr>
            <p:spPr>
              <a:xfrm>
                <a:off x="5784600" y="3870250"/>
                <a:ext cx="38500" cy="69300"/>
              </a:xfrm>
              <a:custGeom>
                <a:rect b="b" l="l" r="r" t="t"/>
                <a:pathLst>
                  <a:path extrusionOk="0" h="2772" w="1540">
                    <a:moveTo>
                      <a:pt x="580" y="0"/>
                    </a:moveTo>
                    <a:cubicBezTo>
                      <a:pt x="453" y="363"/>
                      <a:pt x="761" y="1069"/>
                      <a:pt x="761" y="1069"/>
                    </a:cubicBezTo>
                    <a:cubicBezTo>
                      <a:pt x="761" y="1069"/>
                      <a:pt x="309" y="1648"/>
                      <a:pt x="236" y="1757"/>
                    </a:cubicBezTo>
                    <a:cubicBezTo>
                      <a:pt x="91" y="1902"/>
                      <a:pt x="1" y="2119"/>
                      <a:pt x="1" y="2337"/>
                    </a:cubicBezTo>
                    <a:cubicBezTo>
                      <a:pt x="1" y="2518"/>
                      <a:pt x="91" y="2681"/>
                      <a:pt x="254" y="2771"/>
                    </a:cubicBezTo>
                    <a:cubicBezTo>
                      <a:pt x="218" y="2681"/>
                      <a:pt x="218" y="2590"/>
                      <a:pt x="272" y="2518"/>
                    </a:cubicBezTo>
                    <a:cubicBezTo>
                      <a:pt x="272" y="2626"/>
                      <a:pt x="363" y="2699"/>
                      <a:pt x="471" y="2717"/>
                    </a:cubicBezTo>
                    <a:cubicBezTo>
                      <a:pt x="363" y="2590"/>
                      <a:pt x="490" y="2373"/>
                      <a:pt x="490" y="2373"/>
                    </a:cubicBezTo>
                    <a:cubicBezTo>
                      <a:pt x="490" y="2463"/>
                      <a:pt x="544" y="2554"/>
                      <a:pt x="634" y="2572"/>
                    </a:cubicBezTo>
                    <a:cubicBezTo>
                      <a:pt x="598" y="2500"/>
                      <a:pt x="598" y="2409"/>
                      <a:pt x="616" y="2318"/>
                    </a:cubicBezTo>
                    <a:cubicBezTo>
                      <a:pt x="634" y="2192"/>
                      <a:pt x="598" y="2065"/>
                      <a:pt x="544" y="1956"/>
                    </a:cubicBezTo>
                    <a:cubicBezTo>
                      <a:pt x="634" y="1884"/>
                      <a:pt x="743" y="1829"/>
                      <a:pt x="852" y="1775"/>
                    </a:cubicBezTo>
                    <a:cubicBezTo>
                      <a:pt x="1105" y="1630"/>
                      <a:pt x="1341" y="1431"/>
                      <a:pt x="1323" y="1141"/>
                    </a:cubicBezTo>
                    <a:cubicBezTo>
                      <a:pt x="1323" y="833"/>
                      <a:pt x="1232" y="761"/>
                      <a:pt x="1377" y="616"/>
                    </a:cubicBezTo>
                    <a:cubicBezTo>
                      <a:pt x="1540" y="453"/>
                      <a:pt x="1486" y="73"/>
                      <a:pt x="1486" y="73"/>
                    </a:cubicBez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3"/>
              <p:cNvSpPr/>
              <p:nvPr/>
            </p:nvSpPr>
            <p:spPr>
              <a:xfrm>
                <a:off x="5700400" y="3839000"/>
                <a:ext cx="301550" cy="189625"/>
              </a:xfrm>
              <a:custGeom>
                <a:rect b="b" l="l" r="r" t="t"/>
                <a:pathLst>
                  <a:path extrusionOk="0" h="7585" w="12062">
                    <a:moveTo>
                      <a:pt x="1938" y="1"/>
                    </a:moveTo>
                    <a:cubicBezTo>
                      <a:pt x="1938" y="1"/>
                      <a:pt x="942" y="508"/>
                      <a:pt x="1051" y="1305"/>
                    </a:cubicBezTo>
                    <a:cubicBezTo>
                      <a:pt x="743" y="1377"/>
                      <a:pt x="525" y="1649"/>
                      <a:pt x="507" y="1957"/>
                    </a:cubicBezTo>
                    <a:cubicBezTo>
                      <a:pt x="507" y="2246"/>
                      <a:pt x="344" y="2518"/>
                      <a:pt x="91" y="2663"/>
                    </a:cubicBezTo>
                    <a:cubicBezTo>
                      <a:pt x="0" y="2754"/>
                      <a:pt x="199" y="3079"/>
                      <a:pt x="489" y="3170"/>
                    </a:cubicBezTo>
                    <a:lnTo>
                      <a:pt x="707" y="3206"/>
                    </a:lnTo>
                    <a:cubicBezTo>
                      <a:pt x="719" y="3207"/>
                      <a:pt x="730" y="3208"/>
                      <a:pt x="742" y="3208"/>
                    </a:cubicBezTo>
                    <a:cubicBezTo>
                      <a:pt x="964" y="3208"/>
                      <a:pt x="1162" y="3050"/>
                      <a:pt x="1214" y="2844"/>
                    </a:cubicBezTo>
                    <a:cubicBezTo>
                      <a:pt x="1395" y="2500"/>
                      <a:pt x="1739" y="2283"/>
                      <a:pt x="2119" y="2283"/>
                    </a:cubicBezTo>
                    <a:cubicBezTo>
                      <a:pt x="3423" y="2301"/>
                      <a:pt x="4039" y="2663"/>
                      <a:pt x="4039" y="2663"/>
                    </a:cubicBezTo>
                    <a:cubicBezTo>
                      <a:pt x="4076" y="2658"/>
                      <a:pt x="4112" y="2655"/>
                      <a:pt x="4146" y="2655"/>
                    </a:cubicBezTo>
                    <a:cubicBezTo>
                      <a:pt x="4849" y="2655"/>
                      <a:pt x="5005" y="3677"/>
                      <a:pt x="5868" y="4401"/>
                    </a:cubicBezTo>
                    <a:cubicBezTo>
                      <a:pt x="6610" y="5017"/>
                      <a:pt x="8059" y="5687"/>
                      <a:pt x="8059" y="5687"/>
                    </a:cubicBezTo>
                    <a:cubicBezTo>
                      <a:pt x="8608" y="7299"/>
                      <a:pt x="10113" y="7585"/>
                      <a:pt x="11113" y="7585"/>
                    </a:cubicBezTo>
                    <a:cubicBezTo>
                      <a:pt x="11664" y="7585"/>
                      <a:pt x="12061" y="7498"/>
                      <a:pt x="12061" y="7498"/>
                    </a:cubicBezTo>
                    <a:lnTo>
                      <a:pt x="12025" y="7118"/>
                    </a:lnTo>
                    <a:cubicBezTo>
                      <a:pt x="11841" y="7176"/>
                      <a:pt x="11665" y="7204"/>
                      <a:pt x="11496" y="7204"/>
                    </a:cubicBezTo>
                    <a:cubicBezTo>
                      <a:pt x="10186" y="7204"/>
                      <a:pt x="9290" y="5502"/>
                      <a:pt x="8168" y="2663"/>
                    </a:cubicBezTo>
                    <a:cubicBezTo>
                      <a:pt x="7519" y="1014"/>
                      <a:pt x="6155" y="611"/>
                      <a:pt x="4978" y="611"/>
                    </a:cubicBezTo>
                    <a:cubicBezTo>
                      <a:pt x="3853" y="611"/>
                      <a:pt x="2898" y="979"/>
                      <a:pt x="2898" y="979"/>
                    </a:cubicBezTo>
                    <a:cubicBezTo>
                      <a:pt x="2827" y="976"/>
                      <a:pt x="2757" y="974"/>
                      <a:pt x="2686" y="974"/>
                    </a:cubicBezTo>
                    <a:cubicBezTo>
                      <a:pt x="2358" y="974"/>
                      <a:pt x="2030" y="1007"/>
                      <a:pt x="1703" y="1051"/>
                    </a:cubicBezTo>
                    <a:cubicBezTo>
                      <a:pt x="1811" y="743"/>
                      <a:pt x="2029" y="472"/>
                      <a:pt x="2318" y="291"/>
                    </a:cubicBezTo>
                    <a:lnTo>
                      <a:pt x="2318" y="291"/>
                    </a:lnTo>
                    <a:cubicBezTo>
                      <a:pt x="2318" y="291"/>
                      <a:pt x="1793" y="417"/>
                      <a:pt x="1612" y="653"/>
                    </a:cubicBezTo>
                    <a:cubicBezTo>
                      <a:pt x="1648" y="417"/>
                      <a:pt x="1757" y="182"/>
                      <a:pt x="19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5" name="Google Shape;475;p23"/>
          <p:cNvGrpSpPr/>
          <p:nvPr/>
        </p:nvGrpSpPr>
        <p:grpSpPr>
          <a:xfrm>
            <a:off x="4321792" y="258450"/>
            <a:ext cx="4718276" cy="2623290"/>
            <a:chOff x="4321792" y="258450"/>
            <a:chExt cx="4718276" cy="2623290"/>
          </a:xfrm>
        </p:grpSpPr>
        <p:sp>
          <p:nvSpPr>
            <p:cNvPr id="476" name="Google Shape;476;p23"/>
            <p:cNvSpPr/>
            <p:nvPr/>
          </p:nvSpPr>
          <p:spPr>
            <a:xfrm>
              <a:off x="5223161" y="999423"/>
              <a:ext cx="150933" cy="56490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4686573" y="1212685"/>
              <a:ext cx="142905" cy="75612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4525275" y="512903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4321792" y="769227"/>
              <a:ext cx="179835" cy="78532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8904967" y="2798551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8555388" y="425656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8082325" y="258450"/>
              <a:ext cx="185099" cy="88934"/>
            </a:xfrm>
            <a:custGeom>
              <a:rect b="b" l="l" r="r" t="t"/>
              <a:pathLst>
                <a:path extrusionOk="0" h="418" w="87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23"/>
          <p:cNvGrpSpPr/>
          <p:nvPr/>
        </p:nvGrpSpPr>
        <p:grpSpPr>
          <a:xfrm flipH="1">
            <a:off x="-299503" y="120142"/>
            <a:ext cx="9770096" cy="3659557"/>
            <a:chOff x="-235821" y="120142"/>
            <a:chExt cx="9770096" cy="3659557"/>
          </a:xfrm>
        </p:grpSpPr>
        <p:sp>
          <p:nvSpPr>
            <p:cNvPr id="484" name="Google Shape;484;p23"/>
            <p:cNvSpPr/>
            <p:nvPr/>
          </p:nvSpPr>
          <p:spPr>
            <a:xfrm>
              <a:off x="8801054" y="240160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8972250" y="791730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4369272" y="38419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 flipH="1" rot="10800000">
              <a:off x="5215480" y="120142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 flipH="1" rot="10800000">
              <a:off x="-235821" y="7017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23"/>
          <p:cNvGrpSpPr/>
          <p:nvPr/>
        </p:nvGrpSpPr>
        <p:grpSpPr>
          <a:xfrm>
            <a:off x="-12" y="3392464"/>
            <a:ext cx="2579275" cy="2158467"/>
            <a:chOff x="-125002" y="3399213"/>
            <a:chExt cx="2579275" cy="2158467"/>
          </a:xfrm>
        </p:grpSpPr>
        <p:sp>
          <p:nvSpPr>
            <p:cNvPr id="492" name="Google Shape;492;p23"/>
            <p:cNvSpPr/>
            <p:nvPr/>
          </p:nvSpPr>
          <p:spPr>
            <a:xfrm>
              <a:off x="-125002" y="3399213"/>
              <a:ext cx="2579275" cy="2158467"/>
            </a:xfrm>
            <a:custGeom>
              <a:rect b="b" l="l" r="r" t="t"/>
              <a:pathLst>
                <a:path extrusionOk="0" h="21733" w="25970">
                  <a:moveTo>
                    <a:pt x="0" y="3840"/>
                  </a:moveTo>
                  <a:cubicBezTo>
                    <a:pt x="18" y="3822"/>
                    <a:pt x="18" y="3804"/>
                    <a:pt x="36" y="3804"/>
                  </a:cubicBezTo>
                  <a:cubicBezTo>
                    <a:pt x="36" y="3786"/>
                    <a:pt x="36" y="3786"/>
                    <a:pt x="36" y="3768"/>
                  </a:cubicBezTo>
                  <a:cubicBezTo>
                    <a:pt x="36" y="3713"/>
                    <a:pt x="127" y="3695"/>
                    <a:pt x="145" y="3750"/>
                  </a:cubicBezTo>
                  <a:lnTo>
                    <a:pt x="163" y="3768"/>
                  </a:lnTo>
                  <a:cubicBezTo>
                    <a:pt x="199" y="3822"/>
                    <a:pt x="235" y="3858"/>
                    <a:pt x="290" y="3876"/>
                  </a:cubicBezTo>
                  <a:cubicBezTo>
                    <a:pt x="326" y="3876"/>
                    <a:pt x="344" y="3894"/>
                    <a:pt x="344" y="3931"/>
                  </a:cubicBezTo>
                  <a:cubicBezTo>
                    <a:pt x="326" y="4112"/>
                    <a:pt x="362" y="4311"/>
                    <a:pt x="471" y="4474"/>
                  </a:cubicBezTo>
                  <a:cubicBezTo>
                    <a:pt x="489" y="4528"/>
                    <a:pt x="543" y="4583"/>
                    <a:pt x="616" y="4565"/>
                  </a:cubicBezTo>
                  <a:cubicBezTo>
                    <a:pt x="670" y="4546"/>
                    <a:pt x="634" y="4438"/>
                    <a:pt x="634" y="4383"/>
                  </a:cubicBezTo>
                  <a:cubicBezTo>
                    <a:pt x="616" y="4311"/>
                    <a:pt x="670" y="4257"/>
                    <a:pt x="724" y="4220"/>
                  </a:cubicBezTo>
                  <a:cubicBezTo>
                    <a:pt x="779" y="4220"/>
                    <a:pt x="815" y="4220"/>
                    <a:pt x="851" y="4257"/>
                  </a:cubicBezTo>
                  <a:lnTo>
                    <a:pt x="869" y="4275"/>
                  </a:lnTo>
                  <a:cubicBezTo>
                    <a:pt x="887" y="4275"/>
                    <a:pt x="924" y="4257"/>
                    <a:pt x="924" y="4239"/>
                  </a:cubicBezTo>
                  <a:lnTo>
                    <a:pt x="1068" y="4166"/>
                  </a:lnTo>
                  <a:cubicBezTo>
                    <a:pt x="1105" y="4148"/>
                    <a:pt x="1141" y="4130"/>
                    <a:pt x="1177" y="4112"/>
                  </a:cubicBezTo>
                  <a:cubicBezTo>
                    <a:pt x="1231" y="4057"/>
                    <a:pt x="1195" y="3985"/>
                    <a:pt x="1177" y="3931"/>
                  </a:cubicBezTo>
                  <a:cubicBezTo>
                    <a:pt x="1159" y="3840"/>
                    <a:pt x="1195" y="3768"/>
                    <a:pt x="1250" y="3713"/>
                  </a:cubicBezTo>
                  <a:cubicBezTo>
                    <a:pt x="1286" y="3677"/>
                    <a:pt x="1340" y="3659"/>
                    <a:pt x="1376" y="3677"/>
                  </a:cubicBezTo>
                  <a:cubicBezTo>
                    <a:pt x="1394" y="3623"/>
                    <a:pt x="1394" y="3587"/>
                    <a:pt x="1431" y="3550"/>
                  </a:cubicBezTo>
                  <a:cubicBezTo>
                    <a:pt x="1485" y="3496"/>
                    <a:pt x="1539" y="3478"/>
                    <a:pt x="1612" y="3460"/>
                  </a:cubicBezTo>
                  <a:cubicBezTo>
                    <a:pt x="1739" y="3442"/>
                    <a:pt x="1829" y="3369"/>
                    <a:pt x="1901" y="3279"/>
                  </a:cubicBezTo>
                  <a:cubicBezTo>
                    <a:pt x="1956" y="3188"/>
                    <a:pt x="1956" y="3061"/>
                    <a:pt x="2010" y="2953"/>
                  </a:cubicBezTo>
                  <a:cubicBezTo>
                    <a:pt x="2064" y="2862"/>
                    <a:pt x="2173" y="2790"/>
                    <a:pt x="2282" y="2772"/>
                  </a:cubicBezTo>
                  <a:cubicBezTo>
                    <a:pt x="2336" y="2754"/>
                    <a:pt x="2427" y="2699"/>
                    <a:pt x="2427" y="2627"/>
                  </a:cubicBezTo>
                  <a:cubicBezTo>
                    <a:pt x="2427" y="2609"/>
                    <a:pt x="2427" y="2609"/>
                    <a:pt x="2427" y="2591"/>
                  </a:cubicBezTo>
                  <a:cubicBezTo>
                    <a:pt x="2427" y="2572"/>
                    <a:pt x="2427" y="2572"/>
                    <a:pt x="2427" y="2572"/>
                  </a:cubicBezTo>
                  <a:cubicBezTo>
                    <a:pt x="2409" y="2536"/>
                    <a:pt x="2445" y="2500"/>
                    <a:pt x="2463" y="2536"/>
                  </a:cubicBezTo>
                  <a:lnTo>
                    <a:pt x="2463" y="2536"/>
                  </a:lnTo>
                  <a:lnTo>
                    <a:pt x="2553" y="2391"/>
                  </a:lnTo>
                  <a:cubicBezTo>
                    <a:pt x="2590" y="2337"/>
                    <a:pt x="2626" y="2283"/>
                    <a:pt x="2662" y="2210"/>
                  </a:cubicBezTo>
                  <a:cubicBezTo>
                    <a:pt x="2698" y="2084"/>
                    <a:pt x="2771" y="1975"/>
                    <a:pt x="2861" y="1884"/>
                  </a:cubicBezTo>
                  <a:cubicBezTo>
                    <a:pt x="2898" y="1848"/>
                    <a:pt x="2952" y="1812"/>
                    <a:pt x="3006" y="1812"/>
                  </a:cubicBezTo>
                  <a:cubicBezTo>
                    <a:pt x="3042" y="1794"/>
                    <a:pt x="3097" y="1794"/>
                    <a:pt x="3151" y="1812"/>
                  </a:cubicBezTo>
                  <a:cubicBezTo>
                    <a:pt x="3187" y="1812"/>
                    <a:pt x="3223" y="1830"/>
                    <a:pt x="3260" y="1812"/>
                  </a:cubicBezTo>
                  <a:cubicBezTo>
                    <a:pt x="3278" y="1794"/>
                    <a:pt x="3278" y="1758"/>
                    <a:pt x="3260" y="1721"/>
                  </a:cubicBezTo>
                  <a:cubicBezTo>
                    <a:pt x="3260" y="1631"/>
                    <a:pt x="3223" y="1540"/>
                    <a:pt x="3278" y="1468"/>
                  </a:cubicBezTo>
                  <a:cubicBezTo>
                    <a:pt x="3314" y="1432"/>
                    <a:pt x="3368" y="1413"/>
                    <a:pt x="3368" y="1359"/>
                  </a:cubicBezTo>
                  <a:cubicBezTo>
                    <a:pt x="3368" y="1305"/>
                    <a:pt x="3368" y="1250"/>
                    <a:pt x="3405" y="1196"/>
                  </a:cubicBezTo>
                  <a:cubicBezTo>
                    <a:pt x="3441" y="1106"/>
                    <a:pt x="3531" y="1051"/>
                    <a:pt x="3622" y="1069"/>
                  </a:cubicBezTo>
                  <a:cubicBezTo>
                    <a:pt x="3731" y="1087"/>
                    <a:pt x="3785" y="1196"/>
                    <a:pt x="3767" y="1287"/>
                  </a:cubicBezTo>
                  <a:cubicBezTo>
                    <a:pt x="3749" y="1341"/>
                    <a:pt x="3731" y="1377"/>
                    <a:pt x="3694" y="1413"/>
                  </a:cubicBezTo>
                  <a:cubicBezTo>
                    <a:pt x="3676" y="1432"/>
                    <a:pt x="3622" y="1468"/>
                    <a:pt x="3640" y="1486"/>
                  </a:cubicBezTo>
                  <a:cubicBezTo>
                    <a:pt x="3640" y="1504"/>
                    <a:pt x="3694" y="1522"/>
                    <a:pt x="3712" y="1540"/>
                  </a:cubicBezTo>
                  <a:cubicBezTo>
                    <a:pt x="3749" y="1558"/>
                    <a:pt x="3785" y="1595"/>
                    <a:pt x="3803" y="1631"/>
                  </a:cubicBezTo>
                  <a:cubicBezTo>
                    <a:pt x="3821" y="1649"/>
                    <a:pt x="3803" y="1667"/>
                    <a:pt x="3803" y="1685"/>
                  </a:cubicBezTo>
                  <a:cubicBezTo>
                    <a:pt x="3676" y="1776"/>
                    <a:pt x="3604" y="1902"/>
                    <a:pt x="3568" y="2047"/>
                  </a:cubicBezTo>
                  <a:cubicBezTo>
                    <a:pt x="3604" y="2047"/>
                    <a:pt x="3658" y="2047"/>
                    <a:pt x="3694" y="2047"/>
                  </a:cubicBezTo>
                  <a:cubicBezTo>
                    <a:pt x="3731" y="2047"/>
                    <a:pt x="3767" y="2065"/>
                    <a:pt x="3803" y="2084"/>
                  </a:cubicBezTo>
                  <a:cubicBezTo>
                    <a:pt x="3821" y="2084"/>
                    <a:pt x="3857" y="2102"/>
                    <a:pt x="3875" y="2084"/>
                  </a:cubicBezTo>
                  <a:cubicBezTo>
                    <a:pt x="3894" y="2047"/>
                    <a:pt x="3894" y="2029"/>
                    <a:pt x="3894" y="2011"/>
                  </a:cubicBezTo>
                  <a:cubicBezTo>
                    <a:pt x="3912" y="1975"/>
                    <a:pt x="3912" y="1939"/>
                    <a:pt x="3930" y="1921"/>
                  </a:cubicBezTo>
                  <a:cubicBezTo>
                    <a:pt x="3948" y="1848"/>
                    <a:pt x="4020" y="1812"/>
                    <a:pt x="4075" y="1830"/>
                  </a:cubicBezTo>
                  <a:cubicBezTo>
                    <a:pt x="4111" y="1830"/>
                    <a:pt x="4129" y="1848"/>
                    <a:pt x="4129" y="1884"/>
                  </a:cubicBezTo>
                  <a:cubicBezTo>
                    <a:pt x="4129" y="1921"/>
                    <a:pt x="4183" y="1957"/>
                    <a:pt x="4238" y="1957"/>
                  </a:cubicBezTo>
                  <a:cubicBezTo>
                    <a:pt x="4256" y="1957"/>
                    <a:pt x="4274" y="1921"/>
                    <a:pt x="4274" y="1902"/>
                  </a:cubicBezTo>
                  <a:cubicBezTo>
                    <a:pt x="4274" y="1884"/>
                    <a:pt x="4238" y="1866"/>
                    <a:pt x="4220" y="1866"/>
                  </a:cubicBezTo>
                  <a:cubicBezTo>
                    <a:pt x="4165" y="1812"/>
                    <a:pt x="4093" y="1739"/>
                    <a:pt x="4147" y="1667"/>
                  </a:cubicBezTo>
                  <a:cubicBezTo>
                    <a:pt x="4165" y="1613"/>
                    <a:pt x="4238" y="1576"/>
                    <a:pt x="4292" y="1558"/>
                  </a:cubicBezTo>
                  <a:cubicBezTo>
                    <a:pt x="4292" y="1558"/>
                    <a:pt x="4292" y="1540"/>
                    <a:pt x="4292" y="1522"/>
                  </a:cubicBezTo>
                  <a:cubicBezTo>
                    <a:pt x="4310" y="1468"/>
                    <a:pt x="4364" y="1432"/>
                    <a:pt x="4419" y="1413"/>
                  </a:cubicBezTo>
                  <a:cubicBezTo>
                    <a:pt x="4455" y="1395"/>
                    <a:pt x="4473" y="1395"/>
                    <a:pt x="4473" y="1341"/>
                  </a:cubicBezTo>
                  <a:cubicBezTo>
                    <a:pt x="4455" y="1305"/>
                    <a:pt x="4455" y="1250"/>
                    <a:pt x="4455" y="1214"/>
                  </a:cubicBezTo>
                  <a:cubicBezTo>
                    <a:pt x="4455" y="1160"/>
                    <a:pt x="4491" y="1124"/>
                    <a:pt x="4527" y="1087"/>
                  </a:cubicBezTo>
                  <a:cubicBezTo>
                    <a:pt x="4564" y="1069"/>
                    <a:pt x="4600" y="1069"/>
                    <a:pt x="4636" y="1051"/>
                  </a:cubicBezTo>
                  <a:cubicBezTo>
                    <a:pt x="4690" y="1033"/>
                    <a:pt x="4690" y="997"/>
                    <a:pt x="4708" y="961"/>
                  </a:cubicBezTo>
                  <a:cubicBezTo>
                    <a:pt x="4727" y="906"/>
                    <a:pt x="4763" y="870"/>
                    <a:pt x="4799" y="870"/>
                  </a:cubicBezTo>
                  <a:cubicBezTo>
                    <a:pt x="4853" y="834"/>
                    <a:pt x="4908" y="834"/>
                    <a:pt x="4962" y="870"/>
                  </a:cubicBezTo>
                  <a:cubicBezTo>
                    <a:pt x="4962" y="834"/>
                    <a:pt x="4980" y="798"/>
                    <a:pt x="4998" y="762"/>
                  </a:cubicBezTo>
                  <a:cubicBezTo>
                    <a:pt x="4998" y="725"/>
                    <a:pt x="5034" y="707"/>
                    <a:pt x="5071" y="725"/>
                  </a:cubicBezTo>
                  <a:lnTo>
                    <a:pt x="5234" y="816"/>
                  </a:lnTo>
                  <a:lnTo>
                    <a:pt x="5306" y="852"/>
                  </a:lnTo>
                  <a:lnTo>
                    <a:pt x="5306" y="852"/>
                  </a:lnTo>
                  <a:cubicBezTo>
                    <a:pt x="5288" y="816"/>
                    <a:pt x="5270" y="780"/>
                    <a:pt x="5270" y="743"/>
                  </a:cubicBezTo>
                  <a:cubicBezTo>
                    <a:pt x="5288" y="707"/>
                    <a:pt x="5288" y="653"/>
                    <a:pt x="5306" y="617"/>
                  </a:cubicBezTo>
                  <a:cubicBezTo>
                    <a:pt x="5324" y="580"/>
                    <a:pt x="5360" y="544"/>
                    <a:pt x="5397" y="526"/>
                  </a:cubicBezTo>
                  <a:cubicBezTo>
                    <a:pt x="5433" y="508"/>
                    <a:pt x="5505" y="562"/>
                    <a:pt x="5542" y="599"/>
                  </a:cubicBezTo>
                  <a:lnTo>
                    <a:pt x="5632" y="671"/>
                  </a:lnTo>
                  <a:cubicBezTo>
                    <a:pt x="5650" y="635"/>
                    <a:pt x="5686" y="580"/>
                    <a:pt x="5704" y="544"/>
                  </a:cubicBezTo>
                  <a:cubicBezTo>
                    <a:pt x="5686" y="526"/>
                    <a:pt x="5686" y="490"/>
                    <a:pt x="5704" y="472"/>
                  </a:cubicBezTo>
                  <a:lnTo>
                    <a:pt x="5777" y="399"/>
                  </a:lnTo>
                  <a:cubicBezTo>
                    <a:pt x="5849" y="327"/>
                    <a:pt x="5922" y="254"/>
                    <a:pt x="5976" y="164"/>
                  </a:cubicBezTo>
                  <a:cubicBezTo>
                    <a:pt x="5994" y="128"/>
                    <a:pt x="6030" y="128"/>
                    <a:pt x="6049" y="146"/>
                  </a:cubicBezTo>
                  <a:lnTo>
                    <a:pt x="6085" y="200"/>
                  </a:lnTo>
                  <a:cubicBezTo>
                    <a:pt x="6103" y="146"/>
                    <a:pt x="6139" y="91"/>
                    <a:pt x="6157" y="55"/>
                  </a:cubicBezTo>
                  <a:cubicBezTo>
                    <a:pt x="6157" y="19"/>
                    <a:pt x="6175" y="1"/>
                    <a:pt x="6212" y="19"/>
                  </a:cubicBezTo>
                  <a:cubicBezTo>
                    <a:pt x="6284" y="37"/>
                    <a:pt x="6320" y="91"/>
                    <a:pt x="6320" y="164"/>
                  </a:cubicBezTo>
                  <a:cubicBezTo>
                    <a:pt x="6320" y="218"/>
                    <a:pt x="6320" y="273"/>
                    <a:pt x="6338" y="327"/>
                  </a:cubicBezTo>
                  <a:cubicBezTo>
                    <a:pt x="6356" y="363"/>
                    <a:pt x="6411" y="381"/>
                    <a:pt x="6447" y="399"/>
                  </a:cubicBezTo>
                  <a:cubicBezTo>
                    <a:pt x="6465" y="417"/>
                    <a:pt x="6501" y="436"/>
                    <a:pt x="6519" y="490"/>
                  </a:cubicBezTo>
                  <a:cubicBezTo>
                    <a:pt x="6556" y="562"/>
                    <a:pt x="6538" y="635"/>
                    <a:pt x="6501" y="707"/>
                  </a:cubicBezTo>
                  <a:cubicBezTo>
                    <a:pt x="6483" y="762"/>
                    <a:pt x="6429" y="798"/>
                    <a:pt x="6393" y="834"/>
                  </a:cubicBezTo>
                  <a:lnTo>
                    <a:pt x="6574" y="888"/>
                  </a:lnTo>
                  <a:cubicBezTo>
                    <a:pt x="6592" y="888"/>
                    <a:pt x="6610" y="906"/>
                    <a:pt x="6610" y="925"/>
                  </a:cubicBezTo>
                  <a:lnTo>
                    <a:pt x="6592" y="1359"/>
                  </a:lnTo>
                  <a:cubicBezTo>
                    <a:pt x="6664" y="1359"/>
                    <a:pt x="6755" y="1377"/>
                    <a:pt x="6827" y="1413"/>
                  </a:cubicBezTo>
                  <a:cubicBezTo>
                    <a:pt x="6864" y="1432"/>
                    <a:pt x="6864" y="1468"/>
                    <a:pt x="6845" y="1486"/>
                  </a:cubicBezTo>
                  <a:lnTo>
                    <a:pt x="6773" y="1558"/>
                  </a:lnTo>
                  <a:cubicBezTo>
                    <a:pt x="6864" y="1649"/>
                    <a:pt x="6882" y="1776"/>
                    <a:pt x="6809" y="1884"/>
                  </a:cubicBezTo>
                  <a:cubicBezTo>
                    <a:pt x="6791" y="1902"/>
                    <a:pt x="6773" y="1921"/>
                    <a:pt x="6755" y="1921"/>
                  </a:cubicBezTo>
                  <a:cubicBezTo>
                    <a:pt x="6755" y="1921"/>
                    <a:pt x="6719" y="1939"/>
                    <a:pt x="6719" y="1957"/>
                  </a:cubicBezTo>
                  <a:cubicBezTo>
                    <a:pt x="6719" y="1975"/>
                    <a:pt x="6755" y="2011"/>
                    <a:pt x="6755" y="2011"/>
                  </a:cubicBezTo>
                  <a:cubicBezTo>
                    <a:pt x="6773" y="2047"/>
                    <a:pt x="6773" y="2065"/>
                    <a:pt x="6773" y="2084"/>
                  </a:cubicBezTo>
                  <a:cubicBezTo>
                    <a:pt x="6791" y="2138"/>
                    <a:pt x="6809" y="2192"/>
                    <a:pt x="6809" y="2246"/>
                  </a:cubicBezTo>
                  <a:cubicBezTo>
                    <a:pt x="6864" y="2246"/>
                    <a:pt x="6936" y="2301"/>
                    <a:pt x="6936" y="2373"/>
                  </a:cubicBezTo>
                  <a:cubicBezTo>
                    <a:pt x="6936" y="2446"/>
                    <a:pt x="6936" y="2536"/>
                    <a:pt x="6900" y="2609"/>
                  </a:cubicBezTo>
                  <a:cubicBezTo>
                    <a:pt x="6882" y="2645"/>
                    <a:pt x="6845" y="2681"/>
                    <a:pt x="6827" y="2717"/>
                  </a:cubicBezTo>
                  <a:cubicBezTo>
                    <a:pt x="6827" y="2717"/>
                    <a:pt x="6791" y="2735"/>
                    <a:pt x="6791" y="2754"/>
                  </a:cubicBezTo>
                  <a:lnTo>
                    <a:pt x="6791" y="2754"/>
                  </a:lnTo>
                  <a:cubicBezTo>
                    <a:pt x="6827" y="2735"/>
                    <a:pt x="6864" y="2772"/>
                    <a:pt x="6864" y="2808"/>
                  </a:cubicBezTo>
                  <a:lnTo>
                    <a:pt x="6845" y="2844"/>
                  </a:lnTo>
                  <a:cubicBezTo>
                    <a:pt x="6827" y="2880"/>
                    <a:pt x="6809" y="2917"/>
                    <a:pt x="6791" y="2953"/>
                  </a:cubicBezTo>
                  <a:cubicBezTo>
                    <a:pt x="6827" y="2971"/>
                    <a:pt x="6864" y="2989"/>
                    <a:pt x="6882" y="3025"/>
                  </a:cubicBezTo>
                  <a:cubicBezTo>
                    <a:pt x="6918" y="3080"/>
                    <a:pt x="6936" y="3152"/>
                    <a:pt x="6918" y="3224"/>
                  </a:cubicBezTo>
                  <a:cubicBezTo>
                    <a:pt x="6900" y="3297"/>
                    <a:pt x="6882" y="3351"/>
                    <a:pt x="6864" y="3405"/>
                  </a:cubicBezTo>
                  <a:cubicBezTo>
                    <a:pt x="6827" y="3460"/>
                    <a:pt x="6791" y="3496"/>
                    <a:pt x="6737" y="3514"/>
                  </a:cubicBezTo>
                  <a:cubicBezTo>
                    <a:pt x="6719" y="3514"/>
                    <a:pt x="6701" y="3514"/>
                    <a:pt x="6701" y="3550"/>
                  </a:cubicBezTo>
                  <a:cubicBezTo>
                    <a:pt x="6701" y="3568"/>
                    <a:pt x="6737" y="3587"/>
                    <a:pt x="6737" y="3605"/>
                  </a:cubicBezTo>
                  <a:cubicBezTo>
                    <a:pt x="6773" y="3641"/>
                    <a:pt x="6791" y="3677"/>
                    <a:pt x="6809" y="3731"/>
                  </a:cubicBezTo>
                  <a:cubicBezTo>
                    <a:pt x="6827" y="3822"/>
                    <a:pt x="6791" y="3913"/>
                    <a:pt x="6737" y="3985"/>
                  </a:cubicBezTo>
                  <a:cubicBezTo>
                    <a:pt x="6719" y="4021"/>
                    <a:pt x="6664" y="4094"/>
                    <a:pt x="6664" y="4166"/>
                  </a:cubicBezTo>
                  <a:cubicBezTo>
                    <a:pt x="6737" y="4148"/>
                    <a:pt x="6809" y="4094"/>
                    <a:pt x="6882" y="4076"/>
                  </a:cubicBezTo>
                  <a:cubicBezTo>
                    <a:pt x="6972" y="4076"/>
                    <a:pt x="7063" y="4130"/>
                    <a:pt x="7081" y="4220"/>
                  </a:cubicBezTo>
                  <a:cubicBezTo>
                    <a:pt x="7117" y="4311"/>
                    <a:pt x="7081" y="4420"/>
                    <a:pt x="7008" y="4474"/>
                  </a:cubicBezTo>
                  <a:cubicBezTo>
                    <a:pt x="6936" y="4528"/>
                    <a:pt x="6864" y="4546"/>
                    <a:pt x="6773" y="4528"/>
                  </a:cubicBezTo>
                  <a:cubicBezTo>
                    <a:pt x="6773" y="4583"/>
                    <a:pt x="6827" y="4637"/>
                    <a:pt x="6864" y="4673"/>
                  </a:cubicBezTo>
                  <a:cubicBezTo>
                    <a:pt x="6936" y="4727"/>
                    <a:pt x="6990" y="4800"/>
                    <a:pt x="7026" y="4890"/>
                  </a:cubicBezTo>
                  <a:cubicBezTo>
                    <a:pt x="7063" y="5017"/>
                    <a:pt x="7045" y="5162"/>
                    <a:pt x="6990" y="5271"/>
                  </a:cubicBezTo>
                  <a:cubicBezTo>
                    <a:pt x="7063" y="5307"/>
                    <a:pt x="7117" y="5379"/>
                    <a:pt x="7117" y="5470"/>
                  </a:cubicBezTo>
                  <a:cubicBezTo>
                    <a:pt x="7117" y="5597"/>
                    <a:pt x="7026" y="5669"/>
                    <a:pt x="6954" y="5760"/>
                  </a:cubicBezTo>
                  <a:cubicBezTo>
                    <a:pt x="6918" y="5778"/>
                    <a:pt x="6900" y="5832"/>
                    <a:pt x="6882" y="5886"/>
                  </a:cubicBezTo>
                  <a:cubicBezTo>
                    <a:pt x="6882" y="5923"/>
                    <a:pt x="6918" y="5941"/>
                    <a:pt x="6954" y="5959"/>
                  </a:cubicBezTo>
                  <a:cubicBezTo>
                    <a:pt x="7045" y="6013"/>
                    <a:pt x="7135" y="6068"/>
                    <a:pt x="7117" y="6194"/>
                  </a:cubicBezTo>
                  <a:cubicBezTo>
                    <a:pt x="7117" y="6249"/>
                    <a:pt x="7081" y="6285"/>
                    <a:pt x="7081" y="6339"/>
                  </a:cubicBezTo>
                  <a:cubicBezTo>
                    <a:pt x="7063" y="6394"/>
                    <a:pt x="7081" y="6430"/>
                    <a:pt x="7099" y="6430"/>
                  </a:cubicBezTo>
                  <a:cubicBezTo>
                    <a:pt x="7135" y="6448"/>
                    <a:pt x="7153" y="6484"/>
                    <a:pt x="7117" y="6520"/>
                  </a:cubicBezTo>
                  <a:cubicBezTo>
                    <a:pt x="6972" y="6647"/>
                    <a:pt x="6864" y="6810"/>
                    <a:pt x="6809" y="7009"/>
                  </a:cubicBezTo>
                  <a:cubicBezTo>
                    <a:pt x="6773" y="7136"/>
                    <a:pt x="6737" y="7245"/>
                    <a:pt x="6719" y="7353"/>
                  </a:cubicBezTo>
                  <a:lnTo>
                    <a:pt x="6737" y="7371"/>
                  </a:lnTo>
                  <a:cubicBezTo>
                    <a:pt x="6791" y="7390"/>
                    <a:pt x="6827" y="7408"/>
                    <a:pt x="6882" y="7408"/>
                  </a:cubicBezTo>
                  <a:cubicBezTo>
                    <a:pt x="6954" y="7426"/>
                    <a:pt x="7026" y="7480"/>
                    <a:pt x="7099" y="7534"/>
                  </a:cubicBezTo>
                  <a:cubicBezTo>
                    <a:pt x="7117" y="7553"/>
                    <a:pt x="7135" y="7589"/>
                    <a:pt x="7153" y="7607"/>
                  </a:cubicBezTo>
                  <a:cubicBezTo>
                    <a:pt x="7280" y="7371"/>
                    <a:pt x="7425" y="7154"/>
                    <a:pt x="7588" y="6937"/>
                  </a:cubicBezTo>
                  <a:cubicBezTo>
                    <a:pt x="7642" y="6864"/>
                    <a:pt x="7715" y="6792"/>
                    <a:pt x="7769" y="6738"/>
                  </a:cubicBezTo>
                  <a:cubicBezTo>
                    <a:pt x="7841" y="6665"/>
                    <a:pt x="7914" y="6611"/>
                    <a:pt x="8004" y="6538"/>
                  </a:cubicBezTo>
                  <a:cubicBezTo>
                    <a:pt x="8113" y="6430"/>
                    <a:pt x="8258" y="6339"/>
                    <a:pt x="8403" y="6267"/>
                  </a:cubicBezTo>
                  <a:cubicBezTo>
                    <a:pt x="8475" y="6249"/>
                    <a:pt x="8566" y="6249"/>
                    <a:pt x="8656" y="6267"/>
                  </a:cubicBezTo>
                  <a:cubicBezTo>
                    <a:pt x="8693" y="6285"/>
                    <a:pt x="8747" y="6285"/>
                    <a:pt x="8783" y="6303"/>
                  </a:cubicBezTo>
                  <a:cubicBezTo>
                    <a:pt x="8801" y="6303"/>
                    <a:pt x="8837" y="6285"/>
                    <a:pt x="8856" y="6285"/>
                  </a:cubicBezTo>
                  <a:cubicBezTo>
                    <a:pt x="8946" y="6249"/>
                    <a:pt x="9019" y="6194"/>
                    <a:pt x="9073" y="6104"/>
                  </a:cubicBezTo>
                  <a:cubicBezTo>
                    <a:pt x="9182" y="5977"/>
                    <a:pt x="9345" y="5742"/>
                    <a:pt x="9526" y="5778"/>
                  </a:cubicBezTo>
                  <a:cubicBezTo>
                    <a:pt x="9598" y="5742"/>
                    <a:pt x="9689" y="5760"/>
                    <a:pt x="9743" y="5832"/>
                  </a:cubicBezTo>
                  <a:cubicBezTo>
                    <a:pt x="9761" y="5850"/>
                    <a:pt x="9761" y="5886"/>
                    <a:pt x="9779" y="5923"/>
                  </a:cubicBezTo>
                  <a:cubicBezTo>
                    <a:pt x="9797" y="5905"/>
                    <a:pt x="9815" y="5905"/>
                    <a:pt x="9833" y="5886"/>
                  </a:cubicBezTo>
                  <a:lnTo>
                    <a:pt x="9833" y="5850"/>
                  </a:lnTo>
                  <a:cubicBezTo>
                    <a:pt x="9779" y="5814"/>
                    <a:pt x="9761" y="5760"/>
                    <a:pt x="9761" y="5705"/>
                  </a:cubicBezTo>
                  <a:cubicBezTo>
                    <a:pt x="9761" y="5633"/>
                    <a:pt x="9761" y="5579"/>
                    <a:pt x="9797" y="5506"/>
                  </a:cubicBezTo>
                  <a:cubicBezTo>
                    <a:pt x="9815" y="5452"/>
                    <a:pt x="9852" y="5379"/>
                    <a:pt x="9906" y="5343"/>
                  </a:cubicBezTo>
                  <a:cubicBezTo>
                    <a:pt x="9942" y="5325"/>
                    <a:pt x="9978" y="5325"/>
                    <a:pt x="10033" y="5325"/>
                  </a:cubicBezTo>
                  <a:cubicBezTo>
                    <a:pt x="10015" y="5289"/>
                    <a:pt x="10015" y="5253"/>
                    <a:pt x="10033" y="5198"/>
                  </a:cubicBezTo>
                  <a:lnTo>
                    <a:pt x="10033" y="5162"/>
                  </a:lnTo>
                  <a:cubicBezTo>
                    <a:pt x="10033" y="5126"/>
                    <a:pt x="10069" y="5126"/>
                    <a:pt x="10105" y="5144"/>
                  </a:cubicBezTo>
                  <a:lnTo>
                    <a:pt x="10105" y="5144"/>
                  </a:lnTo>
                  <a:lnTo>
                    <a:pt x="10105" y="5090"/>
                  </a:lnTo>
                  <a:cubicBezTo>
                    <a:pt x="10087" y="5053"/>
                    <a:pt x="10087" y="5017"/>
                    <a:pt x="10087" y="4963"/>
                  </a:cubicBezTo>
                  <a:cubicBezTo>
                    <a:pt x="10087" y="4890"/>
                    <a:pt x="10123" y="4800"/>
                    <a:pt x="10178" y="4746"/>
                  </a:cubicBezTo>
                  <a:cubicBezTo>
                    <a:pt x="10214" y="4691"/>
                    <a:pt x="10286" y="4655"/>
                    <a:pt x="10341" y="4691"/>
                  </a:cubicBezTo>
                  <a:cubicBezTo>
                    <a:pt x="10359" y="4637"/>
                    <a:pt x="10395" y="4601"/>
                    <a:pt x="10431" y="4565"/>
                  </a:cubicBezTo>
                  <a:lnTo>
                    <a:pt x="10485" y="4510"/>
                  </a:lnTo>
                  <a:cubicBezTo>
                    <a:pt x="10485" y="4510"/>
                    <a:pt x="10540" y="4492"/>
                    <a:pt x="10540" y="4474"/>
                  </a:cubicBezTo>
                  <a:cubicBezTo>
                    <a:pt x="10540" y="4456"/>
                    <a:pt x="10540" y="4438"/>
                    <a:pt x="10522" y="4438"/>
                  </a:cubicBezTo>
                  <a:cubicBezTo>
                    <a:pt x="10522" y="4420"/>
                    <a:pt x="10504" y="4402"/>
                    <a:pt x="10504" y="4383"/>
                  </a:cubicBezTo>
                  <a:cubicBezTo>
                    <a:pt x="10485" y="4257"/>
                    <a:pt x="10558" y="4130"/>
                    <a:pt x="10685" y="4112"/>
                  </a:cubicBezTo>
                  <a:cubicBezTo>
                    <a:pt x="10667" y="4076"/>
                    <a:pt x="10667" y="4039"/>
                    <a:pt x="10648" y="4003"/>
                  </a:cubicBezTo>
                  <a:cubicBezTo>
                    <a:pt x="10648" y="3985"/>
                    <a:pt x="10667" y="3949"/>
                    <a:pt x="10703" y="3949"/>
                  </a:cubicBezTo>
                  <a:cubicBezTo>
                    <a:pt x="10775" y="3949"/>
                    <a:pt x="10866" y="3967"/>
                    <a:pt x="10938" y="4021"/>
                  </a:cubicBezTo>
                  <a:cubicBezTo>
                    <a:pt x="11011" y="3876"/>
                    <a:pt x="11065" y="3750"/>
                    <a:pt x="11119" y="3623"/>
                  </a:cubicBezTo>
                  <a:cubicBezTo>
                    <a:pt x="11137" y="3605"/>
                    <a:pt x="11155" y="3587"/>
                    <a:pt x="11174" y="3587"/>
                  </a:cubicBezTo>
                  <a:lnTo>
                    <a:pt x="11355" y="3641"/>
                  </a:lnTo>
                  <a:cubicBezTo>
                    <a:pt x="11337" y="3587"/>
                    <a:pt x="11318" y="3532"/>
                    <a:pt x="11318" y="3460"/>
                  </a:cubicBezTo>
                  <a:cubicBezTo>
                    <a:pt x="11318" y="3387"/>
                    <a:pt x="11355" y="3315"/>
                    <a:pt x="11409" y="3261"/>
                  </a:cubicBezTo>
                  <a:cubicBezTo>
                    <a:pt x="11445" y="3243"/>
                    <a:pt x="11481" y="3224"/>
                    <a:pt x="11518" y="3206"/>
                  </a:cubicBezTo>
                  <a:cubicBezTo>
                    <a:pt x="11554" y="3206"/>
                    <a:pt x="11608" y="3224"/>
                    <a:pt x="11644" y="3206"/>
                  </a:cubicBezTo>
                  <a:cubicBezTo>
                    <a:pt x="11681" y="3170"/>
                    <a:pt x="11717" y="3134"/>
                    <a:pt x="11735" y="3080"/>
                  </a:cubicBezTo>
                  <a:cubicBezTo>
                    <a:pt x="11771" y="3025"/>
                    <a:pt x="11826" y="2989"/>
                    <a:pt x="11898" y="2989"/>
                  </a:cubicBezTo>
                  <a:cubicBezTo>
                    <a:pt x="11934" y="2989"/>
                    <a:pt x="11952" y="3025"/>
                    <a:pt x="11934" y="3043"/>
                  </a:cubicBezTo>
                  <a:cubicBezTo>
                    <a:pt x="11934" y="3098"/>
                    <a:pt x="11934" y="3152"/>
                    <a:pt x="11916" y="3206"/>
                  </a:cubicBezTo>
                  <a:lnTo>
                    <a:pt x="11988" y="3188"/>
                  </a:lnTo>
                  <a:cubicBezTo>
                    <a:pt x="12007" y="3188"/>
                    <a:pt x="12043" y="3206"/>
                    <a:pt x="12043" y="3243"/>
                  </a:cubicBezTo>
                  <a:cubicBezTo>
                    <a:pt x="12043" y="3333"/>
                    <a:pt x="12061" y="3442"/>
                    <a:pt x="12097" y="3532"/>
                  </a:cubicBezTo>
                  <a:cubicBezTo>
                    <a:pt x="12115" y="3568"/>
                    <a:pt x="12115" y="3587"/>
                    <a:pt x="12133" y="3623"/>
                  </a:cubicBezTo>
                  <a:cubicBezTo>
                    <a:pt x="12151" y="3659"/>
                    <a:pt x="12133" y="3695"/>
                    <a:pt x="12115" y="3695"/>
                  </a:cubicBezTo>
                  <a:lnTo>
                    <a:pt x="12115" y="3840"/>
                  </a:lnTo>
                  <a:lnTo>
                    <a:pt x="12242" y="3822"/>
                  </a:lnTo>
                  <a:cubicBezTo>
                    <a:pt x="12278" y="3804"/>
                    <a:pt x="12351" y="3786"/>
                    <a:pt x="12387" y="3822"/>
                  </a:cubicBezTo>
                  <a:cubicBezTo>
                    <a:pt x="12423" y="3858"/>
                    <a:pt x="12423" y="3894"/>
                    <a:pt x="12423" y="3949"/>
                  </a:cubicBezTo>
                  <a:cubicBezTo>
                    <a:pt x="12423" y="3985"/>
                    <a:pt x="12405" y="4021"/>
                    <a:pt x="12405" y="4057"/>
                  </a:cubicBezTo>
                  <a:cubicBezTo>
                    <a:pt x="12387" y="4112"/>
                    <a:pt x="12351" y="4130"/>
                    <a:pt x="12314" y="4148"/>
                  </a:cubicBezTo>
                  <a:lnTo>
                    <a:pt x="12586" y="4148"/>
                  </a:lnTo>
                  <a:cubicBezTo>
                    <a:pt x="12622" y="4148"/>
                    <a:pt x="12640" y="4184"/>
                    <a:pt x="12640" y="4202"/>
                  </a:cubicBezTo>
                  <a:cubicBezTo>
                    <a:pt x="12640" y="4239"/>
                    <a:pt x="12622" y="4275"/>
                    <a:pt x="12622" y="4311"/>
                  </a:cubicBezTo>
                  <a:cubicBezTo>
                    <a:pt x="12677" y="4329"/>
                    <a:pt x="12731" y="4347"/>
                    <a:pt x="12767" y="4383"/>
                  </a:cubicBezTo>
                  <a:cubicBezTo>
                    <a:pt x="12785" y="4420"/>
                    <a:pt x="12803" y="4474"/>
                    <a:pt x="12803" y="4510"/>
                  </a:cubicBezTo>
                  <a:cubicBezTo>
                    <a:pt x="12803" y="4565"/>
                    <a:pt x="12785" y="4601"/>
                    <a:pt x="12822" y="4619"/>
                  </a:cubicBezTo>
                  <a:cubicBezTo>
                    <a:pt x="12840" y="4655"/>
                    <a:pt x="12876" y="4691"/>
                    <a:pt x="12894" y="4709"/>
                  </a:cubicBezTo>
                  <a:cubicBezTo>
                    <a:pt x="12930" y="4764"/>
                    <a:pt x="12930" y="4800"/>
                    <a:pt x="12912" y="4854"/>
                  </a:cubicBezTo>
                  <a:cubicBezTo>
                    <a:pt x="12894" y="4890"/>
                    <a:pt x="12858" y="4927"/>
                    <a:pt x="12822" y="4963"/>
                  </a:cubicBezTo>
                  <a:cubicBezTo>
                    <a:pt x="12803" y="4999"/>
                    <a:pt x="12822" y="5035"/>
                    <a:pt x="12858" y="5053"/>
                  </a:cubicBezTo>
                  <a:cubicBezTo>
                    <a:pt x="12894" y="5108"/>
                    <a:pt x="12912" y="5162"/>
                    <a:pt x="12894" y="5216"/>
                  </a:cubicBezTo>
                  <a:cubicBezTo>
                    <a:pt x="12894" y="5216"/>
                    <a:pt x="12894" y="5235"/>
                    <a:pt x="12894" y="5253"/>
                  </a:cubicBezTo>
                  <a:cubicBezTo>
                    <a:pt x="12948" y="5289"/>
                    <a:pt x="12985" y="5343"/>
                    <a:pt x="12985" y="5398"/>
                  </a:cubicBezTo>
                  <a:cubicBezTo>
                    <a:pt x="12985" y="5488"/>
                    <a:pt x="12894" y="5524"/>
                    <a:pt x="12822" y="5542"/>
                  </a:cubicBezTo>
                  <a:cubicBezTo>
                    <a:pt x="12785" y="5542"/>
                    <a:pt x="12749" y="5542"/>
                    <a:pt x="12749" y="5561"/>
                  </a:cubicBezTo>
                  <a:cubicBezTo>
                    <a:pt x="12731" y="5579"/>
                    <a:pt x="12749" y="5597"/>
                    <a:pt x="12767" y="5615"/>
                  </a:cubicBezTo>
                  <a:cubicBezTo>
                    <a:pt x="12803" y="5651"/>
                    <a:pt x="12858" y="5651"/>
                    <a:pt x="12894" y="5597"/>
                  </a:cubicBezTo>
                  <a:cubicBezTo>
                    <a:pt x="12912" y="5579"/>
                    <a:pt x="12930" y="5579"/>
                    <a:pt x="12966" y="5579"/>
                  </a:cubicBezTo>
                  <a:cubicBezTo>
                    <a:pt x="13021" y="5597"/>
                    <a:pt x="13057" y="5651"/>
                    <a:pt x="13057" y="5724"/>
                  </a:cubicBezTo>
                  <a:cubicBezTo>
                    <a:pt x="13057" y="5760"/>
                    <a:pt x="13039" y="5796"/>
                    <a:pt x="13039" y="5814"/>
                  </a:cubicBezTo>
                  <a:cubicBezTo>
                    <a:pt x="13039" y="5850"/>
                    <a:pt x="13021" y="5868"/>
                    <a:pt x="13039" y="5905"/>
                  </a:cubicBezTo>
                  <a:cubicBezTo>
                    <a:pt x="13057" y="5923"/>
                    <a:pt x="13075" y="5923"/>
                    <a:pt x="13111" y="5923"/>
                  </a:cubicBezTo>
                  <a:cubicBezTo>
                    <a:pt x="13148" y="5923"/>
                    <a:pt x="13184" y="5941"/>
                    <a:pt x="13220" y="5941"/>
                  </a:cubicBezTo>
                  <a:cubicBezTo>
                    <a:pt x="13256" y="5959"/>
                    <a:pt x="13292" y="5977"/>
                    <a:pt x="13310" y="6013"/>
                  </a:cubicBezTo>
                  <a:cubicBezTo>
                    <a:pt x="13365" y="5868"/>
                    <a:pt x="13347" y="5724"/>
                    <a:pt x="13292" y="5579"/>
                  </a:cubicBezTo>
                  <a:cubicBezTo>
                    <a:pt x="13274" y="5561"/>
                    <a:pt x="13292" y="5542"/>
                    <a:pt x="13292" y="5524"/>
                  </a:cubicBezTo>
                  <a:cubicBezTo>
                    <a:pt x="13329" y="5506"/>
                    <a:pt x="13383" y="5488"/>
                    <a:pt x="13419" y="5488"/>
                  </a:cubicBezTo>
                  <a:lnTo>
                    <a:pt x="13528" y="5488"/>
                  </a:lnTo>
                  <a:cubicBezTo>
                    <a:pt x="13546" y="5488"/>
                    <a:pt x="13528" y="5416"/>
                    <a:pt x="13510" y="5398"/>
                  </a:cubicBezTo>
                  <a:cubicBezTo>
                    <a:pt x="13492" y="5361"/>
                    <a:pt x="13473" y="5307"/>
                    <a:pt x="13492" y="5253"/>
                  </a:cubicBezTo>
                  <a:cubicBezTo>
                    <a:pt x="13528" y="5162"/>
                    <a:pt x="13618" y="5108"/>
                    <a:pt x="13709" y="5126"/>
                  </a:cubicBezTo>
                  <a:cubicBezTo>
                    <a:pt x="13818" y="5162"/>
                    <a:pt x="13872" y="5253"/>
                    <a:pt x="13872" y="5361"/>
                  </a:cubicBezTo>
                  <a:cubicBezTo>
                    <a:pt x="13854" y="5416"/>
                    <a:pt x="13836" y="5470"/>
                    <a:pt x="13818" y="5506"/>
                  </a:cubicBezTo>
                  <a:cubicBezTo>
                    <a:pt x="13781" y="5561"/>
                    <a:pt x="13818" y="5597"/>
                    <a:pt x="13836" y="5651"/>
                  </a:cubicBezTo>
                  <a:cubicBezTo>
                    <a:pt x="13854" y="5742"/>
                    <a:pt x="13781" y="5814"/>
                    <a:pt x="13727" y="5868"/>
                  </a:cubicBezTo>
                  <a:cubicBezTo>
                    <a:pt x="13727" y="5905"/>
                    <a:pt x="13691" y="5923"/>
                    <a:pt x="13709" y="5959"/>
                  </a:cubicBezTo>
                  <a:cubicBezTo>
                    <a:pt x="13727" y="5977"/>
                    <a:pt x="13781" y="5995"/>
                    <a:pt x="13799" y="6013"/>
                  </a:cubicBezTo>
                  <a:cubicBezTo>
                    <a:pt x="13854" y="6013"/>
                    <a:pt x="13890" y="6031"/>
                    <a:pt x="13944" y="6068"/>
                  </a:cubicBezTo>
                  <a:cubicBezTo>
                    <a:pt x="13981" y="6104"/>
                    <a:pt x="13999" y="6158"/>
                    <a:pt x="14017" y="6194"/>
                  </a:cubicBezTo>
                  <a:cubicBezTo>
                    <a:pt x="14053" y="6321"/>
                    <a:pt x="14071" y="6466"/>
                    <a:pt x="14053" y="6593"/>
                  </a:cubicBezTo>
                  <a:cubicBezTo>
                    <a:pt x="14053" y="6665"/>
                    <a:pt x="14053" y="6738"/>
                    <a:pt x="14053" y="6810"/>
                  </a:cubicBezTo>
                  <a:cubicBezTo>
                    <a:pt x="14053" y="6864"/>
                    <a:pt x="14053" y="6919"/>
                    <a:pt x="14071" y="6955"/>
                  </a:cubicBezTo>
                  <a:lnTo>
                    <a:pt x="14071" y="6955"/>
                  </a:lnTo>
                  <a:cubicBezTo>
                    <a:pt x="14107" y="6955"/>
                    <a:pt x="14125" y="6991"/>
                    <a:pt x="14107" y="7009"/>
                  </a:cubicBezTo>
                  <a:cubicBezTo>
                    <a:pt x="14089" y="7009"/>
                    <a:pt x="14089" y="7027"/>
                    <a:pt x="14071" y="7027"/>
                  </a:cubicBezTo>
                  <a:cubicBezTo>
                    <a:pt x="14071" y="7046"/>
                    <a:pt x="14071" y="7064"/>
                    <a:pt x="14053" y="7064"/>
                  </a:cubicBezTo>
                  <a:cubicBezTo>
                    <a:pt x="14053" y="7136"/>
                    <a:pt x="14071" y="7208"/>
                    <a:pt x="14125" y="7263"/>
                  </a:cubicBezTo>
                  <a:cubicBezTo>
                    <a:pt x="14216" y="7335"/>
                    <a:pt x="14270" y="7444"/>
                    <a:pt x="14288" y="7553"/>
                  </a:cubicBezTo>
                  <a:cubicBezTo>
                    <a:pt x="14288" y="7661"/>
                    <a:pt x="14216" y="7770"/>
                    <a:pt x="14216" y="7879"/>
                  </a:cubicBezTo>
                  <a:cubicBezTo>
                    <a:pt x="14234" y="8005"/>
                    <a:pt x="14307" y="8114"/>
                    <a:pt x="14397" y="8186"/>
                  </a:cubicBezTo>
                  <a:cubicBezTo>
                    <a:pt x="14451" y="8223"/>
                    <a:pt x="14488" y="8277"/>
                    <a:pt x="14524" y="8349"/>
                  </a:cubicBezTo>
                  <a:cubicBezTo>
                    <a:pt x="14524" y="8386"/>
                    <a:pt x="14524" y="8440"/>
                    <a:pt x="14506" y="8476"/>
                  </a:cubicBezTo>
                  <a:cubicBezTo>
                    <a:pt x="14542" y="8494"/>
                    <a:pt x="14578" y="8530"/>
                    <a:pt x="14596" y="8585"/>
                  </a:cubicBezTo>
                  <a:cubicBezTo>
                    <a:pt x="14632" y="8657"/>
                    <a:pt x="14614" y="8730"/>
                    <a:pt x="14560" y="8784"/>
                  </a:cubicBezTo>
                  <a:cubicBezTo>
                    <a:pt x="14524" y="8838"/>
                    <a:pt x="14470" y="8893"/>
                    <a:pt x="14488" y="8947"/>
                  </a:cubicBezTo>
                  <a:cubicBezTo>
                    <a:pt x="14506" y="8983"/>
                    <a:pt x="14524" y="9019"/>
                    <a:pt x="14560" y="9056"/>
                  </a:cubicBezTo>
                  <a:cubicBezTo>
                    <a:pt x="14578" y="9110"/>
                    <a:pt x="14614" y="9146"/>
                    <a:pt x="14632" y="9182"/>
                  </a:cubicBezTo>
                  <a:cubicBezTo>
                    <a:pt x="14669" y="9237"/>
                    <a:pt x="14669" y="9237"/>
                    <a:pt x="14687" y="9255"/>
                  </a:cubicBezTo>
                  <a:lnTo>
                    <a:pt x="14705" y="9255"/>
                  </a:lnTo>
                  <a:cubicBezTo>
                    <a:pt x="14741" y="9237"/>
                    <a:pt x="14795" y="9237"/>
                    <a:pt x="14832" y="9273"/>
                  </a:cubicBezTo>
                  <a:cubicBezTo>
                    <a:pt x="14868" y="9327"/>
                    <a:pt x="14886" y="9400"/>
                    <a:pt x="14832" y="9472"/>
                  </a:cubicBezTo>
                  <a:cubicBezTo>
                    <a:pt x="14814" y="9508"/>
                    <a:pt x="14723" y="9581"/>
                    <a:pt x="14777" y="9635"/>
                  </a:cubicBezTo>
                  <a:cubicBezTo>
                    <a:pt x="14832" y="9689"/>
                    <a:pt x="14904" y="9653"/>
                    <a:pt x="14940" y="9617"/>
                  </a:cubicBezTo>
                  <a:cubicBezTo>
                    <a:pt x="15103" y="9508"/>
                    <a:pt x="15230" y="9364"/>
                    <a:pt x="15321" y="9182"/>
                  </a:cubicBezTo>
                  <a:cubicBezTo>
                    <a:pt x="15321" y="9164"/>
                    <a:pt x="15357" y="9146"/>
                    <a:pt x="15375" y="9164"/>
                  </a:cubicBezTo>
                  <a:cubicBezTo>
                    <a:pt x="15429" y="9164"/>
                    <a:pt x="15484" y="9164"/>
                    <a:pt x="15538" y="9128"/>
                  </a:cubicBezTo>
                  <a:lnTo>
                    <a:pt x="15556" y="9128"/>
                  </a:lnTo>
                  <a:cubicBezTo>
                    <a:pt x="15610" y="9092"/>
                    <a:pt x="15683" y="9146"/>
                    <a:pt x="15647" y="9201"/>
                  </a:cubicBezTo>
                  <a:cubicBezTo>
                    <a:pt x="15647" y="9201"/>
                    <a:pt x="15647" y="9219"/>
                    <a:pt x="15647" y="9219"/>
                  </a:cubicBezTo>
                  <a:cubicBezTo>
                    <a:pt x="15647" y="9255"/>
                    <a:pt x="15647" y="9273"/>
                    <a:pt x="15683" y="9291"/>
                  </a:cubicBezTo>
                  <a:cubicBezTo>
                    <a:pt x="15701" y="9309"/>
                    <a:pt x="15719" y="9327"/>
                    <a:pt x="15737" y="9345"/>
                  </a:cubicBezTo>
                  <a:cubicBezTo>
                    <a:pt x="15755" y="9382"/>
                    <a:pt x="15755" y="9400"/>
                    <a:pt x="15737" y="9436"/>
                  </a:cubicBezTo>
                  <a:cubicBezTo>
                    <a:pt x="15719" y="9472"/>
                    <a:pt x="15683" y="9527"/>
                    <a:pt x="15647" y="9563"/>
                  </a:cubicBezTo>
                  <a:cubicBezTo>
                    <a:pt x="15647" y="9563"/>
                    <a:pt x="15610" y="9581"/>
                    <a:pt x="15610" y="9599"/>
                  </a:cubicBezTo>
                  <a:cubicBezTo>
                    <a:pt x="15610" y="9617"/>
                    <a:pt x="15610" y="9635"/>
                    <a:pt x="15629" y="9653"/>
                  </a:cubicBezTo>
                  <a:cubicBezTo>
                    <a:pt x="15647" y="9671"/>
                    <a:pt x="15647" y="9708"/>
                    <a:pt x="15665" y="9726"/>
                  </a:cubicBezTo>
                  <a:cubicBezTo>
                    <a:pt x="15665" y="9708"/>
                    <a:pt x="15665" y="9689"/>
                    <a:pt x="15683" y="9689"/>
                  </a:cubicBezTo>
                  <a:lnTo>
                    <a:pt x="15936" y="9563"/>
                  </a:lnTo>
                  <a:lnTo>
                    <a:pt x="16045" y="9508"/>
                  </a:lnTo>
                  <a:cubicBezTo>
                    <a:pt x="16063" y="9490"/>
                    <a:pt x="16081" y="9490"/>
                    <a:pt x="16099" y="9472"/>
                  </a:cubicBezTo>
                  <a:lnTo>
                    <a:pt x="16117" y="9472"/>
                  </a:lnTo>
                  <a:lnTo>
                    <a:pt x="16117" y="9472"/>
                  </a:lnTo>
                  <a:cubicBezTo>
                    <a:pt x="16117" y="9418"/>
                    <a:pt x="16154" y="9400"/>
                    <a:pt x="16190" y="9400"/>
                  </a:cubicBezTo>
                  <a:cubicBezTo>
                    <a:pt x="16280" y="9418"/>
                    <a:pt x="16371" y="9472"/>
                    <a:pt x="16425" y="9563"/>
                  </a:cubicBezTo>
                  <a:cubicBezTo>
                    <a:pt x="16462" y="9599"/>
                    <a:pt x="16480" y="9653"/>
                    <a:pt x="16462" y="9708"/>
                  </a:cubicBezTo>
                  <a:cubicBezTo>
                    <a:pt x="16534" y="9708"/>
                    <a:pt x="16588" y="9726"/>
                    <a:pt x="16643" y="9780"/>
                  </a:cubicBezTo>
                  <a:cubicBezTo>
                    <a:pt x="16679" y="9816"/>
                    <a:pt x="16697" y="9871"/>
                    <a:pt x="16697" y="9925"/>
                  </a:cubicBezTo>
                  <a:cubicBezTo>
                    <a:pt x="16697" y="9961"/>
                    <a:pt x="16697" y="10015"/>
                    <a:pt x="16697" y="10070"/>
                  </a:cubicBezTo>
                  <a:cubicBezTo>
                    <a:pt x="16715" y="10124"/>
                    <a:pt x="16806" y="10178"/>
                    <a:pt x="16824" y="10233"/>
                  </a:cubicBezTo>
                  <a:cubicBezTo>
                    <a:pt x="16860" y="10269"/>
                    <a:pt x="16860" y="10323"/>
                    <a:pt x="16842" y="10360"/>
                  </a:cubicBezTo>
                  <a:cubicBezTo>
                    <a:pt x="16842" y="10378"/>
                    <a:pt x="16824" y="10414"/>
                    <a:pt x="16806" y="10432"/>
                  </a:cubicBezTo>
                  <a:cubicBezTo>
                    <a:pt x="16788" y="10450"/>
                    <a:pt x="16769" y="10468"/>
                    <a:pt x="16751" y="10486"/>
                  </a:cubicBezTo>
                  <a:cubicBezTo>
                    <a:pt x="16751" y="10523"/>
                    <a:pt x="16751" y="10577"/>
                    <a:pt x="16788" y="10595"/>
                  </a:cubicBezTo>
                  <a:cubicBezTo>
                    <a:pt x="16860" y="10631"/>
                    <a:pt x="16914" y="10631"/>
                    <a:pt x="16987" y="10631"/>
                  </a:cubicBezTo>
                  <a:cubicBezTo>
                    <a:pt x="17023" y="10631"/>
                    <a:pt x="17041" y="10667"/>
                    <a:pt x="17041" y="10704"/>
                  </a:cubicBezTo>
                  <a:cubicBezTo>
                    <a:pt x="17041" y="10812"/>
                    <a:pt x="17005" y="10921"/>
                    <a:pt x="16951" y="11030"/>
                  </a:cubicBezTo>
                  <a:cubicBezTo>
                    <a:pt x="16969" y="11066"/>
                    <a:pt x="16969" y="11120"/>
                    <a:pt x="16969" y="11174"/>
                  </a:cubicBezTo>
                  <a:cubicBezTo>
                    <a:pt x="17023" y="11156"/>
                    <a:pt x="17077" y="11120"/>
                    <a:pt x="17095" y="11084"/>
                  </a:cubicBezTo>
                  <a:cubicBezTo>
                    <a:pt x="17150" y="11030"/>
                    <a:pt x="17204" y="10975"/>
                    <a:pt x="17276" y="10957"/>
                  </a:cubicBezTo>
                  <a:cubicBezTo>
                    <a:pt x="17313" y="10939"/>
                    <a:pt x="17349" y="10939"/>
                    <a:pt x="17385" y="10957"/>
                  </a:cubicBezTo>
                  <a:cubicBezTo>
                    <a:pt x="17421" y="10957"/>
                    <a:pt x="17421" y="10921"/>
                    <a:pt x="17421" y="10885"/>
                  </a:cubicBezTo>
                  <a:cubicBezTo>
                    <a:pt x="17439" y="10794"/>
                    <a:pt x="17421" y="10704"/>
                    <a:pt x="17385" y="10613"/>
                  </a:cubicBezTo>
                  <a:cubicBezTo>
                    <a:pt x="17385" y="10577"/>
                    <a:pt x="17403" y="10541"/>
                    <a:pt x="17439" y="10541"/>
                  </a:cubicBezTo>
                  <a:cubicBezTo>
                    <a:pt x="17494" y="10541"/>
                    <a:pt x="17530" y="10523"/>
                    <a:pt x="17584" y="10504"/>
                  </a:cubicBezTo>
                  <a:cubicBezTo>
                    <a:pt x="17584" y="10486"/>
                    <a:pt x="17584" y="10468"/>
                    <a:pt x="17584" y="10450"/>
                  </a:cubicBezTo>
                  <a:cubicBezTo>
                    <a:pt x="17566" y="10414"/>
                    <a:pt x="17566" y="10378"/>
                    <a:pt x="17566" y="10341"/>
                  </a:cubicBezTo>
                  <a:cubicBezTo>
                    <a:pt x="17566" y="10305"/>
                    <a:pt x="17584" y="10269"/>
                    <a:pt x="17621" y="10251"/>
                  </a:cubicBezTo>
                  <a:cubicBezTo>
                    <a:pt x="17639" y="10233"/>
                    <a:pt x="17657" y="10215"/>
                    <a:pt x="17657" y="10197"/>
                  </a:cubicBezTo>
                  <a:cubicBezTo>
                    <a:pt x="17675" y="10142"/>
                    <a:pt x="17693" y="10070"/>
                    <a:pt x="17711" y="10015"/>
                  </a:cubicBezTo>
                  <a:cubicBezTo>
                    <a:pt x="17711" y="9979"/>
                    <a:pt x="17729" y="9961"/>
                    <a:pt x="17765" y="9943"/>
                  </a:cubicBezTo>
                  <a:cubicBezTo>
                    <a:pt x="17802" y="9925"/>
                    <a:pt x="17820" y="9907"/>
                    <a:pt x="17856" y="9907"/>
                  </a:cubicBezTo>
                  <a:cubicBezTo>
                    <a:pt x="17892" y="9907"/>
                    <a:pt x="17910" y="9871"/>
                    <a:pt x="17928" y="9852"/>
                  </a:cubicBezTo>
                  <a:cubicBezTo>
                    <a:pt x="17947" y="9834"/>
                    <a:pt x="17965" y="9816"/>
                    <a:pt x="18001" y="9798"/>
                  </a:cubicBezTo>
                  <a:cubicBezTo>
                    <a:pt x="18110" y="9744"/>
                    <a:pt x="18236" y="9762"/>
                    <a:pt x="18327" y="9834"/>
                  </a:cubicBezTo>
                  <a:cubicBezTo>
                    <a:pt x="18417" y="9943"/>
                    <a:pt x="18454" y="10070"/>
                    <a:pt x="18399" y="10215"/>
                  </a:cubicBezTo>
                  <a:cubicBezTo>
                    <a:pt x="18381" y="10269"/>
                    <a:pt x="18381" y="10323"/>
                    <a:pt x="18399" y="10378"/>
                  </a:cubicBezTo>
                  <a:cubicBezTo>
                    <a:pt x="18417" y="10396"/>
                    <a:pt x="18417" y="10414"/>
                    <a:pt x="18435" y="10432"/>
                  </a:cubicBezTo>
                  <a:cubicBezTo>
                    <a:pt x="18454" y="10450"/>
                    <a:pt x="18508" y="10432"/>
                    <a:pt x="18526" y="10450"/>
                  </a:cubicBezTo>
                  <a:cubicBezTo>
                    <a:pt x="18598" y="10468"/>
                    <a:pt x="18653" y="10504"/>
                    <a:pt x="18653" y="10577"/>
                  </a:cubicBezTo>
                  <a:cubicBezTo>
                    <a:pt x="18671" y="10613"/>
                    <a:pt x="18671" y="10667"/>
                    <a:pt x="18689" y="10704"/>
                  </a:cubicBezTo>
                  <a:lnTo>
                    <a:pt x="18689" y="10704"/>
                  </a:lnTo>
                  <a:lnTo>
                    <a:pt x="18689" y="10704"/>
                  </a:lnTo>
                  <a:lnTo>
                    <a:pt x="18689" y="10704"/>
                  </a:lnTo>
                  <a:cubicBezTo>
                    <a:pt x="18725" y="10722"/>
                    <a:pt x="18761" y="10740"/>
                    <a:pt x="18798" y="10758"/>
                  </a:cubicBezTo>
                  <a:cubicBezTo>
                    <a:pt x="18834" y="10812"/>
                    <a:pt x="18834" y="10885"/>
                    <a:pt x="18798" y="10939"/>
                  </a:cubicBezTo>
                  <a:cubicBezTo>
                    <a:pt x="18761" y="10993"/>
                    <a:pt x="18725" y="11030"/>
                    <a:pt x="18689" y="11084"/>
                  </a:cubicBezTo>
                  <a:cubicBezTo>
                    <a:pt x="18689" y="11102"/>
                    <a:pt x="18689" y="11102"/>
                    <a:pt x="18689" y="11120"/>
                  </a:cubicBezTo>
                  <a:lnTo>
                    <a:pt x="18689" y="11120"/>
                  </a:lnTo>
                  <a:lnTo>
                    <a:pt x="18689" y="11120"/>
                  </a:lnTo>
                  <a:cubicBezTo>
                    <a:pt x="18725" y="11138"/>
                    <a:pt x="18743" y="11156"/>
                    <a:pt x="18780" y="11174"/>
                  </a:cubicBezTo>
                  <a:cubicBezTo>
                    <a:pt x="18834" y="11229"/>
                    <a:pt x="18834" y="11319"/>
                    <a:pt x="18816" y="11392"/>
                  </a:cubicBezTo>
                  <a:cubicBezTo>
                    <a:pt x="18798" y="11428"/>
                    <a:pt x="18798" y="11464"/>
                    <a:pt x="18816" y="11500"/>
                  </a:cubicBezTo>
                  <a:lnTo>
                    <a:pt x="18816" y="11500"/>
                  </a:lnTo>
                  <a:cubicBezTo>
                    <a:pt x="18816" y="11500"/>
                    <a:pt x="18834" y="11500"/>
                    <a:pt x="18834" y="11500"/>
                  </a:cubicBezTo>
                  <a:lnTo>
                    <a:pt x="18834" y="11500"/>
                  </a:lnTo>
                  <a:cubicBezTo>
                    <a:pt x="18870" y="11500"/>
                    <a:pt x="18888" y="11519"/>
                    <a:pt x="18888" y="11537"/>
                  </a:cubicBezTo>
                  <a:cubicBezTo>
                    <a:pt x="18924" y="11537"/>
                    <a:pt x="18961" y="11537"/>
                    <a:pt x="18997" y="11519"/>
                  </a:cubicBezTo>
                  <a:cubicBezTo>
                    <a:pt x="19015" y="11500"/>
                    <a:pt x="19033" y="11482"/>
                    <a:pt x="19033" y="11446"/>
                  </a:cubicBezTo>
                  <a:cubicBezTo>
                    <a:pt x="19033" y="11410"/>
                    <a:pt x="19051" y="11356"/>
                    <a:pt x="19087" y="11337"/>
                  </a:cubicBezTo>
                  <a:cubicBezTo>
                    <a:pt x="19142" y="11319"/>
                    <a:pt x="19196" y="11319"/>
                    <a:pt x="19250" y="11319"/>
                  </a:cubicBezTo>
                  <a:lnTo>
                    <a:pt x="19413" y="11319"/>
                  </a:lnTo>
                  <a:cubicBezTo>
                    <a:pt x="19486" y="11301"/>
                    <a:pt x="19576" y="11337"/>
                    <a:pt x="19631" y="11392"/>
                  </a:cubicBezTo>
                  <a:cubicBezTo>
                    <a:pt x="19685" y="11464"/>
                    <a:pt x="19685" y="11555"/>
                    <a:pt x="19631" y="11609"/>
                  </a:cubicBezTo>
                  <a:cubicBezTo>
                    <a:pt x="19613" y="11645"/>
                    <a:pt x="19594" y="11682"/>
                    <a:pt x="19576" y="11718"/>
                  </a:cubicBezTo>
                  <a:cubicBezTo>
                    <a:pt x="19576" y="11736"/>
                    <a:pt x="19594" y="11754"/>
                    <a:pt x="19613" y="11772"/>
                  </a:cubicBezTo>
                  <a:cubicBezTo>
                    <a:pt x="19685" y="11845"/>
                    <a:pt x="19739" y="11917"/>
                    <a:pt x="19739" y="12008"/>
                  </a:cubicBezTo>
                  <a:cubicBezTo>
                    <a:pt x="19739" y="12116"/>
                    <a:pt x="19667" y="12207"/>
                    <a:pt x="19576" y="12225"/>
                  </a:cubicBezTo>
                  <a:cubicBezTo>
                    <a:pt x="19486" y="12279"/>
                    <a:pt x="19395" y="12297"/>
                    <a:pt x="19341" y="12370"/>
                  </a:cubicBezTo>
                  <a:cubicBezTo>
                    <a:pt x="19323" y="12406"/>
                    <a:pt x="19305" y="12460"/>
                    <a:pt x="19305" y="12496"/>
                  </a:cubicBezTo>
                  <a:cubicBezTo>
                    <a:pt x="19305" y="12515"/>
                    <a:pt x="19305" y="12533"/>
                    <a:pt x="19305" y="12551"/>
                  </a:cubicBezTo>
                  <a:cubicBezTo>
                    <a:pt x="19305" y="12569"/>
                    <a:pt x="19305" y="12569"/>
                    <a:pt x="19305" y="12587"/>
                  </a:cubicBezTo>
                  <a:cubicBezTo>
                    <a:pt x="19305" y="12569"/>
                    <a:pt x="19323" y="12569"/>
                    <a:pt x="19323" y="12569"/>
                  </a:cubicBezTo>
                  <a:cubicBezTo>
                    <a:pt x="19359" y="12569"/>
                    <a:pt x="19395" y="12569"/>
                    <a:pt x="19413" y="12587"/>
                  </a:cubicBezTo>
                  <a:cubicBezTo>
                    <a:pt x="19468" y="12605"/>
                    <a:pt x="19504" y="12659"/>
                    <a:pt x="19486" y="12714"/>
                  </a:cubicBezTo>
                  <a:cubicBezTo>
                    <a:pt x="19486" y="12768"/>
                    <a:pt x="19450" y="12822"/>
                    <a:pt x="19413" y="12859"/>
                  </a:cubicBezTo>
                  <a:cubicBezTo>
                    <a:pt x="19359" y="12895"/>
                    <a:pt x="19305" y="12913"/>
                    <a:pt x="19269" y="12931"/>
                  </a:cubicBezTo>
                  <a:cubicBezTo>
                    <a:pt x="19232" y="12949"/>
                    <a:pt x="19196" y="12985"/>
                    <a:pt x="19214" y="13022"/>
                  </a:cubicBezTo>
                  <a:cubicBezTo>
                    <a:pt x="19214" y="13040"/>
                    <a:pt x="19232" y="13076"/>
                    <a:pt x="19269" y="13076"/>
                  </a:cubicBezTo>
                  <a:cubicBezTo>
                    <a:pt x="19305" y="13076"/>
                    <a:pt x="19341" y="13076"/>
                    <a:pt x="19359" y="13094"/>
                  </a:cubicBezTo>
                  <a:cubicBezTo>
                    <a:pt x="19395" y="13112"/>
                    <a:pt x="19413" y="13148"/>
                    <a:pt x="19432" y="13185"/>
                  </a:cubicBezTo>
                  <a:cubicBezTo>
                    <a:pt x="19432" y="13239"/>
                    <a:pt x="19450" y="13293"/>
                    <a:pt x="19450" y="13366"/>
                  </a:cubicBezTo>
                  <a:cubicBezTo>
                    <a:pt x="19450" y="13420"/>
                    <a:pt x="19450" y="13492"/>
                    <a:pt x="19413" y="13547"/>
                  </a:cubicBezTo>
                  <a:cubicBezTo>
                    <a:pt x="19413" y="13583"/>
                    <a:pt x="19395" y="13601"/>
                    <a:pt x="19377" y="13637"/>
                  </a:cubicBezTo>
                  <a:cubicBezTo>
                    <a:pt x="19450" y="13692"/>
                    <a:pt x="19468" y="13764"/>
                    <a:pt x="19468" y="13855"/>
                  </a:cubicBezTo>
                  <a:cubicBezTo>
                    <a:pt x="19450" y="13945"/>
                    <a:pt x="19395" y="14036"/>
                    <a:pt x="19305" y="14090"/>
                  </a:cubicBezTo>
                  <a:lnTo>
                    <a:pt x="19450" y="14163"/>
                  </a:lnTo>
                  <a:lnTo>
                    <a:pt x="19558" y="14199"/>
                  </a:lnTo>
                  <a:lnTo>
                    <a:pt x="19613" y="14235"/>
                  </a:lnTo>
                  <a:cubicBezTo>
                    <a:pt x="19631" y="14235"/>
                    <a:pt x="19631" y="14235"/>
                    <a:pt x="19631" y="14253"/>
                  </a:cubicBezTo>
                  <a:cubicBezTo>
                    <a:pt x="19739" y="14253"/>
                    <a:pt x="19794" y="14380"/>
                    <a:pt x="19866" y="14452"/>
                  </a:cubicBezTo>
                  <a:lnTo>
                    <a:pt x="19884" y="14470"/>
                  </a:lnTo>
                  <a:lnTo>
                    <a:pt x="19902" y="14470"/>
                  </a:lnTo>
                  <a:lnTo>
                    <a:pt x="19920" y="14470"/>
                  </a:lnTo>
                  <a:lnTo>
                    <a:pt x="19957" y="14470"/>
                  </a:lnTo>
                  <a:cubicBezTo>
                    <a:pt x="19957" y="14470"/>
                    <a:pt x="19975" y="14452"/>
                    <a:pt x="19993" y="14452"/>
                  </a:cubicBezTo>
                  <a:cubicBezTo>
                    <a:pt x="20047" y="14380"/>
                    <a:pt x="20047" y="14289"/>
                    <a:pt x="20083" y="14217"/>
                  </a:cubicBezTo>
                  <a:cubicBezTo>
                    <a:pt x="20102" y="14181"/>
                    <a:pt x="20120" y="14163"/>
                    <a:pt x="20138" y="14126"/>
                  </a:cubicBezTo>
                  <a:cubicBezTo>
                    <a:pt x="20138" y="14108"/>
                    <a:pt x="20174" y="14090"/>
                    <a:pt x="20174" y="14072"/>
                  </a:cubicBezTo>
                  <a:cubicBezTo>
                    <a:pt x="20192" y="14054"/>
                    <a:pt x="20174" y="13981"/>
                    <a:pt x="20174" y="13945"/>
                  </a:cubicBezTo>
                  <a:cubicBezTo>
                    <a:pt x="20156" y="13891"/>
                    <a:pt x="20192" y="13855"/>
                    <a:pt x="20246" y="13855"/>
                  </a:cubicBezTo>
                  <a:lnTo>
                    <a:pt x="20265" y="13855"/>
                  </a:lnTo>
                  <a:lnTo>
                    <a:pt x="20301" y="13855"/>
                  </a:lnTo>
                  <a:cubicBezTo>
                    <a:pt x="20319" y="13855"/>
                    <a:pt x="20355" y="13837"/>
                    <a:pt x="20373" y="13800"/>
                  </a:cubicBezTo>
                  <a:cubicBezTo>
                    <a:pt x="20409" y="13764"/>
                    <a:pt x="20464" y="13710"/>
                    <a:pt x="20536" y="13674"/>
                  </a:cubicBezTo>
                  <a:cubicBezTo>
                    <a:pt x="20609" y="13637"/>
                    <a:pt x="20681" y="13619"/>
                    <a:pt x="20754" y="13619"/>
                  </a:cubicBezTo>
                  <a:cubicBezTo>
                    <a:pt x="20790" y="13619"/>
                    <a:pt x="20808" y="13601"/>
                    <a:pt x="20826" y="13583"/>
                  </a:cubicBezTo>
                  <a:cubicBezTo>
                    <a:pt x="20862" y="13547"/>
                    <a:pt x="20862" y="13511"/>
                    <a:pt x="20862" y="13474"/>
                  </a:cubicBezTo>
                  <a:cubicBezTo>
                    <a:pt x="20862" y="13402"/>
                    <a:pt x="20916" y="13311"/>
                    <a:pt x="20989" y="13275"/>
                  </a:cubicBezTo>
                  <a:lnTo>
                    <a:pt x="21079" y="13221"/>
                  </a:lnTo>
                  <a:cubicBezTo>
                    <a:pt x="21098" y="13221"/>
                    <a:pt x="21116" y="13221"/>
                    <a:pt x="21116" y="13203"/>
                  </a:cubicBez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185"/>
                  </a:lnTo>
                  <a:cubicBezTo>
                    <a:pt x="21116" y="13167"/>
                    <a:pt x="21116" y="13148"/>
                    <a:pt x="21098" y="13112"/>
                  </a:cubicBezTo>
                  <a:cubicBezTo>
                    <a:pt x="21079" y="13076"/>
                    <a:pt x="21079" y="13004"/>
                    <a:pt x="21098" y="12949"/>
                  </a:cubicBezTo>
                  <a:cubicBezTo>
                    <a:pt x="21134" y="12877"/>
                    <a:pt x="21188" y="12804"/>
                    <a:pt x="21279" y="12786"/>
                  </a:cubicBezTo>
                  <a:cubicBezTo>
                    <a:pt x="21442" y="12732"/>
                    <a:pt x="21641" y="12822"/>
                    <a:pt x="21677" y="13004"/>
                  </a:cubicBezTo>
                  <a:cubicBezTo>
                    <a:pt x="21695" y="13094"/>
                    <a:pt x="21677" y="13203"/>
                    <a:pt x="21641" y="13275"/>
                  </a:cubicBezTo>
                  <a:cubicBezTo>
                    <a:pt x="21605" y="13348"/>
                    <a:pt x="21550" y="13420"/>
                    <a:pt x="21568" y="13511"/>
                  </a:cubicBezTo>
                  <a:cubicBezTo>
                    <a:pt x="21568" y="13547"/>
                    <a:pt x="21605" y="13547"/>
                    <a:pt x="21641" y="13583"/>
                  </a:cubicBezTo>
                  <a:cubicBezTo>
                    <a:pt x="21695" y="13619"/>
                    <a:pt x="21713" y="13655"/>
                    <a:pt x="21731" y="13710"/>
                  </a:cubicBezTo>
                  <a:cubicBezTo>
                    <a:pt x="21731" y="13800"/>
                    <a:pt x="21695" y="13891"/>
                    <a:pt x="21659" y="13981"/>
                  </a:cubicBezTo>
                  <a:cubicBezTo>
                    <a:pt x="21605" y="14036"/>
                    <a:pt x="21605" y="14108"/>
                    <a:pt x="21659" y="14181"/>
                  </a:cubicBezTo>
                  <a:cubicBezTo>
                    <a:pt x="21695" y="14217"/>
                    <a:pt x="21750" y="14271"/>
                    <a:pt x="21786" y="14307"/>
                  </a:cubicBezTo>
                  <a:cubicBezTo>
                    <a:pt x="21840" y="14362"/>
                    <a:pt x="21858" y="14416"/>
                    <a:pt x="21876" y="14489"/>
                  </a:cubicBezTo>
                  <a:cubicBezTo>
                    <a:pt x="21876" y="14579"/>
                    <a:pt x="21840" y="14651"/>
                    <a:pt x="21768" y="14724"/>
                  </a:cubicBezTo>
                  <a:cubicBezTo>
                    <a:pt x="21731" y="14742"/>
                    <a:pt x="21695" y="14778"/>
                    <a:pt x="21659" y="14814"/>
                  </a:cubicBezTo>
                  <a:cubicBezTo>
                    <a:pt x="21641" y="14851"/>
                    <a:pt x="21659" y="14887"/>
                    <a:pt x="21659" y="14905"/>
                  </a:cubicBezTo>
                  <a:cubicBezTo>
                    <a:pt x="21677" y="14941"/>
                    <a:pt x="21695" y="14977"/>
                    <a:pt x="21695" y="15014"/>
                  </a:cubicBezTo>
                  <a:cubicBezTo>
                    <a:pt x="21750" y="15014"/>
                    <a:pt x="21804" y="15032"/>
                    <a:pt x="21840" y="15068"/>
                  </a:cubicBezTo>
                  <a:cubicBezTo>
                    <a:pt x="21913" y="15140"/>
                    <a:pt x="21858" y="15249"/>
                    <a:pt x="21822" y="15322"/>
                  </a:cubicBezTo>
                  <a:cubicBezTo>
                    <a:pt x="21804" y="15340"/>
                    <a:pt x="21786" y="15358"/>
                    <a:pt x="21786" y="15376"/>
                  </a:cubicBezTo>
                  <a:cubicBezTo>
                    <a:pt x="21786" y="15376"/>
                    <a:pt x="21786" y="15376"/>
                    <a:pt x="21786" y="15376"/>
                  </a:cubicBezTo>
                  <a:cubicBezTo>
                    <a:pt x="21786" y="15412"/>
                    <a:pt x="21822" y="15412"/>
                    <a:pt x="21822" y="15448"/>
                  </a:cubicBezTo>
                  <a:cubicBezTo>
                    <a:pt x="21840" y="15466"/>
                    <a:pt x="21840" y="15503"/>
                    <a:pt x="21822" y="15539"/>
                  </a:cubicBezTo>
                  <a:cubicBezTo>
                    <a:pt x="21804" y="15593"/>
                    <a:pt x="21750" y="15611"/>
                    <a:pt x="21695" y="15629"/>
                  </a:cubicBezTo>
                  <a:cubicBezTo>
                    <a:pt x="21659" y="15629"/>
                    <a:pt x="21605" y="15629"/>
                    <a:pt x="21568" y="15648"/>
                  </a:cubicBezTo>
                  <a:cubicBezTo>
                    <a:pt x="21550" y="15684"/>
                    <a:pt x="21568" y="15720"/>
                    <a:pt x="21605" y="15738"/>
                  </a:cubicBezTo>
                  <a:cubicBezTo>
                    <a:pt x="21641" y="15774"/>
                    <a:pt x="21695" y="15810"/>
                    <a:pt x="21750" y="15810"/>
                  </a:cubicBezTo>
                  <a:cubicBezTo>
                    <a:pt x="21768" y="15810"/>
                    <a:pt x="21786" y="15829"/>
                    <a:pt x="21786" y="15847"/>
                  </a:cubicBezTo>
                  <a:cubicBezTo>
                    <a:pt x="21786" y="15937"/>
                    <a:pt x="21750" y="16028"/>
                    <a:pt x="21659" y="16082"/>
                  </a:cubicBezTo>
                  <a:cubicBezTo>
                    <a:pt x="21623" y="16100"/>
                    <a:pt x="21587" y="16136"/>
                    <a:pt x="21568" y="16155"/>
                  </a:cubicBezTo>
                  <a:cubicBezTo>
                    <a:pt x="21532" y="16191"/>
                    <a:pt x="21532" y="16227"/>
                    <a:pt x="21568" y="16263"/>
                  </a:cubicBezTo>
                  <a:cubicBezTo>
                    <a:pt x="21587" y="16299"/>
                    <a:pt x="21587" y="16354"/>
                    <a:pt x="21587" y="16390"/>
                  </a:cubicBezTo>
                  <a:cubicBezTo>
                    <a:pt x="21587" y="16426"/>
                    <a:pt x="21550" y="16462"/>
                    <a:pt x="21550" y="16499"/>
                  </a:cubicBezTo>
                  <a:cubicBezTo>
                    <a:pt x="21568" y="16589"/>
                    <a:pt x="21695" y="16589"/>
                    <a:pt x="21786" y="16607"/>
                  </a:cubicBezTo>
                  <a:cubicBezTo>
                    <a:pt x="21822" y="16607"/>
                    <a:pt x="21840" y="16625"/>
                    <a:pt x="21840" y="16680"/>
                  </a:cubicBezTo>
                  <a:cubicBezTo>
                    <a:pt x="21804" y="16879"/>
                    <a:pt x="21605" y="16970"/>
                    <a:pt x="21460" y="17096"/>
                  </a:cubicBezTo>
                  <a:cubicBezTo>
                    <a:pt x="21442" y="17132"/>
                    <a:pt x="21405" y="17187"/>
                    <a:pt x="21387" y="17223"/>
                  </a:cubicBezTo>
                  <a:cubicBezTo>
                    <a:pt x="21405" y="17223"/>
                    <a:pt x="21424" y="17223"/>
                    <a:pt x="21460" y="17205"/>
                  </a:cubicBezTo>
                  <a:cubicBezTo>
                    <a:pt x="21496" y="17187"/>
                    <a:pt x="21550" y="17169"/>
                    <a:pt x="21587" y="17169"/>
                  </a:cubicBezTo>
                  <a:cubicBezTo>
                    <a:pt x="21641" y="17151"/>
                    <a:pt x="21695" y="17169"/>
                    <a:pt x="21731" y="17223"/>
                  </a:cubicBezTo>
                  <a:cubicBezTo>
                    <a:pt x="21804" y="17187"/>
                    <a:pt x="21876" y="17187"/>
                    <a:pt x="21949" y="17259"/>
                  </a:cubicBezTo>
                  <a:cubicBezTo>
                    <a:pt x="22003" y="17314"/>
                    <a:pt x="22003" y="17422"/>
                    <a:pt x="21949" y="17495"/>
                  </a:cubicBezTo>
                  <a:cubicBezTo>
                    <a:pt x="22021" y="17549"/>
                    <a:pt x="22112" y="17567"/>
                    <a:pt x="22202" y="17567"/>
                  </a:cubicBezTo>
                  <a:cubicBezTo>
                    <a:pt x="22220" y="17567"/>
                    <a:pt x="22257" y="17585"/>
                    <a:pt x="22257" y="17603"/>
                  </a:cubicBezTo>
                  <a:cubicBezTo>
                    <a:pt x="22275" y="17694"/>
                    <a:pt x="22275" y="17784"/>
                    <a:pt x="22238" y="17857"/>
                  </a:cubicBezTo>
                  <a:cubicBezTo>
                    <a:pt x="22257" y="17875"/>
                    <a:pt x="22293" y="17875"/>
                    <a:pt x="22311" y="17857"/>
                  </a:cubicBezTo>
                  <a:cubicBezTo>
                    <a:pt x="22329" y="17839"/>
                    <a:pt x="22365" y="17857"/>
                    <a:pt x="22383" y="17893"/>
                  </a:cubicBezTo>
                  <a:cubicBezTo>
                    <a:pt x="22420" y="17966"/>
                    <a:pt x="22492" y="18038"/>
                    <a:pt x="22492" y="18129"/>
                  </a:cubicBezTo>
                  <a:cubicBezTo>
                    <a:pt x="22510" y="18165"/>
                    <a:pt x="22492" y="18201"/>
                    <a:pt x="22474" y="18237"/>
                  </a:cubicBezTo>
                  <a:cubicBezTo>
                    <a:pt x="22510" y="18219"/>
                    <a:pt x="22528" y="18219"/>
                    <a:pt x="22564" y="18219"/>
                  </a:cubicBezTo>
                  <a:cubicBezTo>
                    <a:pt x="22637" y="18237"/>
                    <a:pt x="22691" y="18273"/>
                    <a:pt x="22709" y="18346"/>
                  </a:cubicBezTo>
                  <a:cubicBezTo>
                    <a:pt x="22764" y="18473"/>
                    <a:pt x="22673" y="18581"/>
                    <a:pt x="22564" y="18654"/>
                  </a:cubicBezTo>
                  <a:cubicBezTo>
                    <a:pt x="22601" y="18708"/>
                    <a:pt x="22637" y="18744"/>
                    <a:pt x="22655" y="18799"/>
                  </a:cubicBezTo>
                  <a:cubicBezTo>
                    <a:pt x="22673" y="18817"/>
                    <a:pt x="22691" y="18853"/>
                    <a:pt x="22727" y="18871"/>
                  </a:cubicBezTo>
                  <a:cubicBezTo>
                    <a:pt x="22727" y="18889"/>
                    <a:pt x="22746" y="18907"/>
                    <a:pt x="22764" y="18925"/>
                  </a:cubicBezTo>
                  <a:cubicBezTo>
                    <a:pt x="22782" y="18907"/>
                    <a:pt x="22818" y="18907"/>
                    <a:pt x="22836" y="18925"/>
                  </a:cubicBezTo>
                  <a:cubicBezTo>
                    <a:pt x="22854" y="18943"/>
                    <a:pt x="22854" y="18998"/>
                    <a:pt x="22836" y="19034"/>
                  </a:cubicBezTo>
                  <a:cubicBezTo>
                    <a:pt x="22818" y="19070"/>
                    <a:pt x="22818" y="19106"/>
                    <a:pt x="22818" y="19143"/>
                  </a:cubicBezTo>
                  <a:lnTo>
                    <a:pt x="22854" y="19143"/>
                  </a:lnTo>
                  <a:cubicBezTo>
                    <a:pt x="22909" y="19143"/>
                    <a:pt x="22927" y="19197"/>
                    <a:pt x="22909" y="19233"/>
                  </a:cubicBezTo>
                  <a:cubicBezTo>
                    <a:pt x="22890" y="19233"/>
                    <a:pt x="22890" y="19233"/>
                    <a:pt x="22890" y="19251"/>
                  </a:cubicBezTo>
                  <a:cubicBezTo>
                    <a:pt x="22836" y="19306"/>
                    <a:pt x="22890" y="19396"/>
                    <a:pt x="22963" y="19378"/>
                  </a:cubicBezTo>
                  <a:cubicBezTo>
                    <a:pt x="23072" y="19360"/>
                    <a:pt x="23090" y="19233"/>
                    <a:pt x="22999" y="19179"/>
                  </a:cubicBezTo>
                  <a:cubicBezTo>
                    <a:pt x="22963" y="19161"/>
                    <a:pt x="22963" y="19106"/>
                    <a:pt x="22999" y="19088"/>
                  </a:cubicBezTo>
                  <a:lnTo>
                    <a:pt x="23126" y="18998"/>
                  </a:lnTo>
                  <a:cubicBezTo>
                    <a:pt x="23108" y="18962"/>
                    <a:pt x="23090" y="18907"/>
                    <a:pt x="23108" y="18871"/>
                  </a:cubicBezTo>
                  <a:cubicBezTo>
                    <a:pt x="23108" y="18835"/>
                    <a:pt x="23144" y="18817"/>
                    <a:pt x="23162" y="18835"/>
                  </a:cubicBezTo>
                  <a:cubicBezTo>
                    <a:pt x="23216" y="18835"/>
                    <a:pt x="23271" y="18853"/>
                    <a:pt x="23307" y="18889"/>
                  </a:cubicBezTo>
                  <a:cubicBezTo>
                    <a:pt x="23307" y="18708"/>
                    <a:pt x="23343" y="18509"/>
                    <a:pt x="23397" y="18346"/>
                  </a:cubicBezTo>
                  <a:cubicBezTo>
                    <a:pt x="23397" y="18328"/>
                    <a:pt x="23416" y="18310"/>
                    <a:pt x="23434" y="18310"/>
                  </a:cubicBezTo>
                  <a:lnTo>
                    <a:pt x="23434" y="18310"/>
                  </a:lnTo>
                  <a:cubicBezTo>
                    <a:pt x="23488" y="18237"/>
                    <a:pt x="23579" y="18201"/>
                    <a:pt x="23669" y="18201"/>
                  </a:cubicBezTo>
                  <a:cubicBezTo>
                    <a:pt x="23760" y="18201"/>
                    <a:pt x="23868" y="18237"/>
                    <a:pt x="23941" y="18310"/>
                  </a:cubicBezTo>
                  <a:cubicBezTo>
                    <a:pt x="23959" y="18346"/>
                    <a:pt x="23977" y="18400"/>
                    <a:pt x="23977" y="18454"/>
                  </a:cubicBezTo>
                  <a:cubicBezTo>
                    <a:pt x="23995" y="18473"/>
                    <a:pt x="24031" y="18509"/>
                    <a:pt x="24049" y="18545"/>
                  </a:cubicBezTo>
                  <a:cubicBezTo>
                    <a:pt x="24086" y="18599"/>
                    <a:pt x="24086" y="18690"/>
                    <a:pt x="24049" y="18762"/>
                  </a:cubicBezTo>
                  <a:cubicBezTo>
                    <a:pt x="24013" y="18835"/>
                    <a:pt x="23959" y="18889"/>
                    <a:pt x="23977" y="18980"/>
                  </a:cubicBezTo>
                  <a:cubicBezTo>
                    <a:pt x="24013" y="19052"/>
                    <a:pt x="24104" y="19052"/>
                    <a:pt x="24140" y="19125"/>
                  </a:cubicBezTo>
                  <a:cubicBezTo>
                    <a:pt x="24176" y="19197"/>
                    <a:pt x="24176" y="19306"/>
                    <a:pt x="24140" y="19378"/>
                  </a:cubicBezTo>
                  <a:cubicBezTo>
                    <a:pt x="24104" y="19469"/>
                    <a:pt x="24068" y="19541"/>
                    <a:pt x="24049" y="19632"/>
                  </a:cubicBezTo>
                  <a:cubicBezTo>
                    <a:pt x="24013" y="19686"/>
                    <a:pt x="24013" y="19740"/>
                    <a:pt x="24031" y="19795"/>
                  </a:cubicBezTo>
                  <a:cubicBezTo>
                    <a:pt x="24049" y="19849"/>
                    <a:pt x="24086" y="19903"/>
                    <a:pt x="24140" y="19921"/>
                  </a:cubicBezTo>
                  <a:cubicBezTo>
                    <a:pt x="24231" y="19939"/>
                    <a:pt x="24303" y="20012"/>
                    <a:pt x="24285" y="20102"/>
                  </a:cubicBezTo>
                  <a:cubicBezTo>
                    <a:pt x="24267" y="20175"/>
                    <a:pt x="24231" y="20247"/>
                    <a:pt x="24158" y="20284"/>
                  </a:cubicBezTo>
                  <a:lnTo>
                    <a:pt x="24068" y="20428"/>
                  </a:lnTo>
                  <a:cubicBezTo>
                    <a:pt x="24104" y="20410"/>
                    <a:pt x="24122" y="20392"/>
                    <a:pt x="24140" y="20392"/>
                  </a:cubicBezTo>
                  <a:cubicBezTo>
                    <a:pt x="24176" y="20356"/>
                    <a:pt x="24231" y="20356"/>
                    <a:pt x="24267" y="20356"/>
                  </a:cubicBezTo>
                  <a:cubicBezTo>
                    <a:pt x="24321" y="20374"/>
                    <a:pt x="24357" y="20410"/>
                    <a:pt x="24375" y="20465"/>
                  </a:cubicBezTo>
                  <a:cubicBezTo>
                    <a:pt x="24394" y="20501"/>
                    <a:pt x="24394" y="20555"/>
                    <a:pt x="24375" y="20610"/>
                  </a:cubicBezTo>
                  <a:lnTo>
                    <a:pt x="24466" y="20646"/>
                  </a:lnTo>
                  <a:lnTo>
                    <a:pt x="24520" y="20664"/>
                  </a:lnTo>
                  <a:cubicBezTo>
                    <a:pt x="24520" y="20591"/>
                    <a:pt x="24538" y="20519"/>
                    <a:pt x="24557" y="20447"/>
                  </a:cubicBezTo>
                  <a:lnTo>
                    <a:pt x="24557" y="20410"/>
                  </a:lnTo>
                  <a:cubicBezTo>
                    <a:pt x="24557" y="20356"/>
                    <a:pt x="24629" y="20356"/>
                    <a:pt x="24665" y="20392"/>
                  </a:cubicBezTo>
                  <a:cubicBezTo>
                    <a:pt x="24738" y="20465"/>
                    <a:pt x="24864" y="20483"/>
                    <a:pt x="24937" y="20410"/>
                  </a:cubicBezTo>
                  <a:cubicBezTo>
                    <a:pt x="24973" y="20374"/>
                    <a:pt x="25045" y="20410"/>
                    <a:pt x="25045" y="20465"/>
                  </a:cubicBezTo>
                  <a:cubicBezTo>
                    <a:pt x="25045" y="20465"/>
                    <a:pt x="25045" y="20483"/>
                    <a:pt x="25045" y="20501"/>
                  </a:cubicBezTo>
                  <a:cubicBezTo>
                    <a:pt x="25045" y="20573"/>
                    <a:pt x="25027" y="20664"/>
                    <a:pt x="25009" y="20736"/>
                  </a:cubicBezTo>
                  <a:cubicBezTo>
                    <a:pt x="25064" y="20772"/>
                    <a:pt x="25100" y="20827"/>
                    <a:pt x="25100" y="20899"/>
                  </a:cubicBezTo>
                  <a:cubicBezTo>
                    <a:pt x="25100" y="20954"/>
                    <a:pt x="25082" y="21008"/>
                    <a:pt x="25064" y="21062"/>
                  </a:cubicBezTo>
                  <a:lnTo>
                    <a:pt x="25064" y="21117"/>
                  </a:lnTo>
                  <a:cubicBezTo>
                    <a:pt x="25154" y="21044"/>
                    <a:pt x="25263" y="21026"/>
                    <a:pt x="25371" y="21044"/>
                  </a:cubicBezTo>
                  <a:cubicBezTo>
                    <a:pt x="25480" y="21098"/>
                    <a:pt x="25553" y="21225"/>
                    <a:pt x="25498" y="21352"/>
                  </a:cubicBezTo>
                  <a:lnTo>
                    <a:pt x="25498" y="21352"/>
                  </a:lnTo>
                  <a:cubicBezTo>
                    <a:pt x="25534" y="21406"/>
                    <a:pt x="25589" y="21424"/>
                    <a:pt x="25661" y="21424"/>
                  </a:cubicBezTo>
                  <a:cubicBezTo>
                    <a:pt x="25716" y="21424"/>
                    <a:pt x="25770" y="21370"/>
                    <a:pt x="25824" y="21388"/>
                  </a:cubicBezTo>
                  <a:cubicBezTo>
                    <a:pt x="25915" y="21388"/>
                    <a:pt x="25969" y="21461"/>
                    <a:pt x="25969" y="21551"/>
                  </a:cubicBezTo>
                  <a:cubicBezTo>
                    <a:pt x="25969" y="21606"/>
                    <a:pt x="25969" y="21678"/>
                    <a:pt x="25933" y="21732"/>
                  </a:cubicBezTo>
                  <a:lnTo>
                    <a:pt x="0" y="15358"/>
                  </a:lnTo>
                  <a:close/>
                  <a:moveTo>
                    <a:pt x="19395" y="12696"/>
                  </a:moveTo>
                  <a:close/>
                  <a:moveTo>
                    <a:pt x="21587" y="15068"/>
                  </a:moveTo>
                  <a:close/>
                  <a:moveTo>
                    <a:pt x="19323" y="13239"/>
                  </a:moveTo>
                  <a:close/>
                  <a:moveTo>
                    <a:pt x="19305" y="12605"/>
                  </a:moveTo>
                  <a:lnTo>
                    <a:pt x="19305" y="12605"/>
                  </a:lnTo>
                  <a:close/>
                  <a:moveTo>
                    <a:pt x="15592" y="10034"/>
                  </a:moveTo>
                  <a:lnTo>
                    <a:pt x="15592" y="10034"/>
                  </a:lnTo>
                  <a:cubicBezTo>
                    <a:pt x="15592" y="10052"/>
                    <a:pt x="15610" y="10088"/>
                    <a:pt x="15647" y="10106"/>
                  </a:cubicBezTo>
                  <a:lnTo>
                    <a:pt x="15665" y="10124"/>
                  </a:lnTo>
                  <a:lnTo>
                    <a:pt x="15665" y="9852"/>
                  </a:lnTo>
                  <a:cubicBezTo>
                    <a:pt x="15647" y="9871"/>
                    <a:pt x="15629" y="9889"/>
                    <a:pt x="15629" y="9925"/>
                  </a:cubicBezTo>
                  <a:cubicBezTo>
                    <a:pt x="15610" y="9943"/>
                    <a:pt x="15574" y="9997"/>
                    <a:pt x="15574" y="10034"/>
                  </a:cubicBezTo>
                  <a:close/>
                  <a:moveTo>
                    <a:pt x="14741" y="9345"/>
                  </a:moveTo>
                  <a:lnTo>
                    <a:pt x="14741" y="9345"/>
                  </a:lnTo>
                  <a:close/>
                  <a:moveTo>
                    <a:pt x="12803" y="5198"/>
                  </a:moveTo>
                  <a:lnTo>
                    <a:pt x="12803" y="5198"/>
                  </a:lnTo>
                  <a:close/>
                  <a:moveTo>
                    <a:pt x="12260" y="4148"/>
                  </a:moveTo>
                  <a:lnTo>
                    <a:pt x="12260" y="4148"/>
                  </a:lnTo>
                  <a:cubicBezTo>
                    <a:pt x="12260" y="4148"/>
                    <a:pt x="12242" y="4148"/>
                    <a:pt x="12260" y="4148"/>
                  </a:cubicBezTo>
                  <a:close/>
                  <a:moveTo>
                    <a:pt x="761" y="4329"/>
                  </a:moveTo>
                  <a:close/>
                  <a:moveTo>
                    <a:pt x="4419" y="1576"/>
                  </a:moveTo>
                  <a:close/>
                  <a:moveTo>
                    <a:pt x="5379" y="88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-124978" y="3537944"/>
              <a:ext cx="2090037" cy="1751861"/>
            </a:xfrm>
            <a:custGeom>
              <a:rect b="b" l="l" r="r" t="t"/>
              <a:pathLst>
                <a:path extrusionOk="0" h="17639" w="21044">
                  <a:moveTo>
                    <a:pt x="20265" y="17639"/>
                  </a:moveTo>
                  <a:cubicBezTo>
                    <a:pt x="20482" y="17476"/>
                    <a:pt x="20681" y="17295"/>
                    <a:pt x="20898" y="17132"/>
                  </a:cubicBezTo>
                  <a:lnTo>
                    <a:pt x="20916" y="17132"/>
                  </a:lnTo>
                  <a:cubicBezTo>
                    <a:pt x="20989" y="17168"/>
                    <a:pt x="21043" y="17077"/>
                    <a:pt x="20971" y="17041"/>
                  </a:cubicBezTo>
                  <a:cubicBezTo>
                    <a:pt x="20971" y="17023"/>
                    <a:pt x="20953" y="17023"/>
                    <a:pt x="20953" y="17023"/>
                  </a:cubicBezTo>
                  <a:lnTo>
                    <a:pt x="20772" y="16896"/>
                  </a:lnTo>
                  <a:cubicBezTo>
                    <a:pt x="20717" y="16860"/>
                    <a:pt x="20645" y="16806"/>
                    <a:pt x="20591" y="16769"/>
                  </a:cubicBezTo>
                  <a:cubicBezTo>
                    <a:pt x="20482" y="16661"/>
                    <a:pt x="20373" y="16552"/>
                    <a:pt x="20301" y="16425"/>
                  </a:cubicBezTo>
                  <a:cubicBezTo>
                    <a:pt x="20246" y="16280"/>
                    <a:pt x="20210" y="16136"/>
                    <a:pt x="20210" y="15991"/>
                  </a:cubicBezTo>
                  <a:cubicBezTo>
                    <a:pt x="20210" y="15900"/>
                    <a:pt x="20210" y="15810"/>
                    <a:pt x="20192" y="15719"/>
                  </a:cubicBezTo>
                  <a:cubicBezTo>
                    <a:pt x="20192" y="15647"/>
                    <a:pt x="20120" y="15574"/>
                    <a:pt x="20047" y="15592"/>
                  </a:cubicBezTo>
                  <a:cubicBezTo>
                    <a:pt x="19957" y="15592"/>
                    <a:pt x="19884" y="15610"/>
                    <a:pt x="19794" y="15629"/>
                  </a:cubicBezTo>
                  <a:lnTo>
                    <a:pt x="19649" y="15665"/>
                  </a:lnTo>
                  <a:lnTo>
                    <a:pt x="19631" y="15665"/>
                  </a:lnTo>
                  <a:lnTo>
                    <a:pt x="19631" y="15393"/>
                  </a:lnTo>
                  <a:cubicBezTo>
                    <a:pt x="19631" y="15303"/>
                    <a:pt x="19594" y="15230"/>
                    <a:pt x="19522" y="15212"/>
                  </a:cubicBezTo>
                  <a:cubicBezTo>
                    <a:pt x="19468" y="15212"/>
                    <a:pt x="19432" y="15212"/>
                    <a:pt x="19395" y="15212"/>
                  </a:cubicBezTo>
                  <a:cubicBezTo>
                    <a:pt x="19377" y="15230"/>
                    <a:pt x="19359" y="15212"/>
                    <a:pt x="19359" y="15212"/>
                  </a:cubicBezTo>
                  <a:cubicBezTo>
                    <a:pt x="19323" y="15158"/>
                    <a:pt x="19305" y="15103"/>
                    <a:pt x="19323" y="15067"/>
                  </a:cubicBezTo>
                  <a:cubicBezTo>
                    <a:pt x="19359" y="14995"/>
                    <a:pt x="19395" y="14922"/>
                    <a:pt x="19413" y="14868"/>
                  </a:cubicBezTo>
                  <a:cubicBezTo>
                    <a:pt x="19450" y="14795"/>
                    <a:pt x="19450" y="14723"/>
                    <a:pt x="19432" y="14651"/>
                  </a:cubicBezTo>
                  <a:cubicBezTo>
                    <a:pt x="19395" y="14578"/>
                    <a:pt x="19323" y="14542"/>
                    <a:pt x="19250" y="14560"/>
                  </a:cubicBezTo>
                  <a:cubicBezTo>
                    <a:pt x="19178" y="14560"/>
                    <a:pt x="19142" y="14633"/>
                    <a:pt x="19087" y="14633"/>
                  </a:cubicBezTo>
                  <a:cubicBezTo>
                    <a:pt x="19033" y="14651"/>
                    <a:pt x="18961" y="14633"/>
                    <a:pt x="18924" y="14596"/>
                  </a:cubicBezTo>
                  <a:lnTo>
                    <a:pt x="18924" y="14596"/>
                  </a:lnTo>
                  <a:cubicBezTo>
                    <a:pt x="18924" y="14470"/>
                    <a:pt x="18834" y="14361"/>
                    <a:pt x="18707" y="14343"/>
                  </a:cubicBezTo>
                  <a:cubicBezTo>
                    <a:pt x="18598" y="14343"/>
                    <a:pt x="18508" y="14397"/>
                    <a:pt x="18435" y="14470"/>
                  </a:cubicBezTo>
                  <a:cubicBezTo>
                    <a:pt x="18435" y="14451"/>
                    <a:pt x="18435" y="14433"/>
                    <a:pt x="18435" y="14415"/>
                  </a:cubicBezTo>
                  <a:cubicBezTo>
                    <a:pt x="18454" y="14361"/>
                    <a:pt x="18454" y="14307"/>
                    <a:pt x="18435" y="14252"/>
                  </a:cubicBezTo>
                  <a:cubicBezTo>
                    <a:pt x="18417" y="14180"/>
                    <a:pt x="18363" y="14144"/>
                    <a:pt x="18309" y="14125"/>
                  </a:cubicBezTo>
                  <a:cubicBezTo>
                    <a:pt x="18309" y="14035"/>
                    <a:pt x="18309" y="13962"/>
                    <a:pt x="18291" y="13890"/>
                  </a:cubicBezTo>
                  <a:cubicBezTo>
                    <a:pt x="18291" y="13872"/>
                    <a:pt x="18291" y="13854"/>
                    <a:pt x="18291" y="13836"/>
                  </a:cubicBezTo>
                  <a:cubicBezTo>
                    <a:pt x="18272" y="13799"/>
                    <a:pt x="18200" y="13781"/>
                    <a:pt x="18182" y="13818"/>
                  </a:cubicBezTo>
                  <a:cubicBezTo>
                    <a:pt x="18110" y="13908"/>
                    <a:pt x="17983" y="13926"/>
                    <a:pt x="17910" y="13854"/>
                  </a:cubicBezTo>
                  <a:cubicBezTo>
                    <a:pt x="17856" y="13836"/>
                    <a:pt x="17802" y="13854"/>
                    <a:pt x="17802" y="13908"/>
                  </a:cubicBezTo>
                  <a:lnTo>
                    <a:pt x="17802" y="13962"/>
                  </a:lnTo>
                  <a:lnTo>
                    <a:pt x="17802" y="14162"/>
                  </a:lnTo>
                  <a:lnTo>
                    <a:pt x="17765" y="14162"/>
                  </a:lnTo>
                  <a:lnTo>
                    <a:pt x="17675" y="14144"/>
                  </a:lnTo>
                  <a:cubicBezTo>
                    <a:pt x="17675" y="14107"/>
                    <a:pt x="17657" y="14053"/>
                    <a:pt x="17639" y="14017"/>
                  </a:cubicBezTo>
                  <a:cubicBezTo>
                    <a:pt x="17602" y="13962"/>
                    <a:pt x="17548" y="13944"/>
                    <a:pt x="17494" y="13926"/>
                  </a:cubicBezTo>
                  <a:cubicBezTo>
                    <a:pt x="17458" y="13944"/>
                    <a:pt x="17403" y="13962"/>
                    <a:pt x="17385" y="13999"/>
                  </a:cubicBezTo>
                  <a:cubicBezTo>
                    <a:pt x="17385" y="13999"/>
                    <a:pt x="17349" y="14035"/>
                    <a:pt x="17313" y="14053"/>
                  </a:cubicBezTo>
                  <a:cubicBezTo>
                    <a:pt x="17331" y="13999"/>
                    <a:pt x="17367" y="13944"/>
                    <a:pt x="17385" y="13890"/>
                  </a:cubicBezTo>
                  <a:cubicBezTo>
                    <a:pt x="17421" y="13836"/>
                    <a:pt x="17458" y="13763"/>
                    <a:pt x="17458" y="13691"/>
                  </a:cubicBezTo>
                  <a:cubicBezTo>
                    <a:pt x="17458" y="13582"/>
                    <a:pt x="17367" y="13546"/>
                    <a:pt x="17276" y="13528"/>
                  </a:cubicBezTo>
                  <a:cubicBezTo>
                    <a:pt x="17204" y="13528"/>
                    <a:pt x="17150" y="13510"/>
                    <a:pt x="17132" y="13455"/>
                  </a:cubicBezTo>
                  <a:cubicBezTo>
                    <a:pt x="17095" y="13401"/>
                    <a:pt x="17095" y="13347"/>
                    <a:pt x="17095" y="13274"/>
                  </a:cubicBezTo>
                  <a:cubicBezTo>
                    <a:pt x="17095" y="13184"/>
                    <a:pt x="17132" y="13111"/>
                    <a:pt x="17132" y="13021"/>
                  </a:cubicBezTo>
                  <a:cubicBezTo>
                    <a:pt x="17150" y="12930"/>
                    <a:pt x="17132" y="12840"/>
                    <a:pt x="17077" y="12767"/>
                  </a:cubicBezTo>
                  <a:cubicBezTo>
                    <a:pt x="17023" y="12713"/>
                    <a:pt x="16932" y="12731"/>
                    <a:pt x="16896" y="12659"/>
                  </a:cubicBezTo>
                  <a:cubicBezTo>
                    <a:pt x="16842" y="12586"/>
                    <a:pt x="16896" y="12514"/>
                    <a:pt x="16896" y="12423"/>
                  </a:cubicBezTo>
                  <a:cubicBezTo>
                    <a:pt x="16932" y="12351"/>
                    <a:pt x="16914" y="12260"/>
                    <a:pt x="16860" y="12206"/>
                  </a:cubicBezTo>
                  <a:cubicBezTo>
                    <a:pt x="16842" y="12170"/>
                    <a:pt x="16806" y="12152"/>
                    <a:pt x="16769" y="12152"/>
                  </a:cubicBezTo>
                  <a:cubicBezTo>
                    <a:pt x="16769" y="12097"/>
                    <a:pt x="16733" y="12043"/>
                    <a:pt x="16697" y="12007"/>
                  </a:cubicBezTo>
                  <a:cubicBezTo>
                    <a:pt x="16606" y="11952"/>
                    <a:pt x="16516" y="11934"/>
                    <a:pt x="16425" y="11970"/>
                  </a:cubicBezTo>
                  <a:cubicBezTo>
                    <a:pt x="16335" y="11989"/>
                    <a:pt x="16226" y="12025"/>
                    <a:pt x="16208" y="12115"/>
                  </a:cubicBezTo>
                  <a:lnTo>
                    <a:pt x="16208" y="12115"/>
                  </a:lnTo>
                  <a:cubicBezTo>
                    <a:pt x="16190" y="12133"/>
                    <a:pt x="16190" y="12152"/>
                    <a:pt x="16190" y="12170"/>
                  </a:cubicBezTo>
                  <a:cubicBezTo>
                    <a:pt x="16172" y="12351"/>
                    <a:pt x="16172" y="12532"/>
                    <a:pt x="16226" y="12713"/>
                  </a:cubicBezTo>
                  <a:cubicBezTo>
                    <a:pt x="16172" y="12695"/>
                    <a:pt x="16136" y="12695"/>
                    <a:pt x="16081" y="12695"/>
                  </a:cubicBezTo>
                  <a:cubicBezTo>
                    <a:pt x="16045" y="12695"/>
                    <a:pt x="16027" y="12713"/>
                    <a:pt x="16027" y="12749"/>
                  </a:cubicBezTo>
                  <a:cubicBezTo>
                    <a:pt x="16027" y="12785"/>
                    <a:pt x="16045" y="12840"/>
                    <a:pt x="16081" y="12858"/>
                  </a:cubicBezTo>
                  <a:lnTo>
                    <a:pt x="15973" y="12985"/>
                  </a:lnTo>
                  <a:cubicBezTo>
                    <a:pt x="15936" y="13021"/>
                    <a:pt x="15954" y="13075"/>
                    <a:pt x="15991" y="13075"/>
                  </a:cubicBezTo>
                  <a:cubicBezTo>
                    <a:pt x="16099" y="13093"/>
                    <a:pt x="16117" y="13238"/>
                    <a:pt x="16009" y="13274"/>
                  </a:cubicBezTo>
                  <a:cubicBezTo>
                    <a:pt x="15936" y="13311"/>
                    <a:pt x="15864" y="13238"/>
                    <a:pt x="15900" y="13166"/>
                  </a:cubicBezTo>
                  <a:cubicBezTo>
                    <a:pt x="15900" y="13166"/>
                    <a:pt x="15918" y="13148"/>
                    <a:pt x="15918" y="13148"/>
                  </a:cubicBezTo>
                  <a:cubicBezTo>
                    <a:pt x="15936" y="13129"/>
                    <a:pt x="15936" y="13111"/>
                    <a:pt x="15918" y="13075"/>
                  </a:cubicBezTo>
                  <a:cubicBezTo>
                    <a:pt x="15900" y="13075"/>
                    <a:pt x="15864" y="13075"/>
                    <a:pt x="15846" y="13075"/>
                  </a:cubicBezTo>
                  <a:lnTo>
                    <a:pt x="15828" y="13093"/>
                  </a:lnTo>
                  <a:cubicBezTo>
                    <a:pt x="15810" y="13057"/>
                    <a:pt x="15810" y="13021"/>
                    <a:pt x="15828" y="12985"/>
                  </a:cubicBezTo>
                  <a:cubicBezTo>
                    <a:pt x="15846" y="12948"/>
                    <a:pt x="15828" y="12894"/>
                    <a:pt x="15791" y="12876"/>
                  </a:cubicBezTo>
                  <a:cubicBezTo>
                    <a:pt x="15773" y="12858"/>
                    <a:pt x="15737" y="12876"/>
                    <a:pt x="15719" y="12912"/>
                  </a:cubicBezTo>
                  <a:cubicBezTo>
                    <a:pt x="15701" y="12894"/>
                    <a:pt x="15683" y="12876"/>
                    <a:pt x="15683" y="12858"/>
                  </a:cubicBezTo>
                  <a:cubicBezTo>
                    <a:pt x="15665" y="12858"/>
                    <a:pt x="15629" y="12822"/>
                    <a:pt x="15592" y="12803"/>
                  </a:cubicBezTo>
                  <a:cubicBezTo>
                    <a:pt x="15556" y="12767"/>
                    <a:pt x="15520" y="12731"/>
                    <a:pt x="15484" y="12695"/>
                  </a:cubicBezTo>
                  <a:cubicBezTo>
                    <a:pt x="15574" y="12604"/>
                    <a:pt x="15610" y="12459"/>
                    <a:pt x="15538" y="12351"/>
                  </a:cubicBezTo>
                  <a:cubicBezTo>
                    <a:pt x="15502" y="12296"/>
                    <a:pt x="15447" y="12260"/>
                    <a:pt x="15375" y="12260"/>
                  </a:cubicBezTo>
                  <a:cubicBezTo>
                    <a:pt x="15339" y="12278"/>
                    <a:pt x="15303" y="12296"/>
                    <a:pt x="15284" y="12314"/>
                  </a:cubicBezTo>
                  <a:cubicBezTo>
                    <a:pt x="15303" y="12278"/>
                    <a:pt x="15303" y="12224"/>
                    <a:pt x="15284" y="12188"/>
                  </a:cubicBezTo>
                  <a:cubicBezTo>
                    <a:pt x="15248" y="12097"/>
                    <a:pt x="15176" y="12061"/>
                    <a:pt x="15121" y="11989"/>
                  </a:cubicBezTo>
                  <a:cubicBezTo>
                    <a:pt x="15103" y="11952"/>
                    <a:pt x="15067" y="11952"/>
                    <a:pt x="15031" y="11970"/>
                  </a:cubicBezTo>
                  <a:cubicBezTo>
                    <a:pt x="15013" y="11989"/>
                    <a:pt x="14995" y="12007"/>
                    <a:pt x="14958" y="11989"/>
                  </a:cubicBezTo>
                  <a:cubicBezTo>
                    <a:pt x="14977" y="11898"/>
                    <a:pt x="14958" y="11807"/>
                    <a:pt x="14922" y="11735"/>
                  </a:cubicBezTo>
                  <a:cubicBezTo>
                    <a:pt x="14904" y="11717"/>
                    <a:pt x="14886" y="11717"/>
                    <a:pt x="14868" y="11717"/>
                  </a:cubicBezTo>
                  <a:cubicBezTo>
                    <a:pt x="14777" y="11735"/>
                    <a:pt x="14687" y="11735"/>
                    <a:pt x="14596" y="11717"/>
                  </a:cubicBezTo>
                  <a:cubicBezTo>
                    <a:pt x="14632" y="11626"/>
                    <a:pt x="14596" y="11536"/>
                    <a:pt x="14524" y="11481"/>
                  </a:cubicBezTo>
                  <a:cubicBezTo>
                    <a:pt x="14451" y="11427"/>
                    <a:pt x="14361" y="11445"/>
                    <a:pt x="14307" y="11500"/>
                  </a:cubicBezTo>
                  <a:cubicBezTo>
                    <a:pt x="14270" y="11463"/>
                    <a:pt x="14216" y="11445"/>
                    <a:pt x="14162" y="11481"/>
                  </a:cubicBezTo>
                  <a:cubicBezTo>
                    <a:pt x="14125" y="11500"/>
                    <a:pt x="14071" y="11518"/>
                    <a:pt x="14035" y="11554"/>
                  </a:cubicBezTo>
                  <a:cubicBezTo>
                    <a:pt x="14017" y="11572"/>
                    <a:pt x="13999" y="11572"/>
                    <a:pt x="13981" y="11572"/>
                  </a:cubicBezTo>
                  <a:cubicBezTo>
                    <a:pt x="13999" y="11536"/>
                    <a:pt x="13999" y="11481"/>
                    <a:pt x="14035" y="11445"/>
                  </a:cubicBezTo>
                  <a:cubicBezTo>
                    <a:pt x="14125" y="11282"/>
                    <a:pt x="14307" y="11137"/>
                    <a:pt x="14288" y="10938"/>
                  </a:cubicBezTo>
                  <a:cubicBezTo>
                    <a:pt x="14288" y="10902"/>
                    <a:pt x="14252" y="10884"/>
                    <a:pt x="14216" y="10884"/>
                  </a:cubicBezTo>
                  <a:cubicBezTo>
                    <a:pt x="14144" y="10902"/>
                    <a:pt x="14017" y="10920"/>
                    <a:pt x="13962" y="10848"/>
                  </a:cubicBezTo>
                  <a:cubicBezTo>
                    <a:pt x="13944" y="10811"/>
                    <a:pt x="13962" y="10757"/>
                    <a:pt x="13962" y="10721"/>
                  </a:cubicBezTo>
                  <a:cubicBezTo>
                    <a:pt x="13962" y="10685"/>
                    <a:pt x="13944" y="10630"/>
                    <a:pt x="13908" y="10612"/>
                  </a:cubicBezTo>
                  <a:cubicBezTo>
                    <a:pt x="13890" y="10576"/>
                    <a:pt x="13872" y="10540"/>
                    <a:pt x="13890" y="10504"/>
                  </a:cubicBezTo>
                  <a:cubicBezTo>
                    <a:pt x="13908" y="10467"/>
                    <a:pt x="13944" y="10431"/>
                    <a:pt x="13962" y="10395"/>
                  </a:cubicBezTo>
                  <a:cubicBezTo>
                    <a:pt x="14035" y="10341"/>
                    <a:pt x="14071" y="10232"/>
                    <a:pt x="14035" y="10141"/>
                  </a:cubicBezTo>
                  <a:cubicBezTo>
                    <a:pt x="14035" y="10123"/>
                    <a:pt x="14017" y="10123"/>
                    <a:pt x="13999" y="10123"/>
                  </a:cubicBezTo>
                  <a:cubicBezTo>
                    <a:pt x="13926" y="10123"/>
                    <a:pt x="13872" y="10123"/>
                    <a:pt x="13818" y="10087"/>
                  </a:cubicBezTo>
                  <a:cubicBezTo>
                    <a:pt x="13799" y="10069"/>
                    <a:pt x="13781" y="10033"/>
                    <a:pt x="13781" y="10015"/>
                  </a:cubicBezTo>
                  <a:cubicBezTo>
                    <a:pt x="13799" y="9978"/>
                    <a:pt x="13872" y="9960"/>
                    <a:pt x="13890" y="9960"/>
                  </a:cubicBezTo>
                  <a:cubicBezTo>
                    <a:pt x="13944" y="9924"/>
                    <a:pt x="13981" y="9888"/>
                    <a:pt x="13999" y="9833"/>
                  </a:cubicBezTo>
                  <a:cubicBezTo>
                    <a:pt x="13999" y="9797"/>
                    <a:pt x="13999" y="9761"/>
                    <a:pt x="13981" y="9743"/>
                  </a:cubicBezTo>
                  <a:cubicBezTo>
                    <a:pt x="13962" y="9725"/>
                    <a:pt x="13944" y="9707"/>
                    <a:pt x="13926" y="9689"/>
                  </a:cubicBezTo>
                  <a:cubicBezTo>
                    <a:pt x="13926" y="9689"/>
                    <a:pt x="13926" y="9689"/>
                    <a:pt x="13926" y="9671"/>
                  </a:cubicBezTo>
                  <a:cubicBezTo>
                    <a:pt x="13926" y="9652"/>
                    <a:pt x="13926" y="9634"/>
                    <a:pt x="13944" y="9616"/>
                  </a:cubicBezTo>
                  <a:cubicBezTo>
                    <a:pt x="13962" y="9544"/>
                    <a:pt x="13999" y="9435"/>
                    <a:pt x="13890" y="9381"/>
                  </a:cubicBezTo>
                  <a:cubicBezTo>
                    <a:pt x="13854" y="9345"/>
                    <a:pt x="13799" y="9345"/>
                    <a:pt x="13745" y="9363"/>
                  </a:cubicBezTo>
                  <a:cubicBezTo>
                    <a:pt x="13745" y="9326"/>
                    <a:pt x="13727" y="9290"/>
                    <a:pt x="13691" y="9272"/>
                  </a:cubicBezTo>
                  <a:cubicBezTo>
                    <a:pt x="13673" y="9236"/>
                    <a:pt x="13655" y="9200"/>
                    <a:pt x="13655" y="9163"/>
                  </a:cubicBezTo>
                  <a:cubicBezTo>
                    <a:pt x="13691" y="9127"/>
                    <a:pt x="13709" y="9091"/>
                    <a:pt x="13745" y="9055"/>
                  </a:cubicBezTo>
                  <a:cubicBezTo>
                    <a:pt x="13799" y="8982"/>
                    <a:pt x="13818" y="8892"/>
                    <a:pt x="13781" y="8801"/>
                  </a:cubicBezTo>
                  <a:cubicBezTo>
                    <a:pt x="13763" y="8729"/>
                    <a:pt x="13709" y="8693"/>
                    <a:pt x="13655" y="8656"/>
                  </a:cubicBezTo>
                  <a:cubicBezTo>
                    <a:pt x="13600" y="8602"/>
                    <a:pt x="13546" y="8584"/>
                    <a:pt x="13492" y="8548"/>
                  </a:cubicBezTo>
                  <a:cubicBezTo>
                    <a:pt x="13437" y="8493"/>
                    <a:pt x="13419" y="8421"/>
                    <a:pt x="13437" y="8367"/>
                  </a:cubicBezTo>
                  <a:cubicBezTo>
                    <a:pt x="13473" y="8276"/>
                    <a:pt x="13473" y="8167"/>
                    <a:pt x="13455" y="8077"/>
                  </a:cubicBezTo>
                  <a:cubicBezTo>
                    <a:pt x="13437" y="8041"/>
                    <a:pt x="13419" y="8004"/>
                    <a:pt x="13383" y="7968"/>
                  </a:cubicBezTo>
                  <a:cubicBezTo>
                    <a:pt x="13347" y="7950"/>
                    <a:pt x="13292" y="7950"/>
                    <a:pt x="13274" y="7914"/>
                  </a:cubicBezTo>
                  <a:cubicBezTo>
                    <a:pt x="13238" y="7841"/>
                    <a:pt x="13274" y="7751"/>
                    <a:pt x="13310" y="7678"/>
                  </a:cubicBezTo>
                  <a:cubicBezTo>
                    <a:pt x="13329" y="7588"/>
                    <a:pt x="13310" y="7497"/>
                    <a:pt x="13274" y="7407"/>
                  </a:cubicBezTo>
                  <a:cubicBezTo>
                    <a:pt x="13184" y="7244"/>
                    <a:pt x="12985" y="7190"/>
                    <a:pt x="12822" y="7298"/>
                  </a:cubicBezTo>
                  <a:cubicBezTo>
                    <a:pt x="12749" y="7334"/>
                    <a:pt x="12713" y="7425"/>
                    <a:pt x="12713" y="7497"/>
                  </a:cubicBezTo>
                  <a:cubicBezTo>
                    <a:pt x="12695" y="7552"/>
                    <a:pt x="12713" y="7606"/>
                    <a:pt x="12749" y="7660"/>
                  </a:cubicBezTo>
                  <a:cubicBezTo>
                    <a:pt x="12749" y="7678"/>
                    <a:pt x="12767" y="7697"/>
                    <a:pt x="12785" y="7715"/>
                  </a:cubicBez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cubicBezTo>
                    <a:pt x="12767" y="7751"/>
                    <a:pt x="12749" y="7751"/>
                    <a:pt x="12749" y="7769"/>
                  </a:cubicBezTo>
                  <a:cubicBezTo>
                    <a:pt x="12713" y="7787"/>
                    <a:pt x="12695" y="7805"/>
                    <a:pt x="12677" y="7823"/>
                  </a:cubicBezTo>
                  <a:cubicBezTo>
                    <a:pt x="12604" y="7896"/>
                    <a:pt x="12586" y="7968"/>
                    <a:pt x="12604" y="8059"/>
                  </a:cubicBezTo>
                  <a:cubicBezTo>
                    <a:pt x="12604" y="8095"/>
                    <a:pt x="12604" y="8131"/>
                    <a:pt x="12604" y="8167"/>
                  </a:cubicBezTo>
                  <a:cubicBezTo>
                    <a:pt x="12586" y="8186"/>
                    <a:pt x="12550" y="8204"/>
                    <a:pt x="12532" y="8222"/>
                  </a:cubicBezTo>
                  <a:cubicBezTo>
                    <a:pt x="12459" y="8240"/>
                    <a:pt x="12387" y="8276"/>
                    <a:pt x="12333" y="8330"/>
                  </a:cubicBezTo>
                  <a:cubicBezTo>
                    <a:pt x="12278" y="8367"/>
                    <a:pt x="12242" y="8421"/>
                    <a:pt x="12206" y="8493"/>
                  </a:cubicBezTo>
                  <a:cubicBezTo>
                    <a:pt x="12188" y="8511"/>
                    <a:pt x="12170" y="8530"/>
                    <a:pt x="12151" y="8548"/>
                  </a:cubicBezTo>
                  <a:lnTo>
                    <a:pt x="12133" y="8566"/>
                  </a:lnTo>
                  <a:lnTo>
                    <a:pt x="12097" y="8566"/>
                  </a:lnTo>
                  <a:cubicBezTo>
                    <a:pt x="12061" y="8566"/>
                    <a:pt x="12007" y="8620"/>
                    <a:pt x="12043" y="8674"/>
                  </a:cubicBezTo>
                  <a:cubicBezTo>
                    <a:pt x="12079" y="8711"/>
                    <a:pt x="12115" y="8747"/>
                    <a:pt x="12097" y="8801"/>
                  </a:cubicBezTo>
                  <a:cubicBezTo>
                    <a:pt x="12079" y="8837"/>
                    <a:pt x="12061" y="8837"/>
                    <a:pt x="12061" y="8856"/>
                  </a:cubicBezTo>
                  <a:cubicBezTo>
                    <a:pt x="12043" y="8892"/>
                    <a:pt x="12043" y="8910"/>
                    <a:pt x="12025" y="8946"/>
                  </a:cubicBezTo>
                  <a:cubicBezTo>
                    <a:pt x="12025" y="9037"/>
                    <a:pt x="12025" y="9127"/>
                    <a:pt x="11988" y="9200"/>
                  </a:cubicBezTo>
                  <a:cubicBezTo>
                    <a:pt x="11988" y="9218"/>
                    <a:pt x="11970" y="9218"/>
                    <a:pt x="11970" y="9236"/>
                  </a:cubicBezTo>
                  <a:lnTo>
                    <a:pt x="11952" y="9236"/>
                  </a:lnTo>
                  <a:lnTo>
                    <a:pt x="11934" y="9236"/>
                  </a:lnTo>
                  <a:lnTo>
                    <a:pt x="11916" y="9236"/>
                  </a:lnTo>
                  <a:lnTo>
                    <a:pt x="11898" y="9236"/>
                  </a:lnTo>
                  <a:lnTo>
                    <a:pt x="11880" y="9236"/>
                  </a:lnTo>
                  <a:cubicBezTo>
                    <a:pt x="11789" y="9182"/>
                    <a:pt x="11699" y="9073"/>
                    <a:pt x="11590" y="9073"/>
                  </a:cubicBezTo>
                  <a:lnTo>
                    <a:pt x="11572" y="9073"/>
                  </a:lnTo>
                  <a:cubicBezTo>
                    <a:pt x="11554" y="9073"/>
                    <a:pt x="11536" y="9073"/>
                    <a:pt x="11518" y="9073"/>
                  </a:cubicBezTo>
                  <a:lnTo>
                    <a:pt x="11391" y="9037"/>
                  </a:lnTo>
                  <a:lnTo>
                    <a:pt x="11246" y="9019"/>
                  </a:lnTo>
                  <a:cubicBezTo>
                    <a:pt x="11318" y="8946"/>
                    <a:pt x="11337" y="8856"/>
                    <a:pt x="11337" y="8747"/>
                  </a:cubicBezTo>
                  <a:cubicBezTo>
                    <a:pt x="11337" y="8656"/>
                    <a:pt x="11282" y="8584"/>
                    <a:pt x="11210" y="8548"/>
                  </a:cubicBezTo>
                  <a:cubicBezTo>
                    <a:pt x="11210" y="8511"/>
                    <a:pt x="11228" y="8493"/>
                    <a:pt x="11228" y="8457"/>
                  </a:cubicBezTo>
                  <a:cubicBezTo>
                    <a:pt x="11228" y="8385"/>
                    <a:pt x="11210" y="8330"/>
                    <a:pt x="11192" y="8258"/>
                  </a:cubicBezTo>
                  <a:cubicBezTo>
                    <a:pt x="11192" y="8204"/>
                    <a:pt x="11174" y="8149"/>
                    <a:pt x="11137" y="8095"/>
                  </a:cubicBezTo>
                  <a:cubicBezTo>
                    <a:pt x="11119" y="8077"/>
                    <a:pt x="11101" y="8041"/>
                    <a:pt x="11065" y="8023"/>
                  </a:cubicBezTo>
                  <a:cubicBezTo>
                    <a:pt x="11029" y="8023"/>
                    <a:pt x="10992" y="8023"/>
                    <a:pt x="10956" y="8023"/>
                  </a:cubicBezTo>
                  <a:cubicBezTo>
                    <a:pt x="10938" y="8041"/>
                    <a:pt x="10902" y="8023"/>
                    <a:pt x="10884" y="7986"/>
                  </a:cubicBezTo>
                  <a:cubicBezTo>
                    <a:pt x="10866" y="7950"/>
                    <a:pt x="10884" y="7932"/>
                    <a:pt x="10920" y="7896"/>
                  </a:cubicBezTo>
                  <a:cubicBezTo>
                    <a:pt x="10956" y="7860"/>
                    <a:pt x="11011" y="7823"/>
                    <a:pt x="11047" y="7787"/>
                  </a:cubicBezTo>
                  <a:cubicBezTo>
                    <a:pt x="11083" y="7751"/>
                    <a:pt x="11101" y="7697"/>
                    <a:pt x="11101" y="7624"/>
                  </a:cubicBezTo>
                  <a:cubicBezTo>
                    <a:pt x="11083" y="7570"/>
                    <a:pt x="11047" y="7534"/>
                    <a:pt x="10992" y="7515"/>
                  </a:cubicBezTo>
                  <a:cubicBezTo>
                    <a:pt x="10956" y="7515"/>
                    <a:pt x="10938" y="7515"/>
                    <a:pt x="10902" y="7515"/>
                  </a:cubicBezTo>
                  <a:lnTo>
                    <a:pt x="10884" y="7534"/>
                  </a:lnTo>
                  <a:cubicBezTo>
                    <a:pt x="10866" y="7534"/>
                    <a:pt x="10866" y="7515"/>
                    <a:pt x="10866" y="7515"/>
                  </a:cubicBezTo>
                  <a:cubicBezTo>
                    <a:pt x="10848" y="7497"/>
                    <a:pt x="10848" y="7479"/>
                    <a:pt x="10848" y="7461"/>
                  </a:cubicBezTo>
                  <a:cubicBezTo>
                    <a:pt x="10829" y="7407"/>
                    <a:pt x="10829" y="7371"/>
                    <a:pt x="10848" y="7334"/>
                  </a:cubicBezTo>
                  <a:cubicBezTo>
                    <a:pt x="10884" y="7244"/>
                    <a:pt x="10974" y="7190"/>
                    <a:pt x="11047" y="7135"/>
                  </a:cubicBezTo>
                  <a:cubicBezTo>
                    <a:pt x="11137" y="7081"/>
                    <a:pt x="11174" y="6972"/>
                    <a:pt x="11155" y="6882"/>
                  </a:cubicBezTo>
                  <a:cubicBezTo>
                    <a:pt x="11137" y="6791"/>
                    <a:pt x="11047" y="6737"/>
                    <a:pt x="10974" y="6682"/>
                  </a:cubicBezTo>
                  <a:cubicBezTo>
                    <a:pt x="10938" y="6682"/>
                    <a:pt x="10920" y="6664"/>
                    <a:pt x="10920" y="6628"/>
                  </a:cubicBezTo>
                  <a:cubicBezTo>
                    <a:pt x="10920" y="6592"/>
                    <a:pt x="10938" y="6556"/>
                    <a:pt x="10956" y="6519"/>
                  </a:cubicBezTo>
                  <a:cubicBezTo>
                    <a:pt x="10992" y="6447"/>
                    <a:pt x="10974" y="6356"/>
                    <a:pt x="10902" y="6302"/>
                  </a:cubicBezTo>
                  <a:cubicBezTo>
                    <a:pt x="10829" y="6266"/>
                    <a:pt x="10757" y="6248"/>
                    <a:pt x="10667" y="6284"/>
                  </a:cubicBezTo>
                  <a:cubicBezTo>
                    <a:pt x="10630" y="6284"/>
                    <a:pt x="10576" y="6302"/>
                    <a:pt x="10522" y="6320"/>
                  </a:cubicBezTo>
                  <a:cubicBezTo>
                    <a:pt x="10467" y="6338"/>
                    <a:pt x="10431" y="6356"/>
                    <a:pt x="10377" y="6375"/>
                  </a:cubicBezTo>
                  <a:cubicBezTo>
                    <a:pt x="10341" y="6411"/>
                    <a:pt x="10322" y="6447"/>
                    <a:pt x="10341" y="6501"/>
                  </a:cubicBezTo>
                  <a:cubicBezTo>
                    <a:pt x="10341" y="6519"/>
                    <a:pt x="10341" y="6556"/>
                    <a:pt x="10322" y="6574"/>
                  </a:cubicBezTo>
                  <a:cubicBezTo>
                    <a:pt x="10304" y="6592"/>
                    <a:pt x="10268" y="6610"/>
                    <a:pt x="10232" y="6610"/>
                  </a:cubicBezTo>
                  <a:cubicBezTo>
                    <a:pt x="10214" y="6592"/>
                    <a:pt x="10196" y="6592"/>
                    <a:pt x="10178" y="6592"/>
                  </a:cubicBezTo>
                  <a:lnTo>
                    <a:pt x="10178" y="6592"/>
                  </a:lnTo>
                  <a:cubicBezTo>
                    <a:pt x="10159" y="6592"/>
                    <a:pt x="10141" y="6592"/>
                    <a:pt x="10141" y="6592"/>
                  </a:cubicBezTo>
                  <a:lnTo>
                    <a:pt x="10141" y="6592"/>
                  </a:lnTo>
                  <a:cubicBezTo>
                    <a:pt x="10123" y="6556"/>
                    <a:pt x="10123" y="6519"/>
                    <a:pt x="10123" y="6483"/>
                  </a:cubicBezTo>
                  <a:cubicBezTo>
                    <a:pt x="10141" y="6411"/>
                    <a:pt x="10105" y="6338"/>
                    <a:pt x="10051" y="6284"/>
                  </a:cubicBezTo>
                  <a:cubicBezTo>
                    <a:pt x="10015" y="6266"/>
                    <a:pt x="9978" y="6266"/>
                    <a:pt x="9942" y="6266"/>
                  </a:cubicBezTo>
                  <a:lnTo>
                    <a:pt x="9942" y="6266"/>
                  </a:lnTo>
                  <a:cubicBezTo>
                    <a:pt x="9942" y="6248"/>
                    <a:pt x="9942" y="6248"/>
                    <a:pt x="9942" y="6248"/>
                  </a:cubicBezTo>
                  <a:cubicBezTo>
                    <a:pt x="9942" y="6248"/>
                    <a:pt x="9942" y="6230"/>
                    <a:pt x="9942" y="6212"/>
                  </a:cubicBezTo>
                  <a:cubicBezTo>
                    <a:pt x="9960" y="6157"/>
                    <a:pt x="9996" y="6103"/>
                    <a:pt x="10015" y="6049"/>
                  </a:cubicBezTo>
                  <a:cubicBezTo>
                    <a:pt x="10033" y="5994"/>
                    <a:pt x="10015" y="5922"/>
                    <a:pt x="9960" y="5886"/>
                  </a:cubicBezTo>
                  <a:cubicBezTo>
                    <a:pt x="9924" y="5849"/>
                    <a:pt x="9888" y="5849"/>
                    <a:pt x="9852" y="5849"/>
                  </a:cubicBezTo>
                  <a:lnTo>
                    <a:pt x="9833" y="5849"/>
                  </a:lnTo>
                  <a:lnTo>
                    <a:pt x="9833" y="5849"/>
                  </a:lnTo>
                  <a:lnTo>
                    <a:pt x="9833" y="5849"/>
                  </a:lnTo>
                  <a:cubicBezTo>
                    <a:pt x="9815" y="5813"/>
                    <a:pt x="9797" y="5759"/>
                    <a:pt x="9779" y="5723"/>
                  </a:cubicBezTo>
                  <a:cubicBezTo>
                    <a:pt x="9743" y="5668"/>
                    <a:pt x="9689" y="5632"/>
                    <a:pt x="9616" y="5632"/>
                  </a:cubicBezTo>
                  <a:cubicBezTo>
                    <a:pt x="9580" y="5632"/>
                    <a:pt x="9544" y="5650"/>
                    <a:pt x="9526" y="5632"/>
                  </a:cubicBezTo>
                  <a:cubicBezTo>
                    <a:pt x="9507" y="5632"/>
                    <a:pt x="9489" y="5614"/>
                    <a:pt x="9471" y="5596"/>
                  </a:cubicBezTo>
                  <a:cubicBezTo>
                    <a:pt x="9453" y="5560"/>
                    <a:pt x="9435" y="5487"/>
                    <a:pt x="9435" y="5433"/>
                  </a:cubicBezTo>
                  <a:cubicBezTo>
                    <a:pt x="9453" y="5288"/>
                    <a:pt x="9381" y="5161"/>
                    <a:pt x="9272" y="5089"/>
                  </a:cubicBezTo>
                  <a:cubicBezTo>
                    <a:pt x="9163" y="5034"/>
                    <a:pt x="9037" y="5053"/>
                    <a:pt x="8946" y="5125"/>
                  </a:cubicBezTo>
                  <a:cubicBezTo>
                    <a:pt x="8928" y="5143"/>
                    <a:pt x="8892" y="5179"/>
                    <a:pt x="8892" y="5197"/>
                  </a:cubicBezTo>
                  <a:cubicBezTo>
                    <a:pt x="8874" y="5234"/>
                    <a:pt x="8856" y="5252"/>
                    <a:pt x="8837" y="5270"/>
                  </a:cubicBezTo>
                  <a:cubicBezTo>
                    <a:pt x="8801" y="5288"/>
                    <a:pt x="8783" y="5306"/>
                    <a:pt x="8747" y="5324"/>
                  </a:cubicBezTo>
                  <a:cubicBezTo>
                    <a:pt x="8729" y="5360"/>
                    <a:pt x="8711" y="5379"/>
                    <a:pt x="8711" y="5415"/>
                  </a:cubicBezTo>
                  <a:lnTo>
                    <a:pt x="8711" y="5596"/>
                  </a:lnTo>
                  <a:cubicBezTo>
                    <a:pt x="8711" y="5614"/>
                    <a:pt x="8693" y="5650"/>
                    <a:pt x="8674" y="5668"/>
                  </a:cubicBezTo>
                  <a:cubicBezTo>
                    <a:pt x="8656" y="5686"/>
                    <a:pt x="8638" y="5741"/>
                    <a:pt x="8656" y="5777"/>
                  </a:cubicBezTo>
                  <a:cubicBezTo>
                    <a:pt x="8656" y="5795"/>
                    <a:pt x="8674" y="5831"/>
                    <a:pt x="8693" y="5868"/>
                  </a:cubicBezTo>
                  <a:cubicBezTo>
                    <a:pt x="8693" y="5886"/>
                    <a:pt x="8693" y="5904"/>
                    <a:pt x="8693" y="5922"/>
                  </a:cubicBezTo>
                  <a:cubicBezTo>
                    <a:pt x="8656" y="5958"/>
                    <a:pt x="8602" y="5976"/>
                    <a:pt x="8566" y="5994"/>
                  </a:cubicBezTo>
                  <a:cubicBezTo>
                    <a:pt x="8530" y="5994"/>
                    <a:pt x="8511" y="6030"/>
                    <a:pt x="8530" y="6067"/>
                  </a:cubicBezTo>
                  <a:cubicBezTo>
                    <a:pt x="8584" y="6139"/>
                    <a:pt x="8620" y="6230"/>
                    <a:pt x="8638" y="6338"/>
                  </a:cubicBezTo>
                  <a:cubicBezTo>
                    <a:pt x="8638" y="6356"/>
                    <a:pt x="8638" y="6393"/>
                    <a:pt x="8602" y="6393"/>
                  </a:cubicBezTo>
                  <a:cubicBezTo>
                    <a:pt x="8566" y="6393"/>
                    <a:pt x="8530" y="6411"/>
                    <a:pt x="8493" y="6429"/>
                  </a:cubicBezTo>
                  <a:cubicBezTo>
                    <a:pt x="8439" y="6465"/>
                    <a:pt x="8385" y="6538"/>
                    <a:pt x="8367" y="6610"/>
                  </a:cubicBezTo>
                  <a:cubicBezTo>
                    <a:pt x="8330" y="6646"/>
                    <a:pt x="8294" y="6682"/>
                    <a:pt x="8258" y="6701"/>
                  </a:cubicBezTo>
                  <a:cubicBezTo>
                    <a:pt x="8240" y="6664"/>
                    <a:pt x="8222" y="6610"/>
                    <a:pt x="8204" y="6574"/>
                  </a:cubicBezTo>
                  <a:cubicBezTo>
                    <a:pt x="8240" y="6465"/>
                    <a:pt x="8240" y="6356"/>
                    <a:pt x="8222" y="6230"/>
                  </a:cubicBezTo>
                  <a:cubicBezTo>
                    <a:pt x="8204" y="6212"/>
                    <a:pt x="8167" y="6175"/>
                    <a:pt x="8131" y="6193"/>
                  </a:cubicBezTo>
                  <a:cubicBezTo>
                    <a:pt x="8077" y="6212"/>
                    <a:pt x="8004" y="6212"/>
                    <a:pt x="7950" y="6193"/>
                  </a:cubicBezTo>
                  <a:cubicBezTo>
                    <a:pt x="7914" y="6175"/>
                    <a:pt x="7878" y="6139"/>
                    <a:pt x="7896" y="6103"/>
                  </a:cubicBezTo>
                  <a:cubicBezTo>
                    <a:pt x="7896" y="6067"/>
                    <a:pt x="7914" y="6049"/>
                    <a:pt x="7932" y="6030"/>
                  </a:cubicBezTo>
                  <a:cubicBezTo>
                    <a:pt x="7932" y="6012"/>
                    <a:pt x="7950" y="5976"/>
                    <a:pt x="7950" y="5958"/>
                  </a:cubicBezTo>
                  <a:cubicBezTo>
                    <a:pt x="7950" y="5904"/>
                    <a:pt x="7932" y="5868"/>
                    <a:pt x="7896" y="5831"/>
                  </a:cubicBezTo>
                  <a:cubicBezTo>
                    <a:pt x="7860" y="5777"/>
                    <a:pt x="7769" y="5759"/>
                    <a:pt x="7733" y="5705"/>
                  </a:cubicBezTo>
                  <a:cubicBezTo>
                    <a:pt x="7697" y="5632"/>
                    <a:pt x="7715" y="5596"/>
                    <a:pt x="7697" y="5560"/>
                  </a:cubicBezTo>
                  <a:cubicBezTo>
                    <a:pt x="7697" y="5505"/>
                    <a:pt x="7660" y="5469"/>
                    <a:pt x="7606" y="5433"/>
                  </a:cubicBezTo>
                  <a:cubicBezTo>
                    <a:pt x="7552" y="5397"/>
                    <a:pt x="7479" y="5397"/>
                    <a:pt x="7425" y="5415"/>
                  </a:cubicBezTo>
                  <a:cubicBezTo>
                    <a:pt x="7425" y="5360"/>
                    <a:pt x="7389" y="5306"/>
                    <a:pt x="7352" y="5270"/>
                  </a:cubicBezTo>
                  <a:cubicBezTo>
                    <a:pt x="7280" y="5216"/>
                    <a:pt x="7171" y="5179"/>
                    <a:pt x="7081" y="5179"/>
                  </a:cubicBezTo>
                  <a:cubicBezTo>
                    <a:pt x="7045" y="5179"/>
                    <a:pt x="7008" y="5216"/>
                    <a:pt x="7026" y="5252"/>
                  </a:cubicBezTo>
                  <a:lnTo>
                    <a:pt x="7026" y="5252"/>
                  </a:lnTo>
                  <a:cubicBezTo>
                    <a:pt x="7008" y="5270"/>
                    <a:pt x="7008" y="5270"/>
                    <a:pt x="7008" y="5270"/>
                  </a:cubicBezTo>
                  <a:lnTo>
                    <a:pt x="6972" y="5306"/>
                  </a:lnTo>
                  <a:cubicBezTo>
                    <a:pt x="6936" y="5342"/>
                    <a:pt x="6900" y="5360"/>
                    <a:pt x="6864" y="5397"/>
                  </a:cubicBezTo>
                  <a:lnTo>
                    <a:pt x="6646" y="5578"/>
                  </a:lnTo>
                  <a:cubicBezTo>
                    <a:pt x="6646" y="5578"/>
                    <a:pt x="6646" y="5596"/>
                    <a:pt x="6646" y="5614"/>
                  </a:cubicBezTo>
                  <a:lnTo>
                    <a:pt x="6592" y="5560"/>
                  </a:lnTo>
                  <a:cubicBezTo>
                    <a:pt x="6574" y="5542"/>
                    <a:pt x="6574" y="5523"/>
                    <a:pt x="6556" y="5505"/>
                  </a:cubicBezTo>
                  <a:cubicBezTo>
                    <a:pt x="6574" y="5487"/>
                    <a:pt x="6574" y="5469"/>
                    <a:pt x="6592" y="5451"/>
                  </a:cubicBezTo>
                  <a:cubicBezTo>
                    <a:pt x="6628" y="5415"/>
                    <a:pt x="6646" y="5360"/>
                    <a:pt x="6646" y="5306"/>
                  </a:cubicBezTo>
                  <a:cubicBezTo>
                    <a:pt x="6646" y="5288"/>
                    <a:pt x="6628" y="5252"/>
                    <a:pt x="6610" y="5234"/>
                  </a:cubicBezTo>
                  <a:cubicBezTo>
                    <a:pt x="6592" y="5216"/>
                    <a:pt x="6574" y="5197"/>
                    <a:pt x="6538" y="5197"/>
                  </a:cubicBezTo>
                  <a:cubicBezTo>
                    <a:pt x="6519" y="5179"/>
                    <a:pt x="6501" y="5161"/>
                    <a:pt x="6501" y="5143"/>
                  </a:cubicBezTo>
                  <a:cubicBezTo>
                    <a:pt x="6501" y="5125"/>
                    <a:pt x="6501" y="5125"/>
                    <a:pt x="6501" y="5107"/>
                  </a:cubicBezTo>
                  <a:cubicBezTo>
                    <a:pt x="6501" y="5053"/>
                    <a:pt x="6447" y="5016"/>
                    <a:pt x="6393" y="5053"/>
                  </a:cubicBezTo>
                  <a:lnTo>
                    <a:pt x="6375" y="5071"/>
                  </a:lnTo>
                  <a:cubicBezTo>
                    <a:pt x="6338" y="5107"/>
                    <a:pt x="6284" y="5125"/>
                    <a:pt x="6230" y="5125"/>
                  </a:cubicBezTo>
                  <a:cubicBezTo>
                    <a:pt x="6193" y="5143"/>
                    <a:pt x="6175" y="5143"/>
                    <a:pt x="6175" y="5179"/>
                  </a:cubicBezTo>
                  <a:cubicBezTo>
                    <a:pt x="6139" y="5360"/>
                    <a:pt x="6049" y="5542"/>
                    <a:pt x="5922" y="5686"/>
                  </a:cubicBezTo>
                  <a:cubicBezTo>
                    <a:pt x="5867" y="5723"/>
                    <a:pt x="5813" y="5759"/>
                    <a:pt x="5759" y="5741"/>
                  </a:cubicBezTo>
                  <a:cubicBezTo>
                    <a:pt x="5686" y="5705"/>
                    <a:pt x="5759" y="5614"/>
                    <a:pt x="5777" y="5560"/>
                  </a:cubicBezTo>
                  <a:cubicBezTo>
                    <a:pt x="5795" y="5487"/>
                    <a:pt x="5777" y="5415"/>
                    <a:pt x="5723" y="5379"/>
                  </a:cubicBezTo>
                  <a:cubicBezTo>
                    <a:pt x="5686" y="5360"/>
                    <a:pt x="5632" y="5360"/>
                    <a:pt x="5596" y="5379"/>
                  </a:cubicBezTo>
                  <a:lnTo>
                    <a:pt x="5578" y="5379"/>
                  </a:lnTo>
                  <a:cubicBezTo>
                    <a:pt x="5560" y="5379"/>
                    <a:pt x="5523" y="5342"/>
                    <a:pt x="5523" y="5324"/>
                  </a:cubicBezTo>
                  <a:lnTo>
                    <a:pt x="5397" y="5216"/>
                  </a:lnTo>
                  <a:cubicBezTo>
                    <a:pt x="5379" y="5197"/>
                    <a:pt x="5342" y="5161"/>
                    <a:pt x="5306" y="5143"/>
                  </a:cubicBezTo>
                  <a:cubicBezTo>
                    <a:pt x="5270" y="5071"/>
                    <a:pt x="5306" y="5016"/>
                    <a:pt x="5342" y="4962"/>
                  </a:cubicBezTo>
                  <a:cubicBezTo>
                    <a:pt x="5379" y="4890"/>
                    <a:pt x="5379" y="4799"/>
                    <a:pt x="5342" y="4745"/>
                  </a:cubicBezTo>
                  <a:cubicBezTo>
                    <a:pt x="5306" y="4709"/>
                    <a:pt x="5270" y="4672"/>
                    <a:pt x="5216" y="4654"/>
                  </a:cubicBezTo>
                  <a:cubicBezTo>
                    <a:pt x="5234" y="4618"/>
                    <a:pt x="5216" y="4582"/>
                    <a:pt x="5197" y="4546"/>
                  </a:cubicBezTo>
                  <a:cubicBezTo>
                    <a:pt x="5179" y="4473"/>
                    <a:pt x="5107" y="4437"/>
                    <a:pt x="5053" y="4401"/>
                  </a:cubicBezTo>
                  <a:cubicBezTo>
                    <a:pt x="4962" y="4346"/>
                    <a:pt x="4817" y="4274"/>
                    <a:pt x="4799" y="4165"/>
                  </a:cubicBezTo>
                  <a:cubicBezTo>
                    <a:pt x="4781" y="4057"/>
                    <a:pt x="4799" y="3930"/>
                    <a:pt x="4781" y="3821"/>
                  </a:cubicBezTo>
                  <a:cubicBezTo>
                    <a:pt x="4781" y="3712"/>
                    <a:pt x="4654" y="3640"/>
                    <a:pt x="4564" y="3586"/>
                  </a:cubicBezTo>
                  <a:cubicBezTo>
                    <a:pt x="4491" y="3549"/>
                    <a:pt x="4455" y="3477"/>
                    <a:pt x="4455" y="3405"/>
                  </a:cubicBezTo>
                  <a:cubicBezTo>
                    <a:pt x="4455" y="3387"/>
                    <a:pt x="4455" y="3368"/>
                    <a:pt x="4455" y="3368"/>
                  </a:cubicBezTo>
                  <a:cubicBezTo>
                    <a:pt x="4455" y="3350"/>
                    <a:pt x="4455" y="3350"/>
                    <a:pt x="4473" y="3350"/>
                  </a:cubicBezTo>
                  <a:cubicBezTo>
                    <a:pt x="4491" y="3332"/>
                    <a:pt x="4473" y="3278"/>
                    <a:pt x="4437" y="3296"/>
                  </a:cubicBezTo>
                  <a:lnTo>
                    <a:pt x="4437" y="3296"/>
                  </a:lnTo>
                  <a:cubicBezTo>
                    <a:pt x="4419" y="3260"/>
                    <a:pt x="4401" y="3205"/>
                    <a:pt x="4383" y="3151"/>
                  </a:cubicBezTo>
                  <a:cubicBezTo>
                    <a:pt x="4364" y="3079"/>
                    <a:pt x="4328" y="3024"/>
                    <a:pt x="4310" y="2952"/>
                  </a:cubicBezTo>
                  <a:cubicBezTo>
                    <a:pt x="4310" y="2807"/>
                    <a:pt x="4274" y="2680"/>
                    <a:pt x="4201" y="2572"/>
                  </a:cubicBezTo>
                  <a:cubicBezTo>
                    <a:pt x="4165" y="2535"/>
                    <a:pt x="4129" y="2499"/>
                    <a:pt x="4093" y="2463"/>
                  </a:cubicBezTo>
                  <a:cubicBezTo>
                    <a:pt x="4038" y="2445"/>
                    <a:pt x="3984" y="2427"/>
                    <a:pt x="3930" y="2427"/>
                  </a:cubicBezTo>
                  <a:cubicBezTo>
                    <a:pt x="3912" y="2427"/>
                    <a:pt x="3857" y="2427"/>
                    <a:pt x="3839" y="2409"/>
                  </a:cubicBezTo>
                  <a:cubicBezTo>
                    <a:pt x="3821" y="2390"/>
                    <a:pt x="3839" y="2354"/>
                    <a:pt x="3839" y="2336"/>
                  </a:cubicBezTo>
                  <a:cubicBezTo>
                    <a:pt x="3875" y="2246"/>
                    <a:pt x="3930" y="2155"/>
                    <a:pt x="3875" y="2083"/>
                  </a:cubicBezTo>
                  <a:cubicBezTo>
                    <a:pt x="3857" y="2028"/>
                    <a:pt x="3803" y="2010"/>
                    <a:pt x="3821" y="1956"/>
                  </a:cubicBezTo>
                  <a:cubicBezTo>
                    <a:pt x="3839" y="1902"/>
                    <a:pt x="3839" y="1847"/>
                    <a:pt x="3839" y="1793"/>
                  </a:cubicBezTo>
                  <a:cubicBezTo>
                    <a:pt x="3821" y="1684"/>
                    <a:pt x="3749" y="1612"/>
                    <a:pt x="3640" y="1594"/>
                  </a:cubicBezTo>
                  <a:cubicBezTo>
                    <a:pt x="3531" y="1594"/>
                    <a:pt x="3459" y="1666"/>
                    <a:pt x="3441" y="1775"/>
                  </a:cubicBezTo>
                  <a:cubicBezTo>
                    <a:pt x="3441" y="1829"/>
                    <a:pt x="3459" y="1865"/>
                    <a:pt x="3495" y="1920"/>
                  </a:cubicBezTo>
                  <a:cubicBezTo>
                    <a:pt x="3495" y="1938"/>
                    <a:pt x="3549" y="1974"/>
                    <a:pt x="3531" y="1992"/>
                  </a:cubicBezTo>
                  <a:cubicBezTo>
                    <a:pt x="3513" y="2028"/>
                    <a:pt x="3459" y="2028"/>
                    <a:pt x="3441" y="2028"/>
                  </a:cubicBezTo>
                  <a:cubicBezTo>
                    <a:pt x="3386" y="2046"/>
                    <a:pt x="3350" y="2065"/>
                    <a:pt x="3332" y="2101"/>
                  </a:cubicBezTo>
                  <a:cubicBezTo>
                    <a:pt x="3314" y="2119"/>
                    <a:pt x="3314" y="2137"/>
                    <a:pt x="3332" y="2155"/>
                  </a:cubicBezTo>
                  <a:cubicBezTo>
                    <a:pt x="3423" y="2264"/>
                    <a:pt x="3459" y="2409"/>
                    <a:pt x="3459" y="2553"/>
                  </a:cubicBezTo>
                  <a:cubicBezTo>
                    <a:pt x="3423" y="2535"/>
                    <a:pt x="3386" y="2535"/>
                    <a:pt x="3332" y="2517"/>
                  </a:cubicBezTo>
                  <a:cubicBezTo>
                    <a:pt x="3296" y="2517"/>
                    <a:pt x="3260" y="2517"/>
                    <a:pt x="3223" y="2517"/>
                  </a:cubicBezTo>
                  <a:cubicBezTo>
                    <a:pt x="3205" y="2517"/>
                    <a:pt x="3169" y="2535"/>
                    <a:pt x="3151" y="2517"/>
                  </a:cubicBezTo>
                  <a:cubicBezTo>
                    <a:pt x="3133" y="2517"/>
                    <a:pt x="3151" y="2463"/>
                    <a:pt x="3151" y="2445"/>
                  </a:cubicBezTo>
                  <a:cubicBezTo>
                    <a:pt x="3169" y="2409"/>
                    <a:pt x="3169" y="2372"/>
                    <a:pt x="3151" y="2354"/>
                  </a:cubicBezTo>
                  <a:cubicBezTo>
                    <a:pt x="3151" y="2282"/>
                    <a:pt x="3097" y="2228"/>
                    <a:pt x="3024" y="2228"/>
                  </a:cubicBezTo>
                  <a:cubicBezTo>
                    <a:pt x="3006" y="2228"/>
                    <a:pt x="2988" y="2246"/>
                    <a:pt x="2970" y="2264"/>
                  </a:cubicBezTo>
                  <a:cubicBezTo>
                    <a:pt x="2952" y="2318"/>
                    <a:pt x="2898" y="2336"/>
                    <a:pt x="2843" y="2318"/>
                  </a:cubicBezTo>
                  <a:cubicBezTo>
                    <a:pt x="2825" y="2318"/>
                    <a:pt x="2807" y="2282"/>
                    <a:pt x="2807" y="2264"/>
                  </a:cubicBezTo>
                  <a:cubicBezTo>
                    <a:pt x="2825" y="2246"/>
                    <a:pt x="2861" y="2228"/>
                    <a:pt x="2879" y="2228"/>
                  </a:cubicBezTo>
                  <a:cubicBezTo>
                    <a:pt x="2952" y="2191"/>
                    <a:pt x="3024" y="2137"/>
                    <a:pt x="3006" y="2046"/>
                  </a:cubicBezTo>
                  <a:cubicBezTo>
                    <a:pt x="2988" y="1992"/>
                    <a:pt x="2934" y="1938"/>
                    <a:pt x="2879" y="1920"/>
                  </a:cubicBezTo>
                  <a:cubicBezTo>
                    <a:pt x="2879" y="1902"/>
                    <a:pt x="2879" y="1902"/>
                    <a:pt x="2879" y="1883"/>
                  </a:cubicBezTo>
                  <a:cubicBezTo>
                    <a:pt x="2879" y="1829"/>
                    <a:pt x="2843" y="1775"/>
                    <a:pt x="2789" y="1757"/>
                  </a:cubicBezTo>
                  <a:cubicBezTo>
                    <a:pt x="2771" y="1720"/>
                    <a:pt x="2735" y="1702"/>
                    <a:pt x="2753" y="1666"/>
                  </a:cubicBezTo>
                  <a:cubicBezTo>
                    <a:pt x="2771" y="1612"/>
                    <a:pt x="2789" y="1576"/>
                    <a:pt x="2807" y="1539"/>
                  </a:cubicBezTo>
                  <a:cubicBezTo>
                    <a:pt x="2807" y="1485"/>
                    <a:pt x="2789" y="1431"/>
                    <a:pt x="2771" y="1413"/>
                  </a:cubicBezTo>
                  <a:cubicBezTo>
                    <a:pt x="2735" y="1376"/>
                    <a:pt x="2698" y="1358"/>
                    <a:pt x="2662" y="1340"/>
                  </a:cubicBezTo>
                  <a:cubicBezTo>
                    <a:pt x="2626" y="1322"/>
                    <a:pt x="2626" y="1286"/>
                    <a:pt x="2626" y="1231"/>
                  </a:cubicBezTo>
                  <a:cubicBezTo>
                    <a:pt x="2608" y="1195"/>
                    <a:pt x="2590" y="1141"/>
                    <a:pt x="2553" y="1123"/>
                  </a:cubicBezTo>
                  <a:cubicBezTo>
                    <a:pt x="2499" y="1087"/>
                    <a:pt x="2445" y="1068"/>
                    <a:pt x="2390" y="1087"/>
                  </a:cubicBezTo>
                  <a:lnTo>
                    <a:pt x="2390" y="978"/>
                  </a:lnTo>
                  <a:cubicBezTo>
                    <a:pt x="2390" y="887"/>
                    <a:pt x="2264" y="887"/>
                    <a:pt x="2264" y="978"/>
                  </a:cubicBezTo>
                  <a:lnTo>
                    <a:pt x="2083" y="1014"/>
                  </a:lnTo>
                  <a:lnTo>
                    <a:pt x="1992" y="1032"/>
                  </a:lnTo>
                  <a:lnTo>
                    <a:pt x="1992" y="1032"/>
                  </a:lnTo>
                  <a:cubicBezTo>
                    <a:pt x="2028" y="1014"/>
                    <a:pt x="2046" y="978"/>
                    <a:pt x="2064" y="942"/>
                  </a:cubicBezTo>
                  <a:cubicBezTo>
                    <a:pt x="2064" y="887"/>
                    <a:pt x="2064" y="851"/>
                    <a:pt x="2064" y="815"/>
                  </a:cubicBezTo>
                  <a:cubicBezTo>
                    <a:pt x="2046" y="761"/>
                    <a:pt x="2028" y="724"/>
                    <a:pt x="2010" y="688"/>
                  </a:cubicBezTo>
                  <a:cubicBezTo>
                    <a:pt x="1956" y="670"/>
                    <a:pt x="1901" y="688"/>
                    <a:pt x="1847" y="724"/>
                  </a:cubicBezTo>
                  <a:lnTo>
                    <a:pt x="1739" y="779"/>
                  </a:lnTo>
                  <a:cubicBezTo>
                    <a:pt x="1739" y="724"/>
                    <a:pt x="1720" y="688"/>
                    <a:pt x="1702" y="634"/>
                  </a:cubicBezTo>
                  <a:cubicBezTo>
                    <a:pt x="1720" y="616"/>
                    <a:pt x="1720" y="580"/>
                    <a:pt x="1702" y="561"/>
                  </a:cubicBezTo>
                  <a:cubicBezTo>
                    <a:pt x="1684" y="543"/>
                    <a:pt x="1666" y="507"/>
                    <a:pt x="1630" y="489"/>
                  </a:cubicBezTo>
                  <a:cubicBezTo>
                    <a:pt x="1576" y="398"/>
                    <a:pt x="1539" y="308"/>
                    <a:pt x="1521" y="199"/>
                  </a:cubicBezTo>
                  <a:cubicBezTo>
                    <a:pt x="1503" y="181"/>
                    <a:pt x="1467" y="163"/>
                    <a:pt x="1449" y="163"/>
                  </a:cubicBezTo>
                  <a:lnTo>
                    <a:pt x="1394" y="199"/>
                  </a:lnTo>
                  <a:lnTo>
                    <a:pt x="1376" y="54"/>
                  </a:lnTo>
                  <a:cubicBezTo>
                    <a:pt x="1358" y="18"/>
                    <a:pt x="1340" y="0"/>
                    <a:pt x="1322" y="0"/>
                  </a:cubicBezTo>
                  <a:cubicBezTo>
                    <a:pt x="1250" y="0"/>
                    <a:pt x="1195" y="54"/>
                    <a:pt x="1177" y="127"/>
                  </a:cubicBezTo>
                  <a:cubicBezTo>
                    <a:pt x="1159" y="181"/>
                    <a:pt x="1141" y="235"/>
                    <a:pt x="1123" y="272"/>
                  </a:cubicBezTo>
                  <a:cubicBezTo>
                    <a:pt x="1087" y="308"/>
                    <a:pt x="1032" y="308"/>
                    <a:pt x="996" y="308"/>
                  </a:cubicBezTo>
                  <a:cubicBezTo>
                    <a:pt x="960" y="326"/>
                    <a:pt x="924" y="344"/>
                    <a:pt x="905" y="380"/>
                  </a:cubicBezTo>
                  <a:cubicBezTo>
                    <a:pt x="851" y="453"/>
                    <a:pt x="833" y="525"/>
                    <a:pt x="869" y="616"/>
                  </a:cubicBezTo>
                  <a:cubicBezTo>
                    <a:pt x="869" y="670"/>
                    <a:pt x="905" y="724"/>
                    <a:pt x="942" y="761"/>
                  </a:cubicBezTo>
                  <a:lnTo>
                    <a:pt x="761" y="761"/>
                  </a:lnTo>
                  <a:cubicBezTo>
                    <a:pt x="742" y="761"/>
                    <a:pt x="724" y="779"/>
                    <a:pt x="706" y="797"/>
                  </a:cubicBezTo>
                  <a:lnTo>
                    <a:pt x="634" y="1231"/>
                  </a:lnTo>
                  <a:cubicBezTo>
                    <a:pt x="543" y="1213"/>
                    <a:pt x="453" y="1213"/>
                    <a:pt x="380" y="1231"/>
                  </a:cubicBezTo>
                  <a:cubicBezTo>
                    <a:pt x="344" y="1231"/>
                    <a:pt x="326" y="1268"/>
                    <a:pt x="344" y="1304"/>
                  </a:cubicBezTo>
                  <a:lnTo>
                    <a:pt x="398" y="1394"/>
                  </a:lnTo>
                  <a:cubicBezTo>
                    <a:pt x="290" y="1449"/>
                    <a:pt x="235" y="1576"/>
                    <a:pt x="290" y="1702"/>
                  </a:cubicBezTo>
                  <a:cubicBezTo>
                    <a:pt x="308" y="1720"/>
                    <a:pt x="308" y="1739"/>
                    <a:pt x="326" y="1739"/>
                  </a:cubicBezTo>
                  <a:cubicBezTo>
                    <a:pt x="326" y="1739"/>
                    <a:pt x="344" y="1775"/>
                    <a:pt x="344" y="1793"/>
                  </a:cubicBezTo>
                  <a:cubicBezTo>
                    <a:pt x="344" y="1793"/>
                    <a:pt x="308" y="1829"/>
                    <a:pt x="308" y="1829"/>
                  </a:cubicBezTo>
                  <a:cubicBezTo>
                    <a:pt x="290" y="1847"/>
                    <a:pt x="272" y="1865"/>
                    <a:pt x="272" y="1902"/>
                  </a:cubicBezTo>
                  <a:cubicBezTo>
                    <a:pt x="235" y="1938"/>
                    <a:pt x="217" y="1992"/>
                    <a:pt x="199" y="2046"/>
                  </a:cubicBezTo>
                  <a:cubicBezTo>
                    <a:pt x="145" y="2028"/>
                    <a:pt x="72" y="2065"/>
                    <a:pt x="54" y="2137"/>
                  </a:cubicBezTo>
                  <a:cubicBezTo>
                    <a:pt x="18" y="2209"/>
                    <a:pt x="18" y="2300"/>
                    <a:pt x="36" y="2372"/>
                  </a:cubicBezTo>
                  <a:cubicBezTo>
                    <a:pt x="36" y="2427"/>
                    <a:pt x="54" y="2463"/>
                    <a:pt x="72" y="2499"/>
                  </a:cubicBezTo>
                  <a:cubicBezTo>
                    <a:pt x="72" y="2499"/>
                    <a:pt x="91" y="2517"/>
                    <a:pt x="91" y="2535"/>
                  </a:cubicBezTo>
                  <a:lnTo>
                    <a:pt x="91" y="2535"/>
                  </a:lnTo>
                  <a:cubicBezTo>
                    <a:pt x="54" y="2517"/>
                    <a:pt x="18" y="2553"/>
                    <a:pt x="18" y="2590"/>
                  </a:cubicBezTo>
                  <a:lnTo>
                    <a:pt x="18" y="2626"/>
                  </a:lnTo>
                  <a:cubicBezTo>
                    <a:pt x="18" y="2662"/>
                    <a:pt x="36" y="2698"/>
                    <a:pt x="36" y="2735"/>
                  </a:cubicBezTo>
                  <a:lnTo>
                    <a:pt x="0" y="2753"/>
                  </a:lnTo>
                  <a:lnTo>
                    <a:pt x="0" y="17639"/>
                  </a:lnTo>
                  <a:close/>
                  <a:moveTo>
                    <a:pt x="10920" y="7660"/>
                  </a:moveTo>
                  <a:close/>
                  <a:moveTo>
                    <a:pt x="20065" y="15737"/>
                  </a:moveTo>
                  <a:cubicBezTo>
                    <a:pt x="20065" y="15737"/>
                    <a:pt x="20065" y="15719"/>
                    <a:pt x="20065" y="15737"/>
                  </a:cubicBezTo>
                  <a:close/>
                  <a:moveTo>
                    <a:pt x="13618" y="9435"/>
                  </a:moveTo>
                  <a:close/>
                  <a:moveTo>
                    <a:pt x="10974" y="8186"/>
                  </a:moveTo>
                  <a:close/>
                  <a:moveTo>
                    <a:pt x="10811" y="7588"/>
                  </a:moveTo>
                  <a:close/>
                  <a:moveTo>
                    <a:pt x="6574" y="5976"/>
                  </a:moveTo>
                  <a:cubicBezTo>
                    <a:pt x="6574" y="5940"/>
                    <a:pt x="6574" y="5886"/>
                    <a:pt x="6592" y="5849"/>
                  </a:cubicBezTo>
                  <a:cubicBezTo>
                    <a:pt x="6610" y="5813"/>
                    <a:pt x="6610" y="5795"/>
                    <a:pt x="6610" y="5777"/>
                  </a:cubicBezTo>
                  <a:cubicBezTo>
                    <a:pt x="6628" y="5868"/>
                    <a:pt x="6646" y="5958"/>
                    <a:pt x="6664" y="6049"/>
                  </a:cubicBezTo>
                  <a:lnTo>
                    <a:pt x="6646" y="6030"/>
                  </a:lnTo>
                  <a:cubicBezTo>
                    <a:pt x="6628" y="6012"/>
                    <a:pt x="6592" y="5994"/>
                    <a:pt x="6574" y="5976"/>
                  </a:cubicBezTo>
                  <a:close/>
                  <a:moveTo>
                    <a:pt x="5614" y="5505"/>
                  </a:moveTo>
                  <a:close/>
                  <a:moveTo>
                    <a:pt x="2716" y="1938"/>
                  </a:moveTo>
                  <a:close/>
                  <a:moveTo>
                    <a:pt x="1938" y="10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" name="Google Shape;494;p23"/>
          <p:cNvSpPr txBox="1"/>
          <p:nvPr>
            <p:ph type="title"/>
          </p:nvPr>
        </p:nvSpPr>
        <p:spPr>
          <a:xfrm>
            <a:off x="3304278" y="2117332"/>
            <a:ext cx="513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5" name="Google Shape;495;p23"/>
          <p:cNvSpPr txBox="1"/>
          <p:nvPr>
            <p:ph hasCustomPrompt="1" idx="2" type="title"/>
          </p:nvPr>
        </p:nvSpPr>
        <p:spPr>
          <a:xfrm>
            <a:off x="5283978" y="1141993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6" name="Google Shape;496;p23"/>
          <p:cNvSpPr txBox="1"/>
          <p:nvPr>
            <p:ph idx="1" type="subTitle"/>
          </p:nvPr>
        </p:nvSpPr>
        <p:spPr>
          <a:xfrm>
            <a:off x="4957675" y="2959125"/>
            <a:ext cx="34773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1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4"/>
          <p:cNvSpPr/>
          <p:nvPr/>
        </p:nvSpPr>
        <p:spPr>
          <a:xfrm flipH="1">
            <a:off x="71283" y="419688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6119733" y="2874964"/>
            <a:ext cx="3095429" cy="1771725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-35675" y="4234571"/>
            <a:ext cx="9205018" cy="1195156"/>
          </a:xfrm>
          <a:custGeom>
            <a:rect b="b" l="l" r="r" t="t"/>
            <a:pathLst>
              <a:path extrusionOk="0" h="27890" w="63855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4"/>
          <p:cNvSpPr/>
          <p:nvPr/>
        </p:nvSpPr>
        <p:spPr>
          <a:xfrm>
            <a:off x="-36975" y="4574525"/>
            <a:ext cx="9205018" cy="1022388"/>
          </a:xfrm>
          <a:custGeom>
            <a:rect b="b" l="l" r="r" t="t"/>
            <a:pathLst>
              <a:path extrusionOk="0" h="26133" w="63855">
                <a:moveTo>
                  <a:pt x="63854" y="10124"/>
                </a:moveTo>
                <a:lnTo>
                  <a:pt x="63800" y="10142"/>
                </a:lnTo>
                <a:cubicBezTo>
                  <a:pt x="63782" y="10142"/>
                  <a:pt x="63745" y="10160"/>
                  <a:pt x="63709" y="10160"/>
                </a:cubicBezTo>
                <a:cubicBezTo>
                  <a:pt x="63691" y="10178"/>
                  <a:pt x="63655" y="10196"/>
                  <a:pt x="63637" y="10214"/>
                </a:cubicBezTo>
                <a:cubicBezTo>
                  <a:pt x="63583" y="10251"/>
                  <a:pt x="63528" y="10287"/>
                  <a:pt x="63474" y="10341"/>
                </a:cubicBezTo>
                <a:cubicBezTo>
                  <a:pt x="63420" y="10377"/>
                  <a:pt x="63383" y="10414"/>
                  <a:pt x="63329" y="10450"/>
                </a:cubicBezTo>
                <a:cubicBezTo>
                  <a:pt x="63293" y="10486"/>
                  <a:pt x="63220" y="10468"/>
                  <a:pt x="63148" y="10486"/>
                </a:cubicBezTo>
                <a:cubicBezTo>
                  <a:pt x="63130" y="10486"/>
                  <a:pt x="63112" y="10486"/>
                  <a:pt x="63112" y="10504"/>
                </a:cubicBezTo>
                <a:lnTo>
                  <a:pt x="63003" y="10504"/>
                </a:lnTo>
                <a:cubicBezTo>
                  <a:pt x="62985" y="10504"/>
                  <a:pt x="62967" y="10504"/>
                  <a:pt x="62931" y="10504"/>
                </a:cubicBezTo>
                <a:cubicBezTo>
                  <a:pt x="62912" y="10522"/>
                  <a:pt x="62876" y="10522"/>
                  <a:pt x="62840" y="10522"/>
                </a:cubicBezTo>
                <a:lnTo>
                  <a:pt x="62677" y="10432"/>
                </a:lnTo>
                <a:cubicBezTo>
                  <a:pt x="62586" y="10377"/>
                  <a:pt x="62478" y="10341"/>
                  <a:pt x="62351" y="10305"/>
                </a:cubicBezTo>
                <a:cubicBezTo>
                  <a:pt x="62315" y="10269"/>
                  <a:pt x="62279" y="10251"/>
                  <a:pt x="62224" y="10232"/>
                </a:cubicBezTo>
                <a:cubicBezTo>
                  <a:pt x="62170" y="10214"/>
                  <a:pt x="62116" y="10178"/>
                  <a:pt x="62079" y="10142"/>
                </a:cubicBezTo>
                <a:cubicBezTo>
                  <a:pt x="61989" y="10051"/>
                  <a:pt x="61898" y="9979"/>
                  <a:pt x="61808" y="9925"/>
                </a:cubicBezTo>
                <a:cubicBezTo>
                  <a:pt x="61609" y="9762"/>
                  <a:pt x="61391" y="9635"/>
                  <a:pt x="61174" y="9490"/>
                </a:cubicBezTo>
                <a:cubicBezTo>
                  <a:pt x="61120" y="9472"/>
                  <a:pt x="61083" y="9436"/>
                  <a:pt x="61029" y="9399"/>
                </a:cubicBezTo>
                <a:cubicBezTo>
                  <a:pt x="60975" y="9381"/>
                  <a:pt x="60920" y="9363"/>
                  <a:pt x="60866" y="9345"/>
                </a:cubicBezTo>
                <a:cubicBezTo>
                  <a:pt x="60830" y="9309"/>
                  <a:pt x="60776" y="9291"/>
                  <a:pt x="60739" y="9255"/>
                </a:cubicBezTo>
                <a:cubicBezTo>
                  <a:pt x="60685" y="9218"/>
                  <a:pt x="60631" y="9200"/>
                  <a:pt x="60576" y="9164"/>
                </a:cubicBezTo>
                <a:cubicBezTo>
                  <a:pt x="60468" y="9110"/>
                  <a:pt x="60377" y="9037"/>
                  <a:pt x="60268" y="8983"/>
                </a:cubicBezTo>
                <a:cubicBezTo>
                  <a:pt x="60160" y="8910"/>
                  <a:pt x="60051" y="8874"/>
                  <a:pt x="59942" y="8820"/>
                </a:cubicBezTo>
                <a:cubicBezTo>
                  <a:pt x="59888" y="8784"/>
                  <a:pt x="59852" y="8766"/>
                  <a:pt x="59798" y="8729"/>
                </a:cubicBezTo>
                <a:cubicBezTo>
                  <a:pt x="59743" y="8711"/>
                  <a:pt x="59689" y="8675"/>
                  <a:pt x="59635" y="8639"/>
                </a:cubicBezTo>
                <a:cubicBezTo>
                  <a:pt x="59526" y="8585"/>
                  <a:pt x="59399" y="8530"/>
                  <a:pt x="59291" y="8476"/>
                </a:cubicBezTo>
                <a:cubicBezTo>
                  <a:pt x="59182" y="8422"/>
                  <a:pt x="59091" y="8349"/>
                  <a:pt x="58965" y="8313"/>
                </a:cubicBezTo>
                <a:cubicBezTo>
                  <a:pt x="58874" y="8259"/>
                  <a:pt x="58765" y="8204"/>
                  <a:pt x="58657" y="8150"/>
                </a:cubicBezTo>
                <a:cubicBezTo>
                  <a:pt x="58566" y="8096"/>
                  <a:pt x="58476" y="8023"/>
                  <a:pt x="58403" y="7933"/>
                </a:cubicBezTo>
                <a:cubicBezTo>
                  <a:pt x="58367" y="7896"/>
                  <a:pt x="58349" y="7842"/>
                  <a:pt x="58313" y="7806"/>
                </a:cubicBezTo>
                <a:cubicBezTo>
                  <a:pt x="58276" y="7770"/>
                  <a:pt x="58240" y="7715"/>
                  <a:pt x="58204" y="7679"/>
                </a:cubicBezTo>
                <a:cubicBezTo>
                  <a:pt x="58168" y="7643"/>
                  <a:pt x="58132" y="7607"/>
                  <a:pt x="58095" y="7570"/>
                </a:cubicBezTo>
                <a:cubicBezTo>
                  <a:pt x="58041" y="7534"/>
                  <a:pt x="58005" y="7498"/>
                  <a:pt x="57969" y="7480"/>
                </a:cubicBezTo>
                <a:cubicBezTo>
                  <a:pt x="57878" y="7371"/>
                  <a:pt x="57787" y="7299"/>
                  <a:pt x="57697" y="7190"/>
                </a:cubicBezTo>
                <a:cubicBezTo>
                  <a:pt x="57624" y="7100"/>
                  <a:pt x="57552" y="7009"/>
                  <a:pt x="57480" y="6918"/>
                </a:cubicBezTo>
                <a:cubicBezTo>
                  <a:pt x="57443" y="6828"/>
                  <a:pt x="57371" y="6737"/>
                  <a:pt x="57299" y="6683"/>
                </a:cubicBezTo>
                <a:cubicBezTo>
                  <a:pt x="57262" y="6647"/>
                  <a:pt x="57208" y="6629"/>
                  <a:pt x="57172" y="6592"/>
                </a:cubicBezTo>
                <a:cubicBezTo>
                  <a:pt x="57117" y="6574"/>
                  <a:pt x="57063" y="6574"/>
                  <a:pt x="57027" y="6574"/>
                </a:cubicBezTo>
                <a:cubicBezTo>
                  <a:pt x="56900" y="6556"/>
                  <a:pt x="56791" y="6556"/>
                  <a:pt x="56665" y="6592"/>
                </a:cubicBezTo>
                <a:cubicBezTo>
                  <a:pt x="56610" y="6611"/>
                  <a:pt x="56556" y="6611"/>
                  <a:pt x="56502" y="6629"/>
                </a:cubicBezTo>
                <a:cubicBezTo>
                  <a:pt x="56447" y="6629"/>
                  <a:pt x="56375" y="6647"/>
                  <a:pt x="56321" y="6665"/>
                </a:cubicBezTo>
                <a:cubicBezTo>
                  <a:pt x="56212" y="6683"/>
                  <a:pt x="56085" y="6701"/>
                  <a:pt x="55977" y="6701"/>
                </a:cubicBezTo>
                <a:cubicBezTo>
                  <a:pt x="55868" y="6737"/>
                  <a:pt x="55759" y="6774"/>
                  <a:pt x="55669" y="6828"/>
                </a:cubicBezTo>
                <a:cubicBezTo>
                  <a:pt x="55560" y="6882"/>
                  <a:pt x="55469" y="6937"/>
                  <a:pt x="55379" y="7009"/>
                </a:cubicBezTo>
                <a:lnTo>
                  <a:pt x="55325" y="7063"/>
                </a:lnTo>
                <a:cubicBezTo>
                  <a:pt x="55306" y="7081"/>
                  <a:pt x="55288" y="7100"/>
                  <a:pt x="55252" y="7100"/>
                </a:cubicBezTo>
                <a:cubicBezTo>
                  <a:pt x="55198" y="7136"/>
                  <a:pt x="55143" y="7172"/>
                  <a:pt x="55089" y="7208"/>
                </a:cubicBezTo>
                <a:cubicBezTo>
                  <a:pt x="54999" y="7281"/>
                  <a:pt x="54890" y="7335"/>
                  <a:pt x="54781" y="7407"/>
                </a:cubicBezTo>
                <a:cubicBezTo>
                  <a:pt x="54673" y="7444"/>
                  <a:pt x="54600" y="7534"/>
                  <a:pt x="54492" y="7589"/>
                </a:cubicBezTo>
                <a:cubicBezTo>
                  <a:pt x="54437" y="7607"/>
                  <a:pt x="54383" y="7643"/>
                  <a:pt x="54347" y="7661"/>
                </a:cubicBezTo>
                <a:cubicBezTo>
                  <a:pt x="54292" y="7697"/>
                  <a:pt x="54238" y="7715"/>
                  <a:pt x="54184" y="7733"/>
                </a:cubicBezTo>
                <a:cubicBezTo>
                  <a:pt x="54129" y="7751"/>
                  <a:pt x="54093" y="7788"/>
                  <a:pt x="54039" y="7806"/>
                </a:cubicBezTo>
                <a:cubicBezTo>
                  <a:pt x="53984" y="7824"/>
                  <a:pt x="53930" y="7824"/>
                  <a:pt x="53876" y="7842"/>
                </a:cubicBezTo>
                <a:cubicBezTo>
                  <a:pt x="53767" y="7878"/>
                  <a:pt x="53658" y="7914"/>
                  <a:pt x="53550" y="7933"/>
                </a:cubicBezTo>
                <a:cubicBezTo>
                  <a:pt x="53423" y="7933"/>
                  <a:pt x="53314" y="7933"/>
                  <a:pt x="53188" y="7951"/>
                </a:cubicBezTo>
                <a:cubicBezTo>
                  <a:pt x="53061" y="7951"/>
                  <a:pt x="52934" y="7951"/>
                  <a:pt x="52825" y="7951"/>
                </a:cubicBezTo>
                <a:cubicBezTo>
                  <a:pt x="52699" y="7933"/>
                  <a:pt x="52572" y="7914"/>
                  <a:pt x="52445" y="7878"/>
                </a:cubicBezTo>
                <a:cubicBezTo>
                  <a:pt x="52318" y="7842"/>
                  <a:pt x="52210" y="7824"/>
                  <a:pt x="52083" y="7806"/>
                </a:cubicBezTo>
                <a:cubicBezTo>
                  <a:pt x="51956" y="7788"/>
                  <a:pt x="51829" y="7806"/>
                  <a:pt x="51703" y="7770"/>
                </a:cubicBezTo>
                <a:cubicBezTo>
                  <a:pt x="51558" y="7751"/>
                  <a:pt x="51449" y="7715"/>
                  <a:pt x="51322" y="7697"/>
                </a:cubicBezTo>
                <a:cubicBezTo>
                  <a:pt x="51214" y="7679"/>
                  <a:pt x="51105" y="7697"/>
                  <a:pt x="51033" y="7607"/>
                </a:cubicBezTo>
                <a:cubicBezTo>
                  <a:pt x="51014" y="7607"/>
                  <a:pt x="51014" y="7607"/>
                  <a:pt x="51014" y="7607"/>
                </a:cubicBezTo>
                <a:cubicBezTo>
                  <a:pt x="50833" y="7462"/>
                  <a:pt x="50652" y="7353"/>
                  <a:pt x="50435" y="7299"/>
                </a:cubicBezTo>
                <a:cubicBezTo>
                  <a:pt x="50363" y="7281"/>
                  <a:pt x="50290" y="7263"/>
                  <a:pt x="50218" y="7244"/>
                </a:cubicBezTo>
                <a:cubicBezTo>
                  <a:pt x="50127" y="7244"/>
                  <a:pt x="50055" y="7244"/>
                  <a:pt x="49982" y="7299"/>
                </a:cubicBezTo>
                <a:cubicBezTo>
                  <a:pt x="49910" y="7335"/>
                  <a:pt x="49819" y="7353"/>
                  <a:pt x="49747" y="7371"/>
                </a:cubicBezTo>
                <a:cubicBezTo>
                  <a:pt x="49674" y="7389"/>
                  <a:pt x="49584" y="7426"/>
                  <a:pt x="49530" y="7389"/>
                </a:cubicBezTo>
                <a:cubicBezTo>
                  <a:pt x="49493" y="7353"/>
                  <a:pt x="49457" y="7299"/>
                  <a:pt x="49439" y="7244"/>
                </a:cubicBezTo>
                <a:cubicBezTo>
                  <a:pt x="49421" y="7208"/>
                  <a:pt x="49403" y="7190"/>
                  <a:pt x="49385" y="7154"/>
                </a:cubicBezTo>
                <a:cubicBezTo>
                  <a:pt x="49348" y="7118"/>
                  <a:pt x="49330" y="7081"/>
                  <a:pt x="49330" y="7045"/>
                </a:cubicBezTo>
                <a:cubicBezTo>
                  <a:pt x="49294" y="6955"/>
                  <a:pt x="49258" y="6882"/>
                  <a:pt x="49222" y="6792"/>
                </a:cubicBezTo>
                <a:cubicBezTo>
                  <a:pt x="49185" y="6629"/>
                  <a:pt x="49095" y="6484"/>
                  <a:pt x="49004" y="6339"/>
                </a:cubicBezTo>
                <a:cubicBezTo>
                  <a:pt x="48950" y="6285"/>
                  <a:pt x="48896" y="6248"/>
                  <a:pt x="48841" y="6194"/>
                </a:cubicBezTo>
                <a:cubicBezTo>
                  <a:pt x="48805" y="6176"/>
                  <a:pt x="48787" y="6158"/>
                  <a:pt x="48751" y="6140"/>
                </a:cubicBezTo>
                <a:cubicBezTo>
                  <a:pt x="48715" y="6104"/>
                  <a:pt x="48678" y="6085"/>
                  <a:pt x="48642" y="6085"/>
                </a:cubicBezTo>
                <a:lnTo>
                  <a:pt x="48407" y="6013"/>
                </a:lnTo>
                <a:cubicBezTo>
                  <a:pt x="48334" y="5995"/>
                  <a:pt x="48244" y="5959"/>
                  <a:pt x="48171" y="5922"/>
                </a:cubicBezTo>
                <a:cubicBezTo>
                  <a:pt x="48135" y="5922"/>
                  <a:pt x="48099" y="5904"/>
                  <a:pt x="48081" y="5868"/>
                </a:cubicBezTo>
                <a:cubicBezTo>
                  <a:pt x="48045" y="5850"/>
                  <a:pt x="48026" y="5814"/>
                  <a:pt x="47990" y="5796"/>
                </a:cubicBezTo>
                <a:cubicBezTo>
                  <a:pt x="47936" y="5741"/>
                  <a:pt x="47900" y="5669"/>
                  <a:pt x="47845" y="5596"/>
                </a:cubicBezTo>
                <a:cubicBezTo>
                  <a:pt x="47791" y="5542"/>
                  <a:pt x="47737" y="5470"/>
                  <a:pt x="47682" y="5397"/>
                </a:cubicBezTo>
                <a:cubicBezTo>
                  <a:pt x="47628" y="5343"/>
                  <a:pt x="47556" y="5289"/>
                  <a:pt x="47501" y="5252"/>
                </a:cubicBezTo>
                <a:cubicBezTo>
                  <a:pt x="47429" y="5198"/>
                  <a:pt x="47374" y="5162"/>
                  <a:pt x="47302" y="5126"/>
                </a:cubicBezTo>
                <a:cubicBezTo>
                  <a:pt x="47230" y="5089"/>
                  <a:pt x="47157" y="5089"/>
                  <a:pt x="47085" y="5089"/>
                </a:cubicBezTo>
                <a:cubicBezTo>
                  <a:pt x="47012" y="5089"/>
                  <a:pt x="46940" y="5107"/>
                  <a:pt x="46867" y="5107"/>
                </a:cubicBezTo>
                <a:cubicBezTo>
                  <a:pt x="46777" y="5126"/>
                  <a:pt x="46704" y="5162"/>
                  <a:pt x="46632" y="5180"/>
                </a:cubicBezTo>
                <a:cubicBezTo>
                  <a:pt x="46596" y="5180"/>
                  <a:pt x="46560" y="5198"/>
                  <a:pt x="46523" y="5198"/>
                </a:cubicBezTo>
                <a:cubicBezTo>
                  <a:pt x="46469" y="5216"/>
                  <a:pt x="46433" y="5234"/>
                  <a:pt x="46397" y="5234"/>
                </a:cubicBezTo>
                <a:cubicBezTo>
                  <a:pt x="46324" y="5252"/>
                  <a:pt x="46234" y="5270"/>
                  <a:pt x="46161" y="5270"/>
                </a:cubicBezTo>
                <a:cubicBezTo>
                  <a:pt x="46089" y="5270"/>
                  <a:pt x="45998" y="5289"/>
                  <a:pt x="45926" y="5307"/>
                </a:cubicBezTo>
                <a:cubicBezTo>
                  <a:pt x="45853" y="5343"/>
                  <a:pt x="45799" y="5379"/>
                  <a:pt x="45745" y="5433"/>
                </a:cubicBezTo>
                <a:cubicBezTo>
                  <a:pt x="45654" y="5560"/>
                  <a:pt x="45600" y="5705"/>
                  <a:pt x="45582" y="5850"/>
                </a:cubicBezTo>
                <a:cubicBezTo>
                  <a:pt x="45545" y="5941"/>
                  <a:pt x="45509" y="6013"/>
                  <a:pt x="45491" y="6104"/>
                </a:cubicBezTo>
                <a:cubicBezTo>
                  <a:pt x="45473" y="6122"/>
                  <a:pt x="45473" y="6140"/>
                  <a:pt x="45455" y="6158"/>
                </a:cubicBezTo>
                <a:cubicBezTo>
                  <a:pt x="45455" y="6176"/>
                  <a:pt x="45455" y="6176"/>
                  <a:pt x="45437" y="6158"/>
                </a:cubicBezTo>
                <a:cubicBezTo>
                  <a:pt x="45419" y="6158"/>
                  <a:pt x="45419" y="6140"/>
                  <a:pt x="45401" y="6122"/>
                </a:cubicBezTo>
                <a:cubicBezTo>
                  <a:pt x="45382" y="6104"/>
                  <a:pt x="45346" y="6085"/>
                  <a:pt x="45328" y="6067"/>
                </a:cubicBezTo>
                <a:cubicBezTo>
                  <a:pt x="45292" y="6049"/>
                  <a:pt x="45256" y="6031"/>
                  <a:pt x="45238" y="5995"/>
                </a:cubicBezTo>
                <a:cubicBezTo>
                  <a:pt x="45183" y="5922"/>
                  <a:pt x="45147" y="5868"/>
                  <a:pt x="45111" y="5796"/>
                </a:cubicBezTo>
                <a:cubicBezTo>
                  <a:pt x="45056" y="5669"/>
                  <a:pt x="44930" y="5524"/>
                  <a:pt x="44785" y="5542"/>
                </a:cubicBezTo>
                <a:cubicBezTo>
                  <a:pt x="44712" y="5542"/>
                  <a:pt x="44676" y="5596"/>
                  <a:pt x="44622" y="5633"/>
                </a:cubicBezTo>
                <a:cubicBezTo>
                  <a:pt x="44568" y="5669"/>
                  <a:pt x="44477" y="5705"/>
                  <a:pt x="44405" y="5741"/>
                </a:cubicBezTo>
                <a:cubicBezTo>
                  <a:pt x="44278" y="5832"/>
                  <a:pt x="44151" y="5959"/>
                  <a:pt x="44042" y="6085"/>
                </a:cubicBezTo>
                <a:cubicBezTo>
                  <a:pt x="44006" y="6140"/>
                  <a:pt x="43970" y="6176"/>
                  <a:pt x="43934" y="6230"/>
                </a:cubicBezTo>
                <a:cubicBezTo>
                  <a:pt x="43897" y="6230"/>
                  <a:pt x="43879" y="6212"/>
                  <a:pt x="43843" y="6212"/>
                </a:cubicBezTo>
                <a:cubicBezTo>
                  <a:pt x="43807" y="6212"/>
                  <a:pt x="43753" y="6194"/>
                  <a:pt x="43716" y="6194"/>
                </a:cubicBezTo>
                <a:cubicBezTo>
                  <a:pt x="43680" y="6176"/>
                  <a:pt x="43644" y="6158"/>
                  <a:pt x="43626" y="6122"/>
                </a:cubicBezTo>
                <a:cubicBezTo>
                  <a:pt x="43571" y="6104"/>
                  <a:pt x="43535" y="6085"/>
                  <a:pt x="43499" y="6067"/>
                </a:cubicBezTo>
                <a:cubicBezTo>
                  <a:pt x="43427" y="6013"/>
                  <a:pt x="43354" y="5977"/>
                  <a:pt x="43282" y="5922"/>
                </a:cubicBezTo>
                <a:cubicBezTo>
                  <a:pt x="43209" y="5886"/>
                  <a:pt x="43119" y="5832"/>
                  <a:pt x="43028" y="5796"/>
                </a:cubicBezTo>
                <a:cubicBezTo>
                  <a:pt x="42956" y="5759"/>
                  <a:pt x="42883" y="5723"/>
                  <a:pt x="42811" y="5669"/>
                </a:cubicBezTo>
                <a:cubicBezTo>
                  <a:pt x="42775" y="5633"/>
                  <a:pt x="42738" y="5615"/>
                  <a:pt x="42702" y="5596"/>
                </a:cubicBezTo>
                <a:cubicBezTo>
                  <a:pt x="42666" y="5578"/>
                  <a:pt x="42630" y="5542"/>
                  <a:pt x="42594" y="5524"/>
                </a:cubicBezTo>
                <a:cubicBezTo>
                  <a:pt x="42557" y="5506"/>
                  <a:pt x="42467" y="5433"/>
                  <a:pt x="42394" y="5379"/>
                </a:cubicBezTo>
                <a:cubicBezTo>
                  <a:pt x="42340" y="5343"/>
                  <a:pt x="42249" y="5307"/>
                  <a:pt x="42177" y="5252"/>
                </a:cubicBezTo>
                <a:cubicBezTo>
                  <a:pt x="42105" y="5216"/>
                  <a:pt x="42050" y="5162"/>
                  <a:pt x="41996" y="5107"/>
                </a:cubicBezTo>
                <a:cubicBezTo>
                  <a:pt x="41978" y="5089"/>
                  <a:pt x="41960" y="5053"/>
                  <a:pt x="41924" y="5035"/>
                </a:cubicBezTo>
                <a:lnTo>
                  <a:pt x="41924" y="5035"/>
                </a:lnTo>
                <a:cubicBezTo>
                  <a:pt x="41887" y="4981"/>
                  <a:pt x="41833" y="4945"/>
                  <a:pt x="41761" y="4926"/>
                </a:cubicBezTo>
                <a:cubicBezTo>
                  <a:pt x="41670" y="4926"/>
                  <a:pt x="41598" y="4926"/>
                  <a:pt x="41507" y="4908"/>
                </a:cubicBezTo>
                <a:cubicBezTo>
                  <a:pt x="41416" y="4872"/>
                  <a:pt x="41344" y="4854"/>
                  <a:pt x="41253" y="4836"/>
                </a:cubicBezTo>
                <a:cubicBezTo>
                  <a:pt x="41217" y="4836"/>
                  <a:pt x="41181" y="4836"/>
                  <a:pt x="41163" y="4818"/>
                </a:cubicBezTo>
                <a:cubicBezTo>
                  <a:pt x="41127" y="4800"/>
                  <a:pt x="41090" y="4782"/>
                  <a:pt x="41054" y="4763"/>
                </a:cubicBezTo>
                <a:cubicBezTo>
                  <a:pt x="40982" y="4727"/>
                  <a:pt x="40909" y="4673"/>
                  <a:pt x="40855" y="4619"/>
                </a:cubicBezTo>
                <a:cubicBezTo>
                  <a:pt x="40783" y="4564"/>
                  <a:pt x="40728" y="4510"/>
                  <a:pt x="40656" y="4474"/>
                </a:cubicBezTo>
                <a:cubicBezTo>
                  <a:pt x="40583" y="4419"/>
                  <a:pt x="40511" y="4383"/>
                  <a:pt x="40439" y="4365"/>
                </a:cubicBezTo>
                <a:cubicBezTo>
                  <a:pt x="40366" y="4347"/>
                  <a:pt x="40276" y="4365"/>
                  <a:pt x="40203" y="4347"/>
                </a:cubicBezTo>
                <a:cubicBezTo>
                  <a:pt x="40167" y="4347"/>
                  <a:pt x="40131" y="4329"/>
                  <a:pt x="40094" y="4311"/>
                </a:cubicBezTo>
                <a:cubicBezTo>
                  <a:pt x="40076" y="4293"/>
                  <a:pt x="40040" y="4274"/>
                  <a:pt x="40022" y="4256"/>
                </a:cubicBezTo>
                <a:cubicBezTo>
                  <a:pt x="39950" y="4220"/>
                  <a:pt x="39877" y="4202"/>
                  <a:pt x="39787" y="4202"/>
                </a:cubicBezTo>
                <a:cubicBezTo>
                  <a:pt x="39696" y="4202"/>
                  <a:pt x="39624" y="4202"/>
                  <a:pt x="39533" y="4220"/>
                </a:cubicBezTo>
                <a:cubicBezTo>
                  <a:pt x="39461" y="4238"/>
                  <a:pt x="39370" y="4256"/>
                  <a:pt x="39298" y="4274"/>
                </a:cubicBezTo>
                <a:cubicBezTo>
                  <a:pt x="39207" y="4293"/>
                  <a:pt x="39117" y="4274"/>
                  <a:pt x="39044" y="4256"/>
                </a:cubicBezTo>
                <a:cubicBezTo>
                  <a:pt x="38954" y="4220"/>
                  <a:pt x="38863" y="4202"/>
                  <a:pt x="38791" y="4202"/>
                </a:cubicBezTo>
                <a:cubicBezTo>
                  <a:pt x="38700" y="4202"/>
                  <a:pt x="38628" y="4148"/>
                  <a:pt x="38537" y="4130"/>
                </a:cubicBezTo>
                <a:cubicBezTo>
                  <a:pt x="38465" y="4130"/>
                  <a:pt x="38374" y="4130"/>
                  <a:pt x="38284" y="4130"/>
                </a:cubicBezTo>
                <a:cubicBezTo>
                  <a:pt x="38247" y="4130"/>
                  <a:pt x="38211" y="4148"/>
                  <a:pt x="38175" y="4148"/>
                </a:cubicBezTo>
                <a:cubicBezTo>
                  <a:pt x="38121" y="4148"/>
                  <a:pt x="38084" y="4166"/>
                  <a:pt x="38048" y="4166"/>
                </a:cubicBezTo>
                <a:cubicBezTo>
                  <a:pt x="37976" y="4184"/>
                  <a:pt x="37921" y="4220"/>
                  <a:pt x="37885" y="4274"/>
                </a:cubicBezTo>
                <a:cubicBezTo>
                  <a:pt x="37813" y="4329"/>
                  <a:pt x="37740" y="4365"/>
                  <a:pt x="37686" y="4419"/>
                </a:cubicBezTo>
                <a:cubicBezTo>
                  <a:pt x="37650" y="4437"/>
                  <a:pt x="37613" y="4456"/>
                  <a:pt x="37577" y="4474"/>
                </a:cubicBezTo>
                <a:cubicBezTo>
                  <a:pt x="37541" y="4492"/>
                  <a:pt x="37505" y="4510"/>
                  <a:pt x="37469" y="4528"/>
                </a:cubicBezTo>
                <a:cubicBezTo>
                  <a:pt x="37450" y="4546"/>
                  <a:pt x="37414" y="4564"/>
                  <a:pt x="37378" y="4582"/>
                </a:cubicBezTo>
                <a:cubicBezTo>
                  <a:pt x="37342" y="4582"/>
                  <a:pt x="37306" y="4619"/>
                  <a:pt x="37269" y="4637"/>
                </a:cubicBezTo>
                <a:cubicBezTo>
                  <a:pt x="37197" y="4673"/>
                  <a:pt x="37125" y="4709"/>
                  <a:pt x="37052" y="4745"/>
                </a:cubicBezTo>
                <a:cubicBezTo>
                  <a:pt x="36980" y="4800"/>
                  <a:pt x="36889" y="4836"/>
                  <a:pt x="36817" y="4872"/>
                </a:cubicBezTo>
                <a:cubicBezTo>
                  <a:pt x="36744" y="4908"/>
                  <a:pt x="36654" y="4945"/>
                  <a:pt x="36581" y="4981"/>
                </a:cubicBezTo>
                <a:cubicBezTo>
                  <a:pt x="36491" y="5017"/>
                  <a:pt x="36436" y="5071"/>
                  <a:pt x="36364" y="5107"/>
                </a:cubicBezTo>
                <a:lnTo>
                  <a:pt x="36147" y="5234"/>
                </a:lnTo>
                <a:cubicBezTo>
                  <a:pt x="36002" y="5307"/>
                  <a:pt x="35839" y="5343"/>
                  <a:pt x="35676" y="5415"/>
                </a:cubicBezTo>
                <a:cubicBezTo>
                  <a:pt x="35603" y="5433"/>
                  <a:pt x="35513" y="5488"/>
                  <a:pt x="35458" y="5524"/>
                </a:cubicBezTo>
                <a:cubicBezTo>
                  <a:pt x="35386" y="5578"/>
                  <a:pt x="35314" y="5633"/>
                  <a:pt x="35241" y="5687"/>
                </a:cubicBezTo>
                <a:cubicBezTo>
                  <a:pt x="35096" y="5796"/>
                  <a:pt x="34933" y="5850"/>
                  <a:pt x="34788" y="5941"/>
                </a:cubicBezTo>
                <a:cubicBezTo>
                  <a:pt x="34716" y="5995"/>
                  <a:pt x="34643" y="6049"/>
                  <a:pt x="34571" y="6104"/>
                </a:cubicBezTo>
                <a:cubicBezTo>
                  <a:pt x="34517" y="6158"/>
                  <a:pt x="34444" y="6176"/>
                  <a:pt x="34372" y="6194"/>
                </a:cubicBezTo>
                <a:cubicBezTo>
                  <a:pt x="34281" y="6194"/>
                  <a:pt x="34209" y="6176"/>
                  <a:pt x="34118" y="6140"/>
                </a:cubicBezTo>
                <a:cubicBezTo>
                  <a:pt x="34046" y="6122"/>
                  <a:pt x="33955" y="6104"/>
                  <a:pt x="33865" y="6085"/>
                </a:cubicBezTo>
                <a:cubicBezTo>
                  <a:pt x="33774" y="6049"/>
                  <a:pt x="33684" y="6049"/>
                  <a:pt x="33611" y="6049"/>
                </a:cubicBezTo>
                <a:lnTo>
                  <a:pt x="33340" y="6049"/>
                </a:lnTo>
                <a:cubicBezTo>
                  <a:pt x="33249" y="6067"/>
                  <a:pt x="33159" y="6067"/>
                  <a:pt x="33086" y="6104"/>
                </a:cubicBezTo>
                <a:cubicBezTo>
                  <a:pt x="33050" y="6104"/>
                  <a:pt x="33014" y="6122"/>
                  <a:pt x="32977" y="6140"/>
                </a:cubicBezTo>
                <a:cubicBezTo>
                  <a:pt x="32959" y="6158"/>
                  <a:pt x="32923" y="6158"/>
                  <a:pt x="32887" y="6176"/>
                </a:cubicBezTo>
                <a:cubicBezTo>
                  <a:pt x="32814" y="6194"/>
                  <a:pt x="32742" y="6212"/>
                  <a:pt x="32670" y="6212"/>
                </a:cubicBezTo>
                <a:lnTo>
                  <a:pt x="32670" y="6212"/>
                </a:lnTo>
                <a:cubicBezTo>
                  <a:pt x="32670" y="6194"/>
                  <a:pt x="32633" y="6194"/>
                  <a:pt x="32633" y="6212"/>
                </a:cubicBezTo>
                <a:lnTo>
                  <a:pt x="32597" y="6194"/>
                </a:lnTo>
                <a:cubicBezTo>
                  <a:pt x="32543" y="6176"/>
                  <a:pt x="32507" y="6140"/>
                  <a:pt x="32470" y="6122"/>
                </a:cubicBezTo>
                <a:cubicBezTo>
                  <a:pt x="32380" y="6067"/>
                  <a:pt x="32289" y="6031"/>
                  <a:pt x="32199" y="5977"/>
                </a:cubicBezTo>
                <a:cubicBezTo>
                  <a:pt x="32144" y="5959"/>
                  <a:pt x="32108" y="5941"/>
                  <a:pt x="32054" y="5922"/>
                </a:cubicBezTo>
                <a:cubicBezTo>
                  <a:pt x="32018" y="5904"/>
                  <a:pt x="31981" y="5868"/>
                  <a:pt x="31945" y="5850"/>
                </a:cubicBezTo>
                <a:cubicBezTo>
                  <a:pt x="31909" y="5832"/>
                  <a:pt x="31855" y="5814"/>
                  <a:pt x="31837" y="5796"/>
                </a:cubicBezTo>
                <a:cubicBezTo>
                  <a:pt x="31782" y="5759"/>
                  <a:pt x="31764" y="5723"/>
                  <a:pt x="31728" y="5687"/>
                </a:cubicBezTo>
                <a:cubicBezTo>
                  <a:pt x="31692" y="5651"/>
                  <a:pt x="31655" y="5615"/>
                  <a:pt x="31601" y="5578"/>
                </a:cubicBezTo>
                <a:lnTo>
                  <a:pt x="31511" y="5488"/>
                </a:lnTo>
                <a:cubicBezTo>
                  <a:pt x="31474" y="5452"/>
                  <a:pt x="31438" y="5433"/>
                  <a:pt x="31402" y="5397"/>
                </a:cubicBezTo>
                <a:cubicBezTo>
                  <a:pt x="31366" y="5361"/>
                  <a:pt x="31329" y="5325"/>
                  <a:pt x="31293" y="5289"/>
                </a:cubicBezTo>
                <a:cubicBezTo>
                  <a:pt x="31203" y="5216"/>
                  <a:pt x="31130" y="5162"/>
                  <a:pt x="31040" y="5107"/>
                </a:cubicBezTo>
                <a:cubicBezTo>
                  <a:pt x="30949" y="5053"/>
                  <a:pt x="30859" y="4981"/>
                  <a:pt x="30786" y="4926"/>
                </a:cubicBezTo>
                <a:cubicBezTo>
                  <a:pt x="30696" y="4872"/>
                  <a:pt x="30605" y="4836"/>
                  <a:pt x="30515" y="4800"/>
                </a:cubicBezTo>
                <a:cubicBezTo>
                  <a:pt x="30424" y="4763"/>
                  <a:pt x="30352" y="4709"/>
                  <a:pt x="30279" y="4655"/>
                </a:cubicBezTo>
                <a:cubicBezTo>
                  <a:pt x="30243" y="4619"/>
                  <a:pt x="30225" y="4600"/>
                  <a:pt x="30189" y="4564"/>
                </a:cubicBezTo>
                <a:cubicBezTo>
                  <a:pt x="30152" y="4528"/>
                  <a:pt x="30098" y="4510"/>
                  <a:pt x="30062" y="4492"/>
                </a:cubicBezTo>
                <a:cubicBezTo>
                  <a:pt x="29989" y="4437"/>
                  <a:pt x="29917" y="4383"/>
                  <a:pt x="29844" y="4329"/>
                </a:cubicBezTo>
                <a:cubicBezTo>
                  <a:pt x="29808" y="4293"/>
                  <a:pt x="29754" y="4274"/>
                  <a:pt x="29718" y="4256"/>
                </a:cubicBezTo>
                <a:cubicBezTo>
                  <a:pt x="29681" y="4238"/>
                  <a:pt x="29627" y="4220"/>
                  <a:pt x="29591" y="4220"/>
                </a:cubicBezTo>
                <a:cubicBezTo>
                  <a:pt x="29555" y="4220"/>
                  <a:pt x="29500" y="4184"/>
                  <a:pt x="29464" y="4184"/>
                </a:cubicBezTo>
                <a:lnTo>
                  <a:pt x="29319" y="4166"/>
                </a:lnTo>
                <a:cubicBezTo>
                  <a:pt x="29265" y="4166"/>
                  <a:pt x="29229" y="4166"/>
                  <a:pt x="29174" y="4184"/>
                </a:cubicBezTo>
                <a:cubicBezTo>
                  <a:pt x="29120" y="4184"/>
                  <a:pt x="29066" y="4184"/>
                  <a:pt x="29011" y="4202"/>
                </a:cubicBezTo>
                <a:lnTo>
                  <a:pt x="28885" y="4202"/>
                </a:lnTo>
                <a:cubicBezTo>
                  <a:pt x="28848" y="4166"/>
                  <a:pt x="28812" y="4130"/>
                  <a:pt x="28794" y="4093"/>
                </a:cubicBezTo>
                <a:cubicBezTo>
                  <a:pt x="28740" y="4057"/>
                  <a:pt x="28704" y="4021"/>
                  <a:pt x="28649" y="3985"/>
                </a:cubicBezTo>
                <a:cubicBezTo>
                  <a:pt x="28613" y="3930"/>
                  <a:pt x="28559" y="3894"/>
                  <a:pt x="28541" y="3840"/>
                </a:cubicBezTo>
                <a:cubicBezTo>
                  <a:pt x="28468" y="3731"/>
                  <a:pt x="28378" y="3641"/>
                  <a:pt x="28305" y="3532"/>
                </a:cubicBezTo>
                <a:cubicBezTo>
                  <a:pt x="28287" y="3478"/>
                  <a:pt x="28233" y="3441"/>
                  <a:pt x="28197" y="3405"/>
                </a:cubicBezTo>
                <a:cubicBezTo>
                  <a:pt x="28160" y="3405"/>
                  <a:pt x="28142" y="3387"/>
                  <a:pt x="28124" y="3369"/>
                </a:cubicBezTo>
                <a:cubicBezTo>
                  <a:pt x="28106" y="3351"/>
                  <a:pt x="28088" y="3333"/>
                  <a:pt x="28052" y="3333"/>
                </a:cubicBezTo>
                <a:cubicBezTo>
                  <a:pt x="28034" y="3333"/>
                  <a:pt x="27997" y="3333"/>
                  <a:pt x="27979" y="3351"/>
                </a:cubicBezTo>
                <a:cubicBezTo>
                  <a:pt x="27943" y="3351"/>
                  <a:pt x="27907" y="3351"/>
                  <a:pt x="27889" y="3351"/>
                </a:cubicBezTo>
                <a:cubicBezTo>
                  <a:pt x="27816" y="3333"/>
                  <a:pt x="27762" y="3351"/>
                  <a:pt x="27708" y="3369"/>
                </a:cubicBezTo>
                <a:cubicBezTo>
                  <a:pt x="27653" y="3405"/>
                  <a:pt x="27599" y="3423"/>
                  <a:pt x="27563" y="3460"/>
                </a:cubicBezTo>
                <a:cubicBezTo>
                  <a:pt x="27508" y="3478"/>
                  <a:pt x="27436" y="3514"/>
                  <a:pt x="27382" y="3532"/>
                </a:cubicBezTo>
                <a:cubicBezTo>
                  <a:pt x="27327" y="3568"/>
                  <a:pt x="27273" y="3586"/>
                  <a:pt x="27219" y="3623"/>
                </a:cubicBezTo>
                <a:cubicBezTo>
                  <a:pt x="27182" y="3677"/>
                  <a:pt x="27128" y="3695"/>
                  <a:pt x="27074" y="3731"/>
                </a:cubicBezTo>
                <a:cubicBezTo>
                  <a:pt x="26965" y="3786"/>
                  <a:pt x="26856" y="3876"/>
                  <a:pt x="26766" y="3967"/>
                </a:cubicBezTo>
                <a:cubicBezTo>
                  <a:pt x="26730" y="4003"/>
                  <a:pt x="26675" y="4057"/>
                  <a:pt x="26639" y="4111"/>
                </a:cubicBezTo>
                <a:cubicBezTo>
                  <a:pt x="26603" y="4148"/>
                  <a:pt x="26567" y="4184"/>
                  <a:pt x="26512" y="4220"/>
                </a:cubicBezTo>
                <a:lnTo>
                  <a:pt x="26440" y="4256"/>
                </a:lnTo>
                <a:cubicBezTo>
                  <a:pt x="26422" y="4274"/>
                  <a:pt x="26386" y="4293"/>
                  <a:pt x="26367" y="4311"/>
                </a:cubicBezTo>
                <a:cubicBezTo>
                  <a:pt x="26313" y="4347"/>
                  <a:pt x="26259" y="4383"/>
                  <a:pt x="26204" y="4401"/>
                </a:cubicBezTo>
                <a:cubicBezTo>
                  <a:pt x="26168" y="4401"/>
                  <a:pt x="26150" y="4419"/>
                  <a:pt x="26132" y="4419"/>
                </a:cubicBezTo>
                <a:cubicBezTo>
                  <a:pt x="26096" y="4419"/>
                  <a:pt x="26060" y="4437"/>
                  <a:pt x="26023" y="4437"/>
                </a:cubicBezTo>
                <a:cubicBezTo>
                  <a:pt x="25969" y="4456"/>
                  <a:pt x="25915" y="4492"/>
                  <a:pt x="25860" y="4510"/>
                </a:cubicBezTo>
                <a:cubicBezTo>
                  <a:pt x="25788" y="4546"/>
                  <a:pt x="25734" y="4564"/>
                  <a:pt x="25679" y="4582"/>
                </a:cubicBezTo>
                <a:cubicBezTo>
                  <a:pt x="25607" y="4619"/>
                  <a:pt x="25571" y="4655"/>
                  <a:pt x="25516" y="4691"/>
                </a:cubicBezTo>
                <a:cubicBezTo>
                  <a:pt x="25462" y="4727"/>
                  <a:pt x="25408" y="4763"/>
                  <a:pt x="25353" y="4782"/>
                </a:cubicBezTo>
                <a:cubicBezTo>
                  <a:pt x="25299" y="4818"/>
                  <a:pt x="25245" y="4854"/>
                  <a:pt x="25208" y="4890"/>
                </a:cubicBezTo>
                <a:cubicBezTo>
                  <a:pt x="25154" y="4926"/>
                  <a:pt x="25100" y="4963"/>
                  <a:pt x="25045" y="4981"/>
                </a:cubicBezTo>
                <a:lnTo>
                  <a:pt x="24864" y="5071"/>
                </a:lnTo>
                <a:cubicBezTo>
                  <a:pt x="24810" y="5089"/>
                  <a:pt x="24756" y="5126"/>
                  <a:pt x="24701" y="5144"/>
                </a:cubicBezTo>
                <a:cubicBezTo>
                  <a:pt x="24629" y="5162"/>
                  <a:pt x="24557" y="5162"/>
                  <a:pt x="24502" y="5180"/>
                </a:cubicBezTo>
                <a:cubicBezTo>
                  <a:pt x="24430" y="5180"/>
                  <a:pt x="24357" y="5198"/>
                  <a:pt x="24303" y="5198"/>
                </a:cubicBezTo>
                <a:lnTo>
                  <a:pt x="24212" y="5234"/>
                </a:lnTo>
                <a:cubicBezTo>
                  <a:pt x="24176" y="5234"/>
                  <a:pt x="24140" y="5234"/>
                  <a:pt x="24104" y="5234"/>
                </a:cubicBezTo>
                <a:cubicBezTo>
                  <a:pt x="24049" y="5252"/>
                  <a:pt x="23995" y="5270"/>
                  <a:pt x="23941" y="5270"/>
                </a:cubicBezTo>
                <a:lnTo>
                  <a:pt x="23832" y="5270"/>
                </a:lnTo>
                <a:cubicBezTo>
                  <a:pt x="23814" y="5289"/>
                  <a:pt x="23778" y="5289"/>
                  <a:pt x="23742" y="5270"/>
                </a:cubicBezTo>
                <a:cubicBezTo>
                  <a:pt x="23705" y="5270"/>
                  <a:pt x="23669" y="5252"/>
                  <a:pt x="23615" y="5252"/>
                </a:cubicBezTo>
                <a:lnTo>
                  <a:pt x="23615" y="5252"/>
                </a:lnTo>
                <a:lnTo>
                  <a:pt x="23579" y="5252"/>
                </a:lnTo>
                <a:cubicBezTo>
                  <a:pt x="23470" y="5216"/>
                  <a:pt x="23361" y="5180"/>
                  <a:pt x="23271" y="5144"/>
                </a:cubicBezTo>
                <a:cubicBezTo>
                  <a:pt x="23180" y="5089"/>
                  <a:pt x="23090" y="5053"/>
                  <a:pt x="22981" y="5035"/>
                </a:cubicBezTo>
                <a:cubicBezTo>
                  <a:pt x="22872" y="4999"/>
                  <a:pt x="22782" y="4963"/>
                  <a:pt x="22673" y="4926"/>
                </a:cubicBezTo>
                <a:cubicBezTo>
                  <a:pt x="22564" y="4890"/>
                  <a:pt x="22492" y="4818"/>
                  <a:pt x="22383" y="4782"/>
                </a:cubicBezTo>
                <a:cubicBezTo>
                  <a:pt x="22293" y="4745"/>
                  <a:pt x="22184" y="4709"/>
                  <a:pt x="22094" y="4655"/>
                </a:cubicBezTo>
                <a:cubicBezTo>
                  <a:pt x="22003" y="4600"/>
                  <a:pt x="21913" y="4546"/>
                  <a:pt x="21804" y="4492"/>
                </a:cubicBezTo>
                <a:cubicBezTo>
                  <a:pt x="21713" y="4456"/>
                  <a:pt x="21605" y="4419"/>
                  <a:pt x="21514" y="4365"/>
                </a:cubicBezTo>
                <a:cubicBezTo>
                  <a:pt x="21478" y="4347"/>
                  <a:pt x="21442" y="4329"/>
                  <a:pt x="21405" y="4293"/>
                </a:cubicBezTo>
                <a:cubicBezTo>
                  <a:pt x="21369" y="4274"/>
                  <a:pt x="21315" y="4256"/>
                  <a:pt x="21279" y="4220"/>
                </a:cubicBezTo>
                <a:cubicBezTo>
                  <a:pt x="21188" y="4166"/>
                  <a:pt x="21116" y="4111"/>
                  <a:pt x="21025" y="4057"/>
                </a:cubicBezTo>
                <a:cubicBezTo>
                  <a:pt x="20935" y="4003"/>
                  <a:pt x="20844" y="3967"/>
                  <a:pt x="20754" y="3948"/>
                </a:cubicBezTo>
                <a:lnTo>
                  <a:pt x="20428" y="3948"/>
                </a:lnTo>
                <a:cubicBezTo>
                  <a:pt x="20319" y="3948"/>
                  <a:pt x="20228" y="3912"/>
                  <a:pt x="20156" y="3858"/>
                </a:cubicBezTo>
                <a:cubicBezTo>
                  <a:pt x="20120" y="3840"/>
                  <a:pt x="20083" y="3822"/>
                  <a:pt x="20047" y="3804"/>
                </a:cubicBezTo>
                <a:cubicBezTo>
                  <a:pt x="20011" y="3804"/>
                  <a:pt x="19957" y="3804"/>
                  <a:pt x="19902" y="3804"/>
                </a:cubicBezTo>
                <a:cubicBezTo>
                  <a:pt x="19866" y="3804"/>
                  <a:pt x="19812" y="3804"/>
                  <a:pt x="19757" y="3804"/>
                </a:cubicBezTo>
                <a:cubicBezTo>
                  <a:pt x="19703" y="3822"/>
                  <a:pt x="19649" y="3822"/>
                  <a:pt x="19613" y="3840"/>
                </a:cubicBezTo>
                <a:cubicBezTo>
                  <a:pt x="19558" y="3858"/>
                  <a:pt x="19522" y="3876"/>
                  <a:pt x="19486" y="3912"/>
                </a:cubicBezTo>
                <a:cubicBezTo>
                  <a:pt x="19450" y="3948"/>
                  <a:pt x="19432" y="3985"/>
                  <a:pt x="19377" y="4039"/>
                </a:cubicBezTo>
                <a:cubicBezTo>
                  <a:pt x="19341" y="4057"/>
                  <a:pt x="19305" y="4075"/>
                  <a:pt x="19269" y="4093"/>
                </a:cubicBezTo>
                <a:cubicBezTo>
                  <a:pt x="19250" y="4111"/>
                  <a:pt x="19232" y="4130"/>
                  <a:pt x="19214" y="4130"/>
                </a:cubicBezTo>
                <a:cubicBezTo>
                  <a:pt x="19196" y="4148"/>
                  <a:pt x="19160" y="4148"/>
                  <a:pt x="19142" y="4166"/>
                </a:cubicBezTo>
                <a:cubicBezTo>
                  <a:pt x="19106" y="4184"/>
                  <a:pt x="19069" y="4220"/>
                  <a:pt x="19015" y="4238"/>
                </a:cubicBezTo>
                <a:cubicBezTo>
                  <a:pt x="18979" y="4274"/>
                  <a:pt x="18924" y="4274"/>
                  <a:pt x="18888" y="4311"/>
                </a:cubicBezTo>
                <a:cubicBezTo>
                  <a:pt x="18834" y="4329"/>
                  <a:pt x="18798" y="4365"/>
                  <a:pt x="18761" y="4383"/>
                </a:cubicBezTo>
                <a:cubicBezTo>
                  <a:pt x="18707" y="4419"/>
                  <a:pt x="18671" y="4437"/>
                  <a:pt x="18635" y="4456"/>
                </a:cubicBezTo>
                <a:cubicBezTo>
                  <a:pt x="18598" y="4492"/>
                  <a:pt x="18562" y="4528"/>
                  <a:pt x="18508" y="4528"/>
                </a:cubicBezTo>
                <a:cubicBezTo>
                  <a:pt x="18490" y="4528"/>
                  <a:pt x="18472" y="4528"/>
                  <a:pt x="18454" y="4510"/>
                </a:cubicBezTo>
                <a:lnTo>
                  <a:pt x="18345" y="4492"/>
                </a:lnTo>
                <a:cubicBezTo>
                  <a:pt x="18291" y="4492"/>
                  <a:pt x="18236" y="4474"/>
                  <a:pt x="18182" y="4456"/>
                </a:cubicBezTo>
                <a:cubicBezTo>
                  <a:pt x="18146" y="4437"/>
                  <a:pt x="18091" y="4419"/>
                  <a:pt x="18055" y="4383"/>
                </a:cubicBezTo>
                <a:cubicBezTo>
                  <a:pt x="18001" y="4365"/>
                  <a:pt x="17965" y="4347"/>
                  <a:pt x="17928" y="4311"/>
                </a:cubicBezTo>
                <a:cubicBezTo>
                  <a:pt x="17892" y="4274"/>
                  <a:pt x="17856" y="4238"/>
                  <a:pt x="17820" y="4220"/>
                </a:cubicBezTo>
                <a:cubicBezTo>
                  <a:pt x="17784" y="4202"/>
                  <a:pt x="17729" y="4184"/>
                  <a:pt x="17693" y="4166"/>
                </a:cubicBezTo>
                <a:cubicBezTo>
                  <a:pt x="17657" y="4148"/>
                  <a:pt x="17602" y="4111"/>
                  <a:pt x="17566" y="4093"/>
                </a:cubicBezTo>
                <a:cubicBezTo>
                  <a:pt x="17476" y="4057"/>
                  <a:pt x="17385" y="4039"/>
                  <a:pt x="17295" y="4003"/>
                </a:cubicBezTo>
                <a:cubicBezTo>
                  <a:pt x="17186" y="4003"/>
                  <a:pt x="17095" y="3967"/>
                  <a:pt x="17005" y="3930"/>
                </a:cubicBezTo>
                <a:cubicBezTo>
                  <a:pt x="16896" y="3894"/>
                  <a:pt x="16824" y="3822"/>
                  <a:pt x="16769" y="3731"/>
                </a:cubicBezTo>
                <a:cubicBezTo>
                  <a:pt x="16751" y="3695"/>
                  <a:pt x="16715" y="3659"/>
                  <a:pt x="16697" y="3623"/>
                </a:cubicBezTo>
                <a:cubicBezTo>
                  <a:pt x="16661" y="3568"/>
                  <a:pt x="16643" y="3532"/>
                  <a:pt x="16606" y="3478"/>
                </a:cubicBezTo>
                <a:cubicBezTo>
                  <a:pt x="16588" y="3423"/>
                  <a:pt x="16534" y="3315"/>
                  <a:pt x="16462" y="3278"/>
                </a:cubicBezTo>
                <a:cubicBezTo>
                  <a:pt x="16407" y="3242"/>
                  <a:pt x="16335" y="3260"/>
                  <a:pt x="16299" y="3315"/>
                </a:cubicBezTo>
                <a:cubicBezTo>
                  <a:pt x="16244" y="3351"/>
                  <a:pt x="16208" y="3423"/>
                  <a:pt x="16136" y="3387"/>
                </a:cubicBezTo>
                <a:cubicBezTo>
                  <a:pt x="16117" y="3369"/>
                  <a:pt x="16081" y="3333"/>
                  <a:pt x="16045" y="3315"/>
                </a:cubicBezTo>
                <a:lnTo>
                  <a:pt x="15936" y="3224"/>
                </a:lnTo>
                <a:lnTo>
                  <a:pt x="15701" y="3025"/>
                </a:lnTo>
                <a:cubicBezTo>
                  <a:pt x="15647" y="2971"/>
                  <a:pt x="15610" y="2880"/>
                  <a:pt x="15538" y="2826"/>
                </a:cubicBezTo>
                <a:cubicBezTo>
                  <a:pt x="15502" y="2808"/>
                  <a:pt x="15466" y="2771"/>
                  <a:pt x="15429" y="2753"/>
                </a:cubicBezTo>
                <a:cubicBezTo>
                  <a:pt x="15411" y="2717"/>
                  <a:pt x="15375" y="2681"/>
                  <a:pt x="15357" y="2626"/>
                </a:cubicBezTo>
                <a:cubicBezTo>
                  <a:pt x="15321" y="2608"/>
                  <a:pt x="15303" y="2572"/>
                  <a:pt x="15284" y="2536"/>
                </a:cubicBezTo>
                <a:cubicBezTo>
                  <a:pt x="15266" y="2482"/>
                  <a:pt x="15248" y="2445"/>
                  <a:pt x="15230" y="2391"/>
                </a:cubicBezTo>
                <a:cubicBezTo>
                  <a:pt x="15212" y="2355"/>
                  <a:pt x="15194" y="2301"/>
                  <a:pt x="15158" y="2264"/>
                </a:cubicBezTo>
                <a:cubicBezTo>
                  <a:pt x="15140" y="2228"/>
                  <a:pt x="15103" y="2192"/>
                  <a:pt x="15067" y="2156"/>
                </a:cubicBezTo>
                <a:cubicBezTo>
                  <a:pt x="15013" y="2101"/>
                  <a:pt x="14940" y="2047"/>
                  <a:pt x="14868" y="2011"/>
                </a:cubicBezTo>
                <a:cubicBezTo>
                  <a:pt x="14832" y="1993"/>
                  <a:pt x="14795" y="1993"/>
                  <a:pt x="14759" y="1993"/>
                </a:cubicBezTo>
                <a:cubicBezTo>
                  <a:pt x="14705" y="1993"/>
                  <a:pt x="14651" y="1956"/>
                  <a:pt x="14596" y="1956"/>
                </a:cubicBezTo>
                <a:cubicBezTo>
                  <a:pt x="14542" y="1938"/>
                  <a:pt x="14506" y="1938"/>
                  <a:pt x="14451" y="1956"/>
                </a:cubicBezTo>
                <a:lnTo>
                  <a:pt x="14270" y="1956"/>
                </a:lnTo>
                <a:cubicBezTo>
                  <a:pt x="14162" y="1956"/>
                  <a:pt x="14053" y="1975"/>
                  <a:pt x="13962" y="1993"/>
                </a:cubicBezTo>
                <a:cubicBezTo>
                  <a:pt x="13854" y="1993"/>
                  <a:pt x="13727" y="1993"/>
                  <a:pt x="13636" y="1993"/>
                </a:cubicBezTo>
                <a:lnTo>
                  <a:pt x="13618" y="1993"/>
                </a:lnTo>
                <a:lnTo>
                  <a:pt x="13510" y="1884"/>
                </a:lnTo>
                <a:cubicBezTo>
                  <a:pt x="13473" y="1830"/>
                  <a:pt x="13419" y="1793"/>
                  <a:pt x="13365" y="1739"/>
                </a:cubicBezTo>
                <a:cubicBezTo>
                  <a:pt x="13292" y="1703"/>
                  <a:pt x="13238" y="1667"/>
                  <a:pt x="13184" y="1630"/>
                </a:cubicBezTo>
                <a:cubicBezTo>
                  <a:pt x="13129" y="1576"/>
                  <a:pt x="13075" y="1540"/>
                  <a:pt x="13021" y="1486"/>
                </a:cubicBezTo>
                <a:cubicBezTo>
                  <a:pt x="12966" y="1431"/>
                  <a:pt x="12930" y="1395"/>
                  <a:pt x="12876" y="1359"/>
                </a:cubicBezTo>
                <a:cubicBezTo>
                  <a:pt x="12822" y="1323"/>
                  <a:pt x="12767" y="1286"/>
                  <a:pt x="12731" y="1250"/>
                </a:cubicBezTo>
                <a:cubicBezTo>
                  <a:pt x="12695" y="1196"/>
                  <a:pt x="12659" y="1142"/>
                  <a:pt x="12622" y="1087"/>
                </a:cubicBezTo>
                <a:cubicBezTo>
                  <a:pt x="12586" y="1033"/>
                  <a:pt x="12532" y="997"/>
                  <a:pt x="12477" y="942"/>
                </a:cubicBezTo>
                <a:cubicBezTo>
                  <a:pt x="12441" y="888"/>
                  <a:pt x="12387" y="816"/>
                  <a:pt x="12369" y="761"/>
                </a:cubicBezTo>
                <a:cubicBezTo>
                  <a:pt x="12333" y="707"/>
                  <a:pt x="12278" y="653"/>
                  <a:pt x="12242" y="598"/>
                </a:cubicBezTo>
                <a:cubicBezTo>
                  <a:pt x="12188" y="544"/>
                  <a:pt x="12133" y="508"/>
                  <a:pt x="12079" y="471"/>
                </a:cubicBezTo>
                <a:cubicBezTo>
                  <a:pt x="12007" y="435"/>
                  <a:pt x="11934" y="417"/>
                  <a:pt x="11862" y="435"/>
                </a:cubicBezTo>
                <a:cubicBezTo>
                  <a:pt x="11789" y="417"/>
                  <a:pt x="11717" y="417"/>
                  <a:pt x="11644" y="435"/>
                </a:cubicBezTo>
                <a:cubicBezTo>
                  <a:pt x="11608" y="453"/>
                  <a:pt x="11572" y="453"/>
                  <a:pt x="11536" y="471"/>
                </a:cubicBezTo>
                <a:cubicBezTo>
                  <a:pt x="11518" y="490"/>
                  <a:pt x="11481" y="508"/>
                  <a:pt x="11445" y="526"/>
                </a:cubicBezTo>
                <a:cubicBezTo>
                  <a:pt x="11409" y="544"/>
                  <a:pt x="11391" y="544"/>
                  <a:pt x="11355" y="562"/>
                </a:cubicBezTo>
                <a:cubicBezTo>
                  <a:pt x="11318" y="598"/>
                  <a:pt x="11282" y="616"/>
                  <a:pt x="11246" y="634"/>
                </a:cubicBezTo>
                <a:cubicBezTo>
                  <a:pt x="11192" y="671"/>
                  <a:pt x="11137" y="689"/>
                  <a:pt x="11065" y="725"/>
                </a:cubicBezTo>
                <a:cubicBezTo>
                  <a:pt x="11065" y="743"/>
                  <a:pt x="11047" y="743"/>
                  <a:pt x="11047" y="761"/>
                </a:cubicBezTo>
                <a:lnTo>
                  <a:pt x="11011" y="761"/>
                </a:lnTo>
                <a:cubicBezTo>
                  <a:pt x="10992" y="761"/>
                  <a:pt x="10956" y="797"/>
                  <a:pt x="10920" y="797"/>
                </a:cubicBezTo>
                <a:lnTo>
                  <a:pt x="10920" y="797"/>
                </a:lnTo>
                <a:cubicBezTo>
                  <a:pt x="10920" y="797"/>
                  <a:pt x="10902" y="797"/>
                  <a:pt x="10902" y="797"/>
                </a:cubicBezTo>
                <a:cubicBezTo>
                  <a:pt x="10829" y="779"/>
                  <a:pt x="10775" y="761"/>
                  <a:pt x="10703" y="725"/>
                </a:cubicBezTo>
                <a:cubicBezTo>
                  <a:pt x="10630" y="689"/>
                  <a:pt x="10558" y="634"/>
                  <a:pt x="10504" y="562"/>
                </a:cubicBezTo>
                <a:cubicBezTo>
                  <a:pt x="10431" y="508"/>
                  <a:pt x="10359" y="453"/>
                  <a:pt x="10268" y="417"/>
                </a:cubicBezTo>
                <a:cubicBezTo>
                  <a:pt x="10232" y="399"/>
                  <a:pt x="10196" y="381"/>
                  <a:pt x="10141" y="363"/>
                </a:cubicBezTo>
                <a:cubicBezTo>
                  <a:pt x="10105" y="345"/>
                  <a:pt x="10051" y="345"/>
                  <a:pt x="10015" y="308"/>
                </a:cubicBezTo>
                <a:lnTo>
                  <a:pt x="9888" y="254"/>
                </a:lnTo>
                <a:cubicBezTo>
                  <a:pt x="9852" y="236"/>
                  <a:pt x="9815" y="200"/>
                  <a:pt x="9761" y="182"/>
                </a:cubicBezTo>
                <a:cubicBezTo>
                  <a:pt x="9670" y="164"/>
                  <a:pt x="9598" y="91"/>
                  <a:pt x="9507" y="55"/>
                </a:cubicBezTo>
                <a:cubicBezTo>
                  <a:pt x="9471" y="55"/>
                  <a:pt x="9435" y="37"/>
                  <a:pt x="9399" y="37"/>
                </a:cubicBezTo>
                <a:cubicBezTo>
                  <a:pt x="9345" y="19"/>
                  <a:pt x="9308" y="1"/>
                  <a:pt x="9254" y="1"/>
                </a:cubicBezTo>
                <a:cubicBezTo>
                  <a:pt x="9218" y="1"/>
                  <a:pt x="9182" y="19"/>
                  <a:pt x="9145" y="19"/>
                </a:cubicBezTo>
                <a:cubicBezTo>
                  <a:pt x="9109" y="19"/>
                  <a:pt x="9055" y="19"/>
                  <a:pt x="9019" y="37"/>
                </a:cubicBezTo>
                <a:cubicBezTo>
                  <a:pt x="8964" y="55"/>
                  <a:pt x="8928" y="55"/>
                  <a:pt x="8874" y="55"/>
                </a:cubicBezTo>
                <a:lnTo>
                  <a:pt x="8729" y="73"/>
                </a:lnTo>
                <a:cubicBezTo>
                  <a:pt x="8638" y="73"/>
                  <a:pt x="8548" y="109"/>
                  <a:pt x="8457" y="109"/>
                </a:cubicBezTo>
                <a:cubicBezTo>
                  <a:pt x="8348" y="127"/>
                  <a:pt x="8258" y="145"/>
                  <a:pt x="8149" y="164"/>
                </a:cubicBezTo>
                <a:cubicBezTo>
                  <a:pt x="8059" y="182"/>
                  <a:pt x="7968" y="218"/>
                  <a:pt x="7878" y="236"/>
                </a:cubicBezTo>
                <a:cubicBezTo>
                  <a:pt x="7769" y="272"/>
                  <a:pt x="7678" y="290"/>
                  <a:pt x="7606" y="308"/>
                </a:cubicBezTo>
                <a:cubicBezTo>
                  <a:pt x="7552" y="327"/>
                  <a:pt x="7515" y="345"/>
                  <a:pt x="7479" y="363"/>
                </a:cubicBezTo>
                <a:cubicBezTo>
                  <a:pt x="7425" y="381"/>
                  <a:pt x="7389" y="381"/>
                  <a:pt x="7334" y="399"/>
                </a:cubicBezTo>
                <a:cubicBezTo>
                  <a:pt x="7298" y="417"/>
                  <a:pt x="7262" y="417"/>
                  <a:pt x="7226" y="435"/>
                </a:cubicBezTo>
                <a:cubicBezTo>
                  <a:pt x="7189" y="453"/>
                  <a:pt x="7153" y="471"/>
                  <a:pt x="7099" y="508"/>
                </a:cubicBezTo>
                <a:cubicBezTo>
                  <a:pt x="7063" y="526"/>
                  <a:pt x="7008" y="544"/>
                  <a:pt x="6954" y="562"/>
                </a:cubicBezTo>
                <a:cubicBezTo>
                  <a:pt x="6900" y="580"/>
                  <a:pt x="6864" y="580"/>
                  <a:pt x="6809" y="598"/>
                </a:cubicBezTo>
                <a:cubicBezTo>
                  <a:pt x="6701" y="634"/>
                  <a:pt x="6610" y="671"/>
                  <a:pt x="6519" y="725"/>
                </a:cubicBezTo>
                <a:cubicBezTo>
                  <a:pt x="6465" y="743"/>
                  <a:pt x="6429" y="761"/>
                  <a:pt x="6375" y="779"/>
                </a:cubicBezTo>
                <a:cubicBezTo>
                  <a:pt x="6320" y="797"/>
                  <a:pt x="6284" y="816"/>
                  <a:pt x="6248" y="834"/>
                </a:cubicBezTo>
                <a:cubicBezTo>
                  <a:pt x="6193" y="852"/>
                  <a:pt x="6139" y="870"/>
                  <a:pt x="6103" y="888"/>
                </a:cubicBezTo>
                <a:cubicBezTo>
                  <a:pt x="6085" y="906"/>
                  <a:pt x="6049" y="906"/>
                  <a:pt x="6030" y="906"/>
                </a:cubicBezTo>
                <a:cubicBezTo>
                  <a:pt x="6012" y="906"/>
                  <a:pt x="5994" y="906"/>
                  <a:pt x="5976" y="888"/>
                </a:cubicBezTo>
                <a:cubicBezTo>
                  <a:pt x="5976" y="888"/>
                  <a:pt x="5958" y="888"/>
                  <a:pt x="5958" y="888"/>
                </a:cubicBezTo>
                <a:cubicBezTo>
                  <a:pt x="5922" y="870"/>
                  <a:pt x="5886" y="834"/>
                  <a:pt x="5849" y="797"/>
                </a:cubicBezTo>
                <a:cubicBezTo>
                  <a:pt x="5759" y="743"/>
                  <a:pt x="5668" y="689"/>
                  <a:pt x="5578" y="634"/>
                </a:cubicBezTo>
                <a:lnTo>
                  <a:pt x="5433" y="544"/>
                </a:lnTo>
                <a:cubicBezTo>
                  <a:pt x="5397" y="526"/>
                  <a:pt x="5360" y="508"/>
                  <a:pt x="5306" y="471"/>
                </a:cubicBezTo>
                <a:cubicBezTo>
                  <a:pt x="5270" y="453"/>
                  <a:pt x="5252" y="417"/>
                  <a:pt x="5216" y="381"/>
                </a:cubicBezTo>
                <a:cubicBezTo>
                  <a:pt x="5179" y="363"/>
                  <a:pt x="5143" y="327"/>
                  <a:pt x="5107" y="290"/>
                </a:cubicBezTo>
                <a:cubicBezTo>
                  <a:pt x="5053" y="200"/>
                  <a:pt x="4962" y="145"/>
                  <a:pt x="4871" y="127"/>
                </a:cubicBezTo>
                <a:cubicBezTo>
                  <a:pt x="4763" y="127"/>
                  <a:pt x="4654" y="127"/>
                  <a:pt x="4564" y="145"/>
                </a:cubicBezTo>
                <a:cubicBezTo>
                  <a:pt x="4509" y="164"/>
                  <a:pt x="4455" y="164"/>
                  <a:pt x="4419" y="182"/>
                </a:cubicBezTo>
                <a:cubicBezTo>
                  <a:pt x="4364" y="182"/>
                  <a:pt x="4310" y="182"/>
                  <a:pt x="4274" y="200"/>
                </a:cubicBezTo>
                <a:cubicBezTo>
                  <a:pt x="4220" y="218"/>
                  <a:pt x="4183" y="236"/>
                  <a:pt x="4129" y="254"/>
                </a:cubicBezTo>
                <a:cubicBezTo>
                  <a:pt x="4093" y="272"/>
                  <a:pt x="4038" y="290"/>
                  <a:pt x="3984" y="308"/>
                </a:cubicBezTo>
                <a:cubicBezTo>
                  <a:pt x="3912" y="327"/>
                  <a:pt x="3857" y="345"/>
                  <a:pt x="3803" y="345"/>
                </a:cubicBezTo>
                <a:cubicBezTo>
                  <a:pt x="3749" y="363"/>
                  <a:pt x="3694" y="363"/>
                  <a:pt x="3640" y="345"/>
                </a:cubicBezTo>
                <a:cubicBezTo>
                  <a:pt x="3531" y="345"/>
                  <a:pt x="3423" y="363"/>
                  <a:pt x="3314" y="363"/>
                </a:cubicBezTo>
                <a:lnTo>
                  <a:pt x="3205" y="345"/>
                </a:lnTo>
                <a:cubicBezTo>
                  <a:pt x="3115" y="345"/>
                  <a:pt x="3024" y="345"/>
                  <a:pt x="2952" y="345"/>
                </a:cubicBezTo>
                <a:cubicBezTo>
                  <a:pt x="2861" y="345"/>
                  <a:pt x="2789" y="363"/>
                  <a:pt x="2716" y="363"/>
                </a:cubicBezTo>
                <a:cubicBezTo>
                  <a:pt x="2644" y="381"/>
                  <a:pt x="2572" y="417"/>
                  <a:pt x="2535" y="471"/>
                </a:cubicBezTo>
                <a:cubicBezTo>
                  <a:pt x="2499" y="490"/>
                  <a:pt x="2481" y="526"/>
                  <a:pt x="2463" y="544"/>
                </a:cubicBezTo>
                <a:cubicBezTo>
                  <a:pt x="2445" y="544"/>
                  <a:pt x="2427" y="562"/>
                  <a:pt x="2409" y="562"/>
                </a:cubicBezTo>
                <a:cubicBezTo>
                  <a:pt x="2390" y="562"/>
                  <a:pt x="2372" y="562"/>
                  <a:pt x="2354" y="562"/>
                </a:cubicBezTo>
                <a:cubicBezTo>
                  <a:pt x="2318" y="562"/>
                  <a:pt x="2300" y="598"/>
                  <a:pt x="2282" y="616"/>
                </a:cubicBezTo>
                <a:cubicBezTo>
                  <a:pt x="2246" y="634"/>
                  <a:pt x="2209" y="653"/>
                  <a:pt x="2173" y="671"/>
                </a:cubicBezTo>
                <a:cubicBezTo>
                  <a:pt x="2101" y="707"/>
                  <a:pt x="2028" y="725"/>
                  <a:pt x="1938" y="743"/>
                </a:cubicBezTo>
                <a:cubicBezTo>
                  <a:pt x="1865" y="761"/>
                  <a:pt x="1793" y="797"/>
                  <a:pt x="1720" y="834"/>
                </a:cubicBezTo>
                <a:cubicBezTo>
                  <a:pt x="1684" y="852"/>
                  <a:pt x="1648" y="852"/>
                  <a:pt x="1612" y="870"/>
                </a:cubicBezTo>
                <a:cubicBezTo>
                  <a:pt x="1576" y="870"/>
                  <a:pt x="1539" y="888"/>
                  <a:pt x="1503" y="888"/>
                </a:cubicBezTo>
                <a:cubicBezTo>
                  <a:pt x="1449" y="906"/>
                  <a:pt x="1413" y="906"/>
                  <a:pt x="1376" y="888"/>
                </a:cubicBezTo>
                <a:cubicBezTo>
                  <a:pt x="1340" y="888"/>
                  <a:pt x="1304" y="906"/>
                  <a:pt x="1268" y="906"/>
                </a:cubicBezTo>
                <a:cubicBezTo>
                  <a:pt x="1195" y="924"/>
                  <a:pt x="1105" y="924"/>
                  <a:pt x="1032" y="906"/>
                </a:cubicBezTo>
                <a:cubicBezTo>
                  <a:pt x="960" y="924"/>
                  <a:pt x="905" y="960"/>
                  <a:pt x="851" y="997"/>
                </a:cubicBezTo>
                <a:cubicBezTo>
                  <a:pt x="833" y="1015"/>
                  <a:pt x="797" y="1033"/>
                  <a:pt x="779" y="1051"/>
                </a:cubicBezTo>
                <a:cubicBezTo>
                  <a:pt x="742" y="1069"/>
                  <a:pt x="706" y="1087"/>
                  <a:pt x="652" y="1105"/>
                </a:cubicBezTo>
                <a:cubicBezTo>
                  <a:pt x="580" y="1142"/>
                  <a:pt x="525" y="1178"/>
                  <a:pt x="471" y="1232"/>
                </a:cubicBezTo>
                <a:cubicBezTo>
                  <a:pt x="417" y="1286"/>
                  <a:pt x="362" y="1341"/>
                  <a:pt x="326" y="1413"/>
                </a:cubicBezTo>
                <a:cubicBezTo>
                  <a:pt x="290" y="1467"/>
                  <a:pt x="235" y="1522"/>
                  <a:pt x="181" y="1576"/>
                </a:cubicBezTo>
                <a:cubicBezTo>
                  <a:pt x="109" y="1612"/>
                  <a:pt x="54" y="1649"/>
                  <a:pt x="0" y="1685"/>
                </a:cubicBezTo>
                <a:lnTo>
                  <a:pt x="0" y="26133"/>
                </a:lnTo>
                <a:lnTo>
                  <a:pt x="63854" y="26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2" name="Google Shape;502;p24"/>
          <p:cNvGrpSpPr/>
          <p:nvPr/>
        </p:nvGrpSpPr>
        <p:grpSpPr>
          <a:xfrm>
            <a:off x="5629611" y="3908856"/>
            <a:ext cx="300437" cy="516352"/>
            <a:chOff x="3036112" y="3155581"/>
            <a:chExt cx="300437" cy="516352"/>
          </a:xfrm>
        </p:grpSpPr>
        <p:sp>
          <p:nvSpPr>
            <p:cNvPr id="503" name="Google Shape;503;p24"/>
            <p:cNvSpPr/>
            <p:nvPr/>
          </p:nvSpPr>
          <p:spPr>
            <a:xfrm>
              <a:off x="3140397" y="3155581"/>
              <a:ext cx="79255" cy="516352"/>
            </a:xfrm>
            <a:custGeom>
              <a:rect b="b" l="l" r="r" t="t"/>
              <a:pathLst>
                <a:path extrusionOk="0" h="5199" w="798">
                  <a:moveTo>
                    <a:pt x="146" y="5198"/>
                  </a:moveTo>
                  <a:cubicBezTo>
                    <a:pt x="146" y="5198"/>
                    <a:pt x="182" y="3804"/>
                    <a:pt x="327" y="3351"/>
                  </a:cubicBezTo>
                  <a:cubicBezTo>
                    <a:pt x="472" y="2899"/>
                    <a:pt x="653" y="2482"/>
                    <a:pt x="508" y="2120"/>
                  </a:cubicBezTo>
                  <a:cubicBezTo>
                    <a:pt x="164" y="1468"/>
                    <a:pt x="1" y="743"/>
                    <a:pt x="73" y="1"/>
                  </a:cubicBezTo>
                  <a:cubicBezTo>
                    <a:pt x="73" y="1"/>
                    <a:pt x="146" y="1160"/>
                    <a:pt x="454" y="1703"/>
                  </a:cubicBezTo>
                  <a:cubicBezTo>
                    <a:pt x="743" y="2247"/>
                    <a:pt x="798" y="2699"/>
                    <a:pt x="653" y="3043"/>
                  </a:cubicBezTo>
                  <a:cubicBezTo>
                    <a:pt x="526" y="3406"/>
                    <a:pt x="472" y="3786"/>
                    <a:pt x="508" y="4166"/>
                  </a:cubicBezTo>
                  <a:cubicBezTo>
                    <a:pt x="490" y="4637"/>
                    <a:pt x="508" y="5198"/>
                    <a:pt x="508" y="5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3183601" y="3443407"/>
              <a:ext cx="134972" cy="72005"/>
            </a:xfrm>
            <a:custGeom>
              <a:rect b="b" l="l" r="r" t="t"/>
              <a:pathLst>
                <a:path extrusionOk="0" h="725" w="1359">
                  <a:moveTo>
                    <a:pt x="1" y="707"/>
                  </a:moveTo>
                  <a:cubicBezTo>
                    <a:pt x="544" y="725"/>
                    <a:pt x="1051" y="453"/>
                    <a:pt x="1359" y="1"/>
                  </a:cubicBezTo>
                  <a:cubicBezTo>
                    <a:pt x="1359" y="1"/>
                    <a:pt x="743" y="652"/>
                    <a:pt x="37" y="5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3036112" y="3340910"/>
              <a:ext cx="142223" cy="174501"/>
            </a:xfrm>
            <a:custGeom>
              <a:rect b="b" l="l" r="r" t="t"/>
              <a:pathLst>
                <a:path extrusionOk="0" h="1757" w="1432">
                  <a:moveTo>
                    <a:pt x="1" y="0"/>
                  </a:moveTo>
                  <a:cubicBezTo>
                    <a:pt x="1" y="0"/>
                    <a:pt x="236" y="1648"/>
                    <a:pt x="1431" y="1612"/>
                  </a:cubicBezTo>
                  <a:lnTo>
                    <a:pt x="1304" y="1757"/>
                  </a:lnTo>
                  <a:cubicBezTo>
                    <a:pt x="1304" y="1757"/>
                    <a:pt x="109" y="1666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3185388" y="3452445"/>
              <a:ext cx="84619" cy="54029"/>
            </a:xfrm>
            <a:custGeom>
              <a:rect b="b" l="l" r="r" t="t"/>
              <a:pathLst>
                <a:path extrusionOk="0" h="544" w="852">
                  <a:moveTo>
                    <a:pt x="1" y="507"/>
                  </a:moveTo>
                  <a:cubicBezTo>
                    <a:pt x="327" y="435"/>
                    <a:pt x="635" y="254"/>
                    <a:pt x="852" y="0"/>
                  </a:cubicBezTo>
                  <a:cubicBezTo>
                    <a:pt x="689" y="254"/>
                    <a:pt x="435" y="435"/>
                    <a:pt x="146" y="54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3188964" y="3337334"/>
              <a:ext cx="147586" cy="131397"/>
            </a:xfrm>
            <a:custGeom>
              <a:rect b="b" l="l" r="r" t="t"/>
              <a:pathLst>
                <a:path extrusionOk="0" h="1323" w="1486">
                  <a:moveTo>
                    <a:pt x="1" y="1322"/>
                  </a:moveTo>
                  <a:lnTo>
                    <a:pt x="128" y="1286"/>
                  </a:lnTo>
                  <a:cubicBezTo>
                    <a:pt x="273" y="1050"/>
                    <a:pt x="490" y="851"/>
                    <a:pt x="743" y="761"/>
                  </a:cubicBezTo>
                  <a:cubicBezTo>
                    <a:pt x="1214" y="525"/>
                    <a:pt x="1413" y="308"/>
                    <a:pt x="1486" y="0"/>
                  </a:cubicBezTo>
                  <a:cubicBezTo>
                    <a:pt x="1359" y="254"/>
                    <a:pt x="1142" y="453"/>
                    <a:pt x="888" y="580"/>
                  </a:cubicBezTo>
                  <a:cubicBezTo>
                    <a:pt x="454" y="797"/>
                    <a:pt x="254" y="887"/>
                    <a:pt x="37" y="11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3237531" y="3328296"/>
              <a:ext cx="64854" cy="91869"/>
            </a:xfrm>
            <a:custGeom>
              <a:rect b="b" l="l" r="r" t="t"/>
              <a:pathLst>
                <a:path extrusionOk="0" h="925" w="653">
                  <a:moveTo>
                    <a:pt x="653" y="1"/>
                  </a:moveTo>
                  <a:cubicBezTo>
                    <a:pt x="526" y="345"/>
                    <a:pt x="291" y="671"/>
                    <a:pt x="1" y="924"/>
                  </a:cubicBezTo>
                  <a:lnTo>
                    <a:pt x="254" y="761"/>
                  </a:lnTo>
                  <a:cubicBezTo>
                    <a:pt x="254" y="761"/>
                    <a:pt x="508" y="616"/>
                    <a:pt x="6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3201577" y="3243776"/>
              <a:ext cx="93656" cy="156524"/>
            </a:xfrm>
            <a:custGeom>
              <a:rect b="b" l="l" r="r" t="t"/>
              <a:pathLst>
                <a:path extrusionOk="0" h="1576" w="943">
                  <a:moveTo>
                    <a:pt x="37" y="1576"/>
                  </a:moveTo>
                  <a:lnTo>
                    <a:pt x="73" y="1467"/>
                  </a:lnTo>
                  <a:cubicBezTo>
                    <a:pt x="127" y="1250"/>
                    <a:pt x="254" y="1051"/>
                    <a:pt x="435" y="906"/>
                  </a:cubicBezTo>
                  <a:cubicBezTo>
                    <a:pt x="743" y="634"/>
                    <a:pt x="942" y="453"/>
                    <a:pt x="942" y="0"/>
                  </a:cubicBezTo>
                  <a:cubicBezTo>
                    <a:pt x="888" y="326"/>
                    <a:pt x="707" y="598"/>
                    <a:pt x="453" y="779"/>
                  </a:cubicBezTo>
                  <a:cubicBezTo>
                    <a:pt x="1" y="1159"/>
                    <a:pt x="1" y="1377"/>
                    <a:pt x="1" y="13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3219554" y="3216761"/>
              <a:ext cx="32477" cy="133185"/>
            </a:xfrm>
            <a:custGeom>
              <a:rect b="b" l="l" r="r" t="t"/>
              <a:pathLst>
                <a:path extrusionOk="0" h="1341" w="327">
                  <a:moveTo>
                    <a:pt x="254" y="1"/>
                  </a:moveTo>
                  <a:cubicBezTo>
                    <a:pt x="254" y="1"/>
                    <a:pt x="327" y="816"/>
                    <a:pt x="1" y="1341"/>
                  </a:cubicBezTo>
                  <a:lnTo>
                    <a:pt x="91" y="1268"/>
                  </a:lnTo>
                  <a:lnTo>
                    <a:pt x="146" y="1178"/>
                  </a:lnTo>
                  <a:lnTo>
                    <a:pt x="164" y="1160"/>
                  </a:lnTo>
                  <a:cubicBezTo>
                    <a:pt x="291" y="779"/>
                    <a:pt x="327" y="381"/>
                    <a:pt x="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3162048" y="3195209"/>
              <a:ext cx="36052" cy="93656"/>
            </a:xfrm>
            <a:custGeom>
              <a:rect b="b" l="l" r="r" t="t"/>
              <a:pathLst>
                <a:path extrusionOk="0" h="943" w="363">
                  <a:moveTo>
                    <a:pt x="36" y="942"/>
                  </a:moveTo>
                  <a:cubicBezTo>
                    <a:pt x="36" y="942"/>
                    <a:pt x="362" y="670"/>
                    <a:pt x="290" y="0"/>
                  </a:cubicBezTo>
                  <a:cubicBezTo>
                    <a:pt x="290" y="0"/>
                    <a:pt x="272" y="634"/>
                    <a:pt x="0" y="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3109906" y="3180808"/>
              <a:ext cx="50453" cy="84619"/>
            </a:xfrm>
            <a:custGeom>
              <a:rect b="b" l="l" r="r" t="t"/>
              <a:pathLst>
                <a:path extrusionOk="0" h="852" w="508">
                  <a:moveTo>
                    <a:pt x="0" y="1"/>
                  </a:moveTo>
                  <a:cubicBezTo>
                    <a:pt x="0" y="1"/>
                    <a:pt x="290" y="652"/>
                    <a:pt x="489" y="797"/>
                  </a:cubicBezTo>
                  <a:lnTo>
                    <a:pt x="507" y="852"/>
                  </a:lnTo>
                  <a:cubicBezTo>
                    <a:pt x="507" y="852"/>
                    <a:pt x="254" y="83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3153010" y="3274366"/>
              <a:ext cx="46878" cy="176289"/>
            </a:xfrm>
            <a:custGeom>
              <a:rect b="b" l="l" r="r" t="t"/>
              <a:pathLst>
                <a:path extrusionOk="0" h="1775" w="472">
                  <a:moveTo>
                    <a:pt x="472" y="1576"/>
                  </a:moveTo>
                  <a:cubicBezTo>
                    <a:pt x="236" y="1069"/>
                    <a:pt x="218" y="507"/>
                    <a:pt x="435" y="0"/>
                  </a:cubicBezTo>
                  <a:cubicBezTo>
                    <a:pt x="435" y="0"/>
                    <a:pt x="1" y="580"/>
                    <a:pt x="381" y="177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3068490" y="3263541"/>
              <a:ext cx="32477" cy="214129"/>
            </a:xfrm>
            <a:custGeom>
              <a:rect b="b" l="l" r="r" t="t"/>
              <a:pathLst>
                <a:path extrusionOk="0" h="2156" w="327">
                  <a:moveTo>
                    <a:pt x="200" y="2047"/>
                  </a:moveTo>
                  <a:cubicBezTo>
                    <a:pt x="91" y="1721"/>
                    <a:pt x="91" y="1395"/>
                    <a:pt x="182" y="1087"/>
                  </a:cubicBezTo>
                  <a:cubicBezTo>
                    <a:pt x="327" y="508"/>
                    <a:pt x="254" y="200"/>
                    <a:pt x="127" y="1"/>
                  </a:cubicBezTo>
                  <a:cubicBezTo>
                    <a:pt x="218" y="254"/>
                    <a:pt x="236" y="526"/>
                    <a:pt x="200" y="797"/>
                  </a:cubicBezTo>
                  <a:cubicBezTo>
                    <a:pt x="91" y="1141"/>
                    <a:pt x="1" y="1594"/>
                    <a:pt x="73" y="1884"/>
                  </a:cubicBezTo>
                  <a:cubicBezTo>
                    <a:pt x="164" y="2156"/>
                    <a:pt x="200" y="2047"/>
                    <a:pt x="200" y="20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3084679" y="3294131"/>
              <a:ext cx="27114" cy="75680"/>
            </a:xfrm>
            <a:custGeom>
              <a:rect b="b" l="l" r="r" t="t"/>
              <a:pathLst>
                <a:path extrusionOk="0" h="762" w="273">
                  <a:moveTo>
                    <a:pt x="254" y="0"/>
                  </a:moveTo>
                  <a:cubicBezTo>
                    <a:pt x="254" y="0"/>
                    <a:pt x="254" y="507"/>
                    <a:pt x="19" y="689"/>
                  </a:cubicBezTo>
                  <a:lnTo>
                    <a:pt x="1" y="761"/>
                  </a:lnTo>
                  <a:cubicBezTo>
                    <a:pt x="1" y="761"/>
                    <a:pt x="272" y="652"/>
                    <a:pt x="2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3117057" y="3376863"/>
              <a:ext cx="39628" cy="131397"/>
            </a:xfrm>
            <a:custGeom>
              <a:rect b="b" l="l" r="r" t="t"/>
              <a:pathLst>
                <a:path extrusionOk="0" h="1323" w="399">
                  <a:moveTo>
                    <a:pt x="399" y="1322"/>
                  </a:moveTo>
                  <a:cubicBezTo>
                    <a:pt x="163" y="924"/>
                    <a:pt x="55" y="453"/>
                    <a:pt x="109" y="0"/>
                  </a:cubicBezTo>
                  <a:cubicBezTo>
                    <a:pt x="1" y="435"/>
                    <a:pt x="55" y="888"/>
                    <a:pt x="272" y="1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24"/>
          <p:cNvSpPr/>
          <p:nvPr/>
        </p:nvSpPr>
        <p:spPr>
          <a:xfrm flipH="1">
            <a:off x="7704602" y="350725"/>
            <a:ext cx="899419" cy="810828"/>
          </a:xfrm>
          <a:custGeom>
            <a:rect b="b" l="l" r="r" t="t"/>
            <a:pathLst>
              <a:path extrusionOk="0" h="8164" w="9056">
                <a:moveTo>
                  <a:pt x="4516" y="0"/>
                </a:moveTo>
                <a:cubicBezTo>
                  <a:pt x="4167" y="0"/>
                  <a:pt x="3812" y="45"/>
                  <a:pt x="3460" y="139"/>
                </a:cubicBezTo>
                <a:cubicBezTo>
                  <a:pt x="1287" y="737"/>
                  <a:pt x="1" y="2965"/>
                  <a:pt x="580" y="5138"/>
                </a:cubicBezTo>
                <a:cubicBezTo>
                  <a:pt x="1079" y="6966"/>
                  <a:pt x="2712" y="8163"/>
                  <a:pt x="4501" y="8163"/>
                </a:cubicBezTo>
                <a:cubicBezTo>
                  <a:pt x="4856" y="8163"/>
                  <a:pt x="5218" y="8116"/>
                  <a:pt x="5579" y="8017"/>
                </a:cubicBezTo>
                <a:cubicBezTo>
                  <a:pt x="7770" y="7438"/>
                  <a:pt x="9056" y="5192"/>
                  <a:pt x="8458" y="3019"/>
                </a:cubicBezTo>
                <a:cubicBezTo>
                  <a:pt x="7972" y="1198"/>
                  <a:pt x="6318" y="0"/>
                  <a:pt x="45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8" name="Google Shape;518;p24"/>
          <p:cNvGrpSpPr/>
          <p:nvPr/>
        </p:nvGrpSpPr>
        <p:grpSpPr>
          <a:xfrm>
            <a:off x="-255528" y="120142"/>
            <a:ext cx="9574521" cy="2451607"/>
            <a:chOff x="-235821" y="120142"/>
            <a:chExt cx="9574521" cy="2451607"/>
          </a:xfrm>
        </p:grpSpPr>
        <p:sp>
          <p:nvSpPr>
            <p:cNvPr id="519" name="Google Shape;519;p24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4369272" y="38419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 flipH="1" rot="10800000">
              <a:off x="5215480" y="120142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 flipH="1" rot="10800000">
              <a:off x="-36432" y="252598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 flipH="1" rot="10800000">
              <a:off x="-235821" y="7017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6" name="Google Shape;526;p24"/>
          <p:cNvSpPr/>
          <p:nvPr/>
        </p:nvSpPr>
        <p:spPr>
          <a:xfrm flipH="1">
            <a:off x="6223572" y="4104477"/>
            <a:ext cx="3095429" cy="1771725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24"/>
          <p:cNvGrpSpPr/>
          <p:nvPr/>
        </p:nvGrpSpPr>
        <p:grpSpPr>
          <a:xfrm flipH="1">
            <a:off x="-190328" y="155766"/>
            <a:ext cx="9147253" cy="1363189"/>
            <a:chOff x="258140" y="186741"/>
            <a:chExt cx="9147253" cy="1363189"/>
          </a:xfrm>
        </p:grpSpPr>
        <p:grpSp>
          <p:nvGrpSpPr>
            <p:cNvPr id="528" name="Google Shape;528;p24"/>
            <p:cNvGrpSpPr/>
            <p:nvPr/>
          </p:nvGrpSpPr>
          <p:grpSpPr>
            <a:xfrm>
              <a:off x="7973618" y="277577"/>
              <a:ext cx="1431775" cy="338278"/>
              <a:chOff x="7480343" y="808802"/>
              <a:chExt cx="1431775" cy="338278"/>
            </a:xfrm>
          </p:grpSpPr>
          <p:sp>
            <p:nvSpPr>
              <p:cNvPr id="529" name="Google Shape;529;p24"/>
              <p:cNvSpPr/>
              <p:nvPr/>
            </p:nvSpPr>
            <p:spPr>
              <a:xfrm>
                <a:off x="8379673" y="808802"/>
                <a:ext cx="233893" cy="86406"/>
              </a:xfrm>
              <a:custGeom>
                <a:rect b="b" l="l" r="r" t="t"/>
                <a:pathLst>
                  <a:path extrusionOk="0" h="870" w="2355">
                    <a:moveTo>
                      <a:pt x="833" y="254"/>
                    </a:moveTo>
                    <a:cubicBezTo>
                      <a:pt x="833" y="290"/>
                      <a:pt x="507" y="453"/>
                      <a:pt x="453" y="489"/>
                    </a:cubicBezTo>
                    <a:cubicBezTo>
                      <a:pt x="326" y="598"/>
                      <a:pt x="163" y="671"/>
                      <a:pt x="0" y="707"/>
                    </a:cubicBezTo>
                    <a:cubicBezTo>
                      <a:pt x="163" y="815"/>
                      <a:pt x="453" y="743"/>
                      <a:pt x="670" y="725"/>
                    </a:cubicBezTo>
                    <a:cubicBezTo>
                      <a:pt x="906" y="689"/>
                      <a:pt x="833" y="689"/>
                      <a:pt x="942" y="634"/>
                    </a:cubicBezTo>
                    <a:lnTo>
                      <a:pt x="960" y="634"/>
                    </a:lnTo>
                    <a:lnTo>
                      <a:pt x="1014" y="634"/>
                    </a:lnTo>
                    <a:cubicBezTo>
                      <a:pt x="1123" y="598"/>
                      <a:pt x="1250" y="580"/>
                      <a:pt x="1359" y="580"/>
                    </a:cubicBezTo>
                    <a:cubicBezTo>
                      <a:pt x="1431" y="707"/>
                      <a:pt x="1395" y="671"/>
                      <a:pt x="1395" y="834"/>
                    </a:cubicBezTo>
                    <a:cubicBezTo>
                      <a:pt x="1576" y="797"/>
                      <a:pt x="1703" y="870"/>
                      <a:pt x="1992" y="797"/>
                    </a:cubicBezTo>
                    <a:cubicBezTo>
                      <a:pt x="1956" y="707"/>
                      <a:pt x="1811" y="580"/>
                      <a:pt x="1721" y="526"/>
                    </a:cubicBezTo>
                    <a:cubicBezTo>
                      <a:pt x="1920" y="598"/>
                      <a:pt x="2137" y="652"/>
                      <a:pt x="2355" y="671"/>
                    </a:cubicBezTo>
                    <a:cubicBezTo>
                      <a:pt x="2355" y="652"/>
                      <a:pt x="2355" y="616"/>
                      <a:pt x="2336" y="580"/>
                    </a:cubicBezTo>
                    <a:cubicBezTo>
                      <a:pt x="1884" y="471"/>
                      <a:pt x="1793" y="326"/>
                      <a:pt x="1340" y="164"/>
                    </a:cubicBezTo>
                    <a:cubicBezTo>
                      <a:pt x="1123" y="73"/>
                      <a:pt x="1232" y="19"/>
                      <a:pt x="1051" y="1"/>
                    </a:cubicBezTo>
                    <a:cubicBezTo>
                      <a:pt x="906" y="145"/>
                      <a:pt x="1033" y="73"/>
                      <a:pt x="1051" y="2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4"/>
              <p:cNvSpPr/>
              <p:nvPr/>
            </p:nvSpPr>
            <p:spPr>
              <a:xfrm>
                <a:off x="7804121" y="878921"/>
                <a:ext cx="226742" cy="82831"/>
              </a:xfrm>
              <a:custGeom>
                <a:rect b="b" l="l" r="r" t="t"/>
                <a:pathLst>
                  <a:path extrusionOk="0" h="834" w="2283">
                    <a:moveTo>
                      <a:pt x="833" y="146"/>
                    </a:moveTo>
                    <a:cubicBezTo>
                      <a:pt x="507" y="200"/>
                      <a:pt x="272" y="472"/>
                      <a:pt x="0" y="327"/>
                    </a:cubicBezTo>
                    <a:cubicBezTo>
                      <a:pt x="36" y="472"/>
                      <a:pt x="109" y="490"/>
                      <a:pt x="290" y="526"/>
                    </a:cubicBezTo>
                    <a:cubicBezTo>
                      <a:pt x="507" y="562"/>
                      <a:pt x="471" y="526"/>
                      <a:pt x="670" y="490"/>
                    </a:cubicBezTo>
                    <a:cubicBezTo>
                      <a:pt x="815" y="490"/>
                      <a:pt x="960" y="490"/>
                      <a:pt x="1105" y="490"/>
                    </a:cubicBezTo>
                    <a:cubicBezTo>
                      <a:pt x="1286" y="490"/>
                      <a:pt x="1286" y="598"/>
                      <a:pt x="1340" y="725"/>
                    </a:cubicBezTo>
                    <a:lnTo>
                      <a:pt x="1358" y="725"/>
                    </a:lnTo>
                    <a:cubicBezTo>
                      <a:pt x="1377" y="834"/>
                      <a:pt x="1377" y="725"/>
                      <a:pt x="1395" y="725"/>
                    </a:cubicBezTo>
                    <a:lnTo>
                      <a:pt x="1485" y="761"/>
                    </a:lnTo>
                    <a:cubicBezTo>
                      <a:pt x="1594" y="816"/>
                      <a:pt x="1431" y="816"/>
                      <a:pt x="1503" y="780"/>
                    </a:cubicBezTo>
                    <a:lnTo>
                      <a:pt x="1594" y="761"/>
                    </a:lnTo>
                    <a:lnTo>
                      <a:pt x="1684" y="761"/>
                    </a:lnTo>
                    <a:cubicBezTo>
                      <a:pt x="1757" y="761"/>
                      <a:pt x="1811" y="743"/>
                      <a:pt x="1866" y="707"/>
                    </a:cubicBezTo>
                    <a:cubicBezTo>
                      <a:pt x="1829" y="562"/>
                      <a:pt x="1684" y="562"/>
                      <a:pt x="1558" y="454"/>
                    </a:cubicBezTo>
                    <a:cubicBezTo>
                      <a:pt x="2083" y="435"/>
                      <a:pt x="2173" y="490"/>
                      <a:pt x="2282" y="200"/>
                    </a:cubicBezTo>
                    <a:cubicBezTo>
                      <a:pt x="2010" y="200"/>
                      <a:pt x="1884" y="327"/>
                      <a:pt x="1558" y="182"/>
                    </a:cubicBezTo>
                    <a:cubicBezTo>
                      <a:pt x="1340" y="109"/>
                      <a:pt x="1123" y="37"/>
                      <a:pt x="906" y="1"/>
                    </a:cubicBezTo>
                    <a:cubicBezTo>
                      <a:pt x="870" y="37"/>
                      <a:pt x="906" y="19"/>
                      <a:pt x="870" y="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4"/>
              <p:cNvSpPr/>
              <p:nvPr/>
            </p:nvSpPr>
            <p:spPr>
              <a:xfrm>
                <a:off x="8692626" y="1028197"/>
                <a:ext cx="219492" cy="100907"/>
              </a:xfrm>
              <a:custGeom>
                <a:rect b="b" l="l" r="r" t="t"/>
                <a:pathLst>
                  <a:path extrusionOk="0" h="1016" w="2210">
                    <a:moveTo>
                      <a:pt x="779" y="254"/>
                    </a:moveTo>
                    <a:cubicBezTo>
                      <a:pt x="272" y="254"/>
                      <a:pt x="616" y="309"/>
                      <a:pt x="109" y="436"/>
                    </a:cubicBezTo>
                    <a:lnTo>
                      <a:pt x="0" y="472"/>
                    </a:lnTo>
                    <a:cubicBezTo>
                      <a:pt x="308" y="562"/>
                      <a:pt x="616" y="580"/>
                      <a:pt x="924" y="544"/>
                    </a:cubicBezTo>
                    <a:cubicBezTo>
                      <a:pt x="1268" y="508"/>
                      <a:pt x="1250" y="1015"/>
                      <a:pt x="1648" y="780"/>
                    </a:cubicBezTo>
                    <a:lnTo>
                      <a:pt x="1467" y="635"/>
                    </a:lnTo>
                    <a:cubicBezTo>
                      <a:pt x="1359" y="544"/>
                      <a:pt x="1431" y="562"/>
                      <a:pt x="1340" y="472"/>
                    </a:cubicBezTo>
                    <a:cubicBezTo>
                      <a:pt x="1666" y="399"/>
                      <a:pt x="2119" y="417"/>
                      <a:pt x="2210" y="128"/>
                    </a:cubicBezTo>
                    <a:cubicBezTo>
                      <a:pt x="1811" y="273"/>
                      <a:pt x="1612" y="110"/>
                      <a:pt x="1268" y="146"/>
                    </a:cubicBezTo>
                    <a:cubicBezTo>
                      <a:pt x="960" y="182"/>
                      <a:pt x="1123" y="200"/>
                      <a:pt x="870" y="91"/>
                    </a:cubicBezTo>
                    <a:cubicBezTo>
                      <a:pt x="670" y="1"/>
                      <a:pt x="707" y="164"/>
                      <a:pt x="725" y="200"/>
                    </a:cubicBezTo>
                    <a:cubicBezTo>
                      <a:pt x="833" y="381"/>
                      <a:pt x="725" y="128"/>
                      <a:pt x="779" y="2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4"/>
              <p:cNvSpPr/>
              <p:nvPr/>
            </p:nvSpPr>
            <p:spPr>
              <a:xfrm>
                <a:off x="8165641" y="949139"/>
                <a:ext cx="226742" cy="100807"/>
              </a:xfrm>
              <a:custGeom>
                <a:rect b="b" l="l" r="r" t="t"/>
                <a:pathLst>
                  <a:path extrusionOk="0" h="1015" w="2283">
                    <a:moveTo>
                      <a:pt x="0" y="435"/>
                    </a:moveTo>
                    <a:cubicBezTo>
                      <a:pt x="290" y="489"/>
                      <a:pt x="996" y="561"/>
                      <a:pt x="1033" y="561"/>
                    </a:cubicBezTo>
                    <a:cubicBezTo>
                      <a:pt x="1286" y="652"/>
                      <a:pt x="1268" y="1014"/>
                      <a:pt x="1793" y="815"/>
                    </a:cubicBezTo>
                    <a:cubicBezTo>
                      <a:pt x="1739" y="706"/>
                      <a:pt x="1721" y="779"/>
                      <a:pt x="1503" y="543"/>
                    </a:cubicBezTo>
                    <a:cubicBezTo>
                      <a:pt x="1540" y="525"/>
                      <a:pt x="2228" y="326"/>
                      <a:pt x="2282" y="0"/>
                    </a:cubicBezTo>
                    <a:cubicBezTo>
                      <a:pt x="2101" y="73"/>
                      <a:pt x="1920" y="127"/>
                      <a:pt x="1739" y="163"/>
                    </a:cubicBezTo>
                    <a:cubicBezTo>
                      <a:pt x="1612" y="163"/>
                      <a:pt x="1503" y="163"/>
                      <a:pt x="1395" y="163"/>
                    </a:cubicBezTo>
                    <a:cubicBezTo>
                      <a:pt x="1268" y="199"/>
                      <a:pt x="1232" y="254"/>
                      <a:pt x="1087" y="235"/>
                    </a:cubicBezTo>
                    <a:cubicBezTo>
                      <a:pt x="978" y="217"/>
                      <a:pt x="906" y="163"/>
                      <a:pt x="833" y="163"/>
                    </a:cubicBezTo>
                    <a:cubicBezTo>
                      <a:pt x="616" y="163"/>
                      <a:pt x="888" y="199"/>
                      <a:pt x="598" y="290"/>
                    </a:cubicBezTo>
                    <a:cubicBezTo>
                      <a:pt x="471" y="326"/>
                      <a:pt x="326" y="362"/>
                      <a:pt x="181" y="380"/>
                    </a:cubicBezTo>
                    <a:cubicBezTo>
                      <a:pt x="0" y="398"/>
                      <a:pt x="73" y="362"/>
                      <a:pt x="0" y="4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4"/>
              <p:cNvSpPr/>
              <p:nvPr/>
            </p:nvSpPr>
            <p:spPr>
              <a:xfrm>
                <a:off x="7480343" y="1064249"/>
                <a:ext cx="226742" cy="82831"/>
              </a:xfrm>
              <a:custGeom>
                <a:rect b="b" l="l" r="r" t="t"/>
                <a:pathLst>
                  <a:path extrusionOk="0" h="834" w="2283">
                    <a:moveTo>
                      <a:pt x="834" y="145"/>
                    </a:moveTo>
                    <a:cubicBezTo>
                      <a:pt x="508" y="199"/>
                      <a:pt x="290" y="471"/>
                      <a:pt x="1" y="326"/>
                    </a:cubicBezTo>
                    <a:cubicBezTo>
                      <a:pt x="37" y="471"/>
                      <a:pt x="127" y="489"/>
                      <a:pt x="290" y="525"/>
                    </a:cubicBezTo>
                    <a:cubicBezTo>
                      <a:pt x="508" y="561"/>
                      <a:pt x="471" y="525"/>
                      <a:pt x="671" y="489"/>
                    </a:cubicBezTo>
                    <a:cubicBezTo>
                      <a:pt x="815" y="489"/>
                      <a:pt x="978" y="489"/>
                      <a:pt x="1123" y="489"/>
                    </a:cubicBezTo>
                    <a:cubicBezTo>
                      <a:pt x="1304" y="489"/>
                      <a:pt x="1304" y="598"/>
                      <a:pt x="1341" y="724"/>
                    </a:cubicBezTo>
                    <a:lnTo>
                      <a:pt x="1359" y="724"/>
                    </a:lnTo>
                    <a:cubicBezTo>
                      <a:pt x="1395" y="833"/>
                      <a:pt x="1377" y="724"/>
                      <a:pt x="1395" y="724"/>
                    </a:cubicBezTo>
                    <a:lnTo>
                      <a:pt x="1486" y="761"/>
                    </a:lnTo>
                    <a:cubicBezTo>
                      <a:pt x="1594" y="815"/>
                      <a:pt x="1449" y="815"/>
                      <a:pt x="1522" y="779"/>
                    </a:cubicBezTo>
                    <a:lnTo>
                      <a:pt x="1594" y="761"/>
                    </a:lnTo>
                    <a:lnTo>
                      <a:pt x="1703" y="761"/>
                    </a:lnTo>
                    <a:cubicBezTo>
                      <a:pt x="1757" y="761"/>
                      <a:pt x="1812" y="743"/>
                      <a:pt x="1866" y="706"/>
                    </a:cubicBezTo>
                    <a:cubicBezTo>
                      <a:pt x="1830" y="561"/>
                      <a:pt x="1685" y="561"/>
                      <a:pt x="1558" y="453"/>
                    </a:cubicBezTo>
                    <a:cubicBezTo>
                      <a:pt x="2083" y="435"/>
                      <a:pt x="2192" y="489"/>
                      <a:pt x="2282" y="199"/>
                    </a:cubicBezTo>
                    <a:cubicBezTo>
                      <a:pt x="2029" y="199"/>
                      <a:pt x="1884" y="344"/>
                      <a:pt x="1576" y="181"/>
                    </a:cubicBezTo>
                    <a:cubicBezTo>
                      <a:pt x="1359" y="109"/>
                      <a:pt x="1141" y="36"/>
                      <a:pt x="906" y="0"/>
                    </a:cubicBezTo>
                    <a:cubicBezTo>
                      <a:pt x="906" y="18"/>
                      <a:pt x="888" y="36"/>
                      <a:pt x="888" y="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4" name="Google Shape;534;p24"/>
            <p:cNvGrpSpPr/>
            <p:nvPr/>
          </p:nvGrpSpPr>
          <p:grpSpPr>
            <a:xfrm flipH="1">
              <a:off x="258140" y="186741"/>
              <a:ext cx="2880180" cy="1363189"/>
              <a:chOff x="6031002" y="186741"/>
              <a:chExt cx="2880180" cy="1363189"/>
            </a:xfrm>
          </p:grpSpPr>
          <p:sp>
            <p:nvSpPr>
              <p:cNvPr id="535" name="Google Shape;535;p24"/>
              <p:cNvSpPr/>
              <p:nvPr/>
            </p:nvSpPr>
            <p:spPr>
              <a:xfrm>
                <a:off x="8760249" y="673260"/>
                <a:ext cx="150933" cy="56490"/>
              </a:xfrm>
              <a:custGeom>
                <a:rect b="b" l="l" r="r" t="t"/>
                <a:pathLst>
                  <a:path extrusionOk="0" h="387" w="1034">
                    <a:moveTo>
                      <a:pt x="186" y="1"/>
                    </a:moveTo>
                    <a:cubicBezTo>
                      <a:pt x="125" y="1"/>
                      <a:pt x="62" y="12"/>
                      <a:pt x="1" y="36"/>
                    </a:cubicBezTo>
                    <a:cubicBezTo>
                      <a:pt x="14" y="34"/>
                      <a:pt x="27" y="34"/>
                      <a:pt x="40" y="34"/>
                    </a:cubicBezTo>
                    <a:cubicBezTo>
                      <a:pt x="210" y="34"/>
                      <a:pt x="385" y="141"/>
                      <a:pt x="435" y="325"/>
                    </a:cubicBezTo>
                    <a:cubicBezTo>
                      <a:pt x="435" y="343"/>
                      <a:pt x="472" y="380"/>
                      <a:pt x="490" y="380"/>
                    </a:cubicBezTo>
                    <a:cubicBezTo>
                      <a:pt x="503" y="384"/>
                      <a:pt x="517" y="386"/>
                      <a:pt x="530" y="386"/>
                    </a:cubicBezTo>
                    <a:cubicBezTo>
                      <a:pt x="569" y="386"/>
                      <a:pt x="603" y="366"/>
                      <a:pt x="617" y="325"/>
                    </a:cubicBezTo>
                    <a:cubicBezTo>
                      <a:pt x="635" y="235"/>
                      <a:pt x="689" y="162"/>
                      <a:pt x="779" y="108"/>
                    </a:cubicBezTo>
                    <a:cubicBezTo>
                      <a:pt x="811" y="84"/>
                      <a:pt x="853" y="71"/>
                      <a:pt x="895" y="71"/>
                    </a:cubicBezTo>
                    <a:cubicBezTo>
                      <a:pt x="949" y="71"/>
                      <a:pt x="1002" y="93"/>
                      <a:pt x="1033" y="144"/>
                    </a:cubicBezTo>
                    <a:cubicBezTo>
                      <a:pt x="990" y="58"/>
                      <a:pt x="902" y="6"/>
                      <a:pt x="804" y="6"/>
                    </a:cubicBezTo>
                    <a:cubicBezTo>
                      <a:pt x="778" y="6"/>
                      <a:pt x="752" y="10"/>
                      <a:pt x="725" y="17"/>
                    </a:cubicBezTo>
                    <a:cubicBezTo>
                      <a:pt x="656" y="41"/>
                      <a:pt x="587" y="86"/>
                      <a:pt x="527" y="139"/>
                    </a:cubicBezTo>
                    <a:lnTo>
                      <a:pt x="527" y="139"/>
                    </a:lnTo>
                    <a:cubicBezTo>
                      <a:pt x="434" y="50"/>
                      <a:pt x="313" y="1"/>
                      <a:pt x="1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8223661" y="886523"/>
                <a:ext cx="142905" cy="75612"/>
              </a:xfrm>
              <a:custGeom>
                <a:rect b="b" l="l" r="r" t="t"/>
                <a:pathLst>
                  <a:path extrusionOk="0" h="518" w="979">
                    <a:moveTo>
                      <a:pt x="923" y="1"/>
                    </a:moveTo>
                    <a:cubicBezTo>
                      <a:pt x="830" y="1"/>
                      <a:pt x="734" y="38"/>
                      <a:pt x="689" y="114"/>
                    </a:cubicBezTo>
                    <a:cubicBezTo>
                      <a:pt x="647" y="155"/>
                      <a:pt x="612" y="208"/>
                      <a:pt x="586" y="263"/>
                    </a:cubicBezTo>
                    <a:lnTo>
                      <a:pt x="586" y="263"/>
                    </a:lnTo>
                    <a:cubicBezTo>
                      <a:pt x="506" y="213"/>
                      <a:pt x="416" y="188"/>
                      <a:pt x="325" y="188"/>
                    </a:cubicBezTo>
                    <a:cubicBezTo>
                      <a:pt x="209" y="188"/>
                      <a:pt x="93" y="229"/>
                      <a:pt x="1" y="313"/>
                    </a:cubicBezTo>
                    <a:cubicBezTo>
                      <a:pt x="21" y="311"/>
                      <a:pt x="41" y="310"/>
                      <a:pt x="62" y="310"/>
                    </a:cubicBezTo>
                    <a:cubicBezTo>
                      <a:pt x="240" y="310"/>
                      <a:pt x="417" y="380"/>
                      <a:pt x="580" y="494"/>
                    </a:cubicBezTo>
                    <a:cubicBezTo>
                      <a:pt x="580" y="494"/>
                      <a:pt x="598" y="512"/>
                      <a:pt x="598" y="512"/>
                    </a:cubicBezTo>
                    <a:cubicBezTo>
                      <a:pt x="608" y="516"/>
                      <a:pt x="617" y="517"/>
                      <a:pt x="627" y="517"/>
                    </a:cubicBezTo>
                    <a:cubicBezTo>
                      <a:pt x="671" y="517"/>
                      <a:pt x="710" y="485"/>
                      <a:pt x="725" y="440"/>
                    </a:cubicBezTo>
                    <a:cubicBezTo>
                      <a:pt x="743" y="367"/>
                      <a:pt x="779" y="277"/>
                      <a:pt x="797" y="204"/>
                    </a:cubicBezTo>
                    <a:cubicBezTo>
                      <a:pt x="834" y="114"/>
                      <a:pt x="906" y="41"/>
                      <a:pt x="978" y="5"/>
                    </a:cubicBezTo>
                    <a:cubicBezTo>
                      <a:pt x="960" y="2"/>
                      <a:pt x="942" y="1"/>
                      <a:pt x="9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4"/>
              <p:cNvSpPr/>
              <p:nvPr/>
            </p:nvSpPr>
            <p:spPr>
              <a:xfrm>
                <a:off x="8062363" y="186741"/>
                <a:ext cx="187863" cy="112397"/>
              </a:xfrm>
              <a:custGeom>
                <a:rect b="b" l="l" r="r" t="t"/>
                <a:pathLst>
                  <a:path extrusionOk="0" h="770" w="1287">
                    <a:moveTo>
                      <a:pt x="1" y="0"/>
                    </a:moveTo>
                    <a:cubicBezTo>
                      <a:pt x="273" y="73"/>
                      <a:pt x="454" y="344"/>
                      <a:pt x="417" y="634"/>
                    </a:cubicBezTo>
                    <a:cubicBezTo>
                      <a:pt x="417" y="670"/>
                      <a:pt x="417" y="706"/>
                      <a:pt x="454" y="743"/>
                    </a:cubicBezTo>
                    <a:cubicBezTo>
                      <a:pt x="481" y="761"/>
                      <a:pt x="512" y="770"/>
                      <a:pt x="542" y="770"/>
                    </a:cubicBezTo>
                    <a:cubicBezTo>
                      <a:pt x="571" y="770"/>
                      <a:pt x="598" y="761"/>
                      <a:pt x="617" y="743"/>
                    </a:cubicBezTo>
                    <a:cubicBezTo>
                      <a:pt x="707" y="634"/>
                      <a:pt x="834" y="562"/>
                      <a:pt x="961" y="525"/>
                    </a:cubicBezTo>
                    <a:cubicBezTo>
                      <a:pt x="975" y="524"/>
                      <a:pt x="990" y="523"/>
                      <a:pt x="1004" y="523"/>
                    </a:cubicBezTo>
                    <a:cubicBezTo>
                      <a:pt x="1130" y="523"/>
                      <a:pt x="1238" y="594"/>
                      <a:pt x="1287" y="725"/>
                    </a:cubicBezTo>
                    <a:cubicBezTo>
                      <a:pt x="1287" y="634"/>
                      <a:pt x="1250" y="562"/>
                      <a:pt x="1196" y="507"/>
                    </a:cubicBezTo>
                    <a:cubicBezTo>
                      <a:pt x="1124" y="453"/>
                      <a:pt x="1051" y="417"/>
                      <a:pt x="961" y="399"/>
                    </a:cubicBezTo>
                    <a:cubicBezTo>
                      <a:pt x="841" y="399"/>
                      <a:pt x="730" y="414"/>
                      <a:pt x="626" y="451"/>
                    </a:cubicBezTo>
                    <a:lnTo>
                      <a:pt x="626" y="451"/>
                    </a:lnTo>
                    <a:cubicBezTo>
                      <a:pt x="525" y="198"/>
                      <a:pt x="281" y="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24"/>
              <p:cNvSpPr/>
              <p:nvPr/>
            </p:nvSpPr>
            <p:spPr>
              <a:xfrm>
                <a:off x="7858880" y="443065"/>
                <a:ext cx="179835" cy="78532"/>
              </a:xfrm>
              <a:custGeom>
                <a:rect b="b" l="l" r="r" t="t"/>
                <a:pathLst>
                  <a:path extrusionOk="0" h="538" w="1232">
                    <a:moveTo>
                      <a:pt x="158" y="0"/>
                    </a:moveTo>
                    <a:cubicBezTo>
                      <a:pt x="106" y="0"/>
                      <a:pt x="53" y="7"/>
                      <a:pt x="0" y="19"/>
                    </a:cubicBezTo>
                    <a:cubicBezTo>
                      <a:pt x="254" y="91"/>
                      <a:pt x="453" y="254"/>
                      <a:pt x="580" y="490"/>
                    </a:cubicBezTo>
                    <a:cubicBezTo>
                      <a:pt x="580" y="490"/>
                      <a:pt x="580" y="508"/>
                      <a:pt x="598" y="526"/>
                    </a:cubicBezTo>
                    <a:cubicBezTo>
                      <a:pt x="613" y="534"/>
                      <a:pt x="631" y="538"/>
                      <a:pt x="650" y="538"/>
                    </a:cubicBezTo>
                    <a:cubicBezTo>
                      <a:pt x="676" y="538"/>
                      <a:pt x="704" y="529"/>
                      <a:pt x="725" y="508"/>
                    </a:cubicBezTo>
                    <a:cubicBezTo>
                      <a:pt x="797" y="417"/>
                      <a:pt x="870" y="345"/>
                      <a:pt x="942" y="272"/>
                    </a:cubicBezTo>
                    <a:cubicBezTo>
                      <a:pt x="1015" y="182"/>
                      <a:pt x="1123" y="146"/>
                      <a:pt x="1232" y="146"/>
                    </a:cubicBezTo>
                    <a:cubicBezTo>
                      <a:pt x="1178" y="110"/>
                      <a:pt x="1114" y="91"/>
                      <a:pt x="1051" y="91"/>
                    </a:cubicBezTo>
                    <a:cubicBezTo>
                      <a:pt x="987" y="91"/>
                      <a:pt x="924" y="110"/>
                      <a:pt x="870" y="146"/>
                    </a:cubicBezTo>
                    <a:cubicBezTo>
                      <a:pt x="803" y="179"/>
                      <a:pt x="736" y="219"/>
                      <a:pt x="678" y="266"/>
                    </a:cubicBezTo>
                    <a:lnTo>
                      <a:pt x="678" y="266"/>
                    </a:lnTo>
                    <a:cubicBezTo>
                      <a:pt x="558" y="97"/>
                      <a:pt x="365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9" name="Google Shape;539;p24"/>
              <p:cNvGrpSpPr/>
              <p:nvPr/>
            </p:nvGrpSpPr>
            <p:grpSpPr>
              <a:xfrm>
                <a:off x="6031002" y="1200096"/>
                <a:ext cx="849263" cy="349834"/>
                <a:chOff x="1982290" y="600662"/>
                <a:chExt cx="163925" cy="67525"/>
              </a:xfrm>
            </p:grpSpPr>
            <p:sp>
              <p:nvSpPr>
                <p:cNvPr id="540" name="Google Shape;540;p24"/>
                <p:cNvSpPr/>
                <p:nvPr/>
              </p:nvSpPr>
              <p:spPr>
                <a:xfrm>
                  <a:off x="1982290" y="600662"/>
                  <a:ext cx="38075" cy="13125"/>
                </a:xfrm>
                <a:custGeom>
                  <a:rect b="b" l="l" r="r" t="t"/>
                  <a:pathLst>
                    <a:path extrusionOk="0" h="525" w="1523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24"/>
                <p:cNvSpPr/>
                <p:nvPr/>
              </p:nvSpPr>
              <p:spPr>
                <a:xfrm>
                  <a:off x="1987290" y="649237"/>
                  <a:ext cx="33075" cy="18950"/>
                </a:xfrm>
                <a:custGeom>
                  <a:rect b="b" l="l" r="r" t="t"/>
                  <a:pathLst>
                    <a:path extrusionOk="0" h="758" w="1323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24"/>
                <p:cNvSpPr/>
                <p:nvPr/>
              </p:nvSpPr>
              <p:spPr>
                <a:xfrm>
                  <a:off x="2124465" y="630062"/>
                  <a:ext cx="21750" cy="10425"/>
                </a:xfrm>
                <a:custGeom>
                  <a:rect b="b" l="l" r="r" t="t"/>
                  <a:pathLst>
                    <a:path extrusionOk="0" h="417" w="87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43" name="Google Shape;543;p24"/>
          <p:cNvSpPr/>
          <p:nvPr/>
        </p:nvSpPr>
        <p:spPr>
          <a:xfrm flipH="1">
            <a:off x="3959239" y="831625"/>
            <a:ext cx="1212604" cy="516349"/>
          </a:xfrm>
          <a:custGeom>
            <a:rect b="b" l="l" r="r" t="t"/>
            <a:pathLst>
              <a:path extrusionOk="0" h="5258" w="12348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4"/>
          <p:cNvSpPr txBox="1"/>
          <p:nvPr>
            <p:ph type="title"/>
          </p:nvPr>
        </p:nvSpPr>
        <p:spPr>
          <a:xfrm>
            <a:off x="709678" y="2116556"/>
            <a:ext cx="513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5" name="Google Shape;545;p24"/>
          <p:cNvSpPr txBox="1"/>
          <p:nvPr>
            <p:ph hasCustomPrompt="1" idx="2" type="title"/>
          </p:nvPr>
        </p:nvSpPr>
        <p:spPr>
          <a:xfrm>
            <a:off x="709678" y="1141993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46" name="Google Shape;546;p24"/>
          <p:cNvSpPr txBox="1"/>
          <p:nvPr>
            <p:ph idx="1" type="subTitle"/>
          </p:nvPr>
        </p:nvSpPr>
        <p:spPr>
          <a:xfrm>
            <a:off x="709675" y="2958350"/>
            <a:ext cx="33264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SECTION_HEADER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5"/>
          <p:cNvSpPr/>
          <p:nvPr/>
        </p:nvSpPr>
        <p:spPr>
          <a:xfrm flipH="1">
            <a:off x="136239" y="770213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5"/>
          <p:cNvSpPr txBox="1"/>
          <p:nvPr>
            <p:ph type="title"/>
          </p:nvPr>
        </p:nvSpPr>
        <p:spPr>
          <a:xfrm>
            <a:off x="3929100" y="482250"/>
            <a:ext cx="450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0" name="Google Shape;550;p25"/>
          <p:cNvSpPr txBox="1"/>
          <p:nvPr>
            <p:ph hasCustomPrompt="1" idx="2" type="title"/>
          </p:nvPr>
        </p:nvSpPr>
        <p:spPr>
          <a:xfrm>
            <a:off x="1073600" y="838975"/>
            <a:ext cx="1201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51" name="Google Shape;551;p25"/>
          <p:cNvSpPr txBox="1"/>
          <p:nvPr>
            <p:ph idx="1" type="subTitle"/>
          </p:nvPr>
        </p:nvSpPr>
        <p:spPr>
          <a:xfrm>
            <a:off x="5489550" y="1324063"/>
            <a:ext cx="2940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25"/>
          <p:cNvSpPr/>
          <p:nvPr/>
        </p:nvSpPr>
        <p:spPr>
          <a:xfrm>
            <a:off x="8772754" y="173582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3199461" y="33649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5"/>
          <p:cNvSpPr/>
          <p:nvPr/>
        </p:nvSpPr>
        <p:spPr>
          <a:xfrm>
            <a:off x="9003400" y="139999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5"/>
          <p:cNvSpPr/>
          <p:nvPr/>
        </p:nvSpPr>
        <p:spPr>
          <a:xfrm>
            <a:off x="2882585" y="252982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5"/>
          <p:cNvSpPr/>
          <p:nvPr/>
        </p:nvSpPr>
        <p:spPr>
          <a:xfrm>
            <a:off x="-101103" y="298766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5"/>
          <p:cNvSpPr/>
          <p:nvPr/>
        </p:nvSpPr>
        <p:spPr>
          <a:xfrm>
            <a:off x="8803442" y="508101"/>
            <a:ext cx="135101" cy="83189"/>
          </a:xfrm>
          <a:custGeom>
            <a:rect b="b" l="l" r="r" t="t"/>
            <a:pathLst>
              <a:path extrusionOk="0" h="391" w="635">
                <a:moveTo>
                  <a:pt x="535" y="0"/>
                </a:moveTo>
                <a:cubicBezTo>
                  <a:pt x="491" y="0"/>
                  <a:pt x="446" y="18"/>
                  <a:pt x="417" y="57"/>
                </a:cubicBezTo>
                <a:cubicBezTo>
                  <a:pt x="390" y="85"/>
                  <a:pt x="362" y="122"/>
                  <a:pt x="342" y="161"/>
                </a:cubicBezTo>
                <a:lnTo>
                  <a:pt x="342" y="161"/>
                </a:lnTo>
                <a:cubicBezTo>
                  <a:pt x="326" y="159"/>
                  <a:pt x="311" y="158"/>
                  <a:pt x="296" y="158"/>
                </a:cubicBezTo>
                <a:cubicBezTo>
                  <a:pt x="186" y="158"/>
                  <a:pt x="73" y="214"/>
                  <a:pt x="1" y="310"/>
                </a:cubicBezTo>
                <a:cubicBezTo>
                  <a:pt x="46" y="280"/>
                  <a:pt x="98" y="266"/>
                  <a:pt x="149" y="266"/>
                </a:cubicBezTo>
                <a:cubicBezTo>
                  <a:pt x="221" y="266"/>
                  <a:pt x="292" y="294"/>
                  <a:pt x="345" y="347"/>
                </a:cubicBezTo>
                <a:cubicBezTo>
                  <a:pt x="358" y="373"/>
                  <a:pt x="381" y="390"/>
                  <a:pt x="407" y="390"/>
                </a:cubicBezTo>
                <a:cubicBezTo>
                  <a:pt x="416" y="390"/>
                  <a:pt x="426" y="388"/>
                  <a:pt x="435" y="383"/>
                </a:cubicBezTo>
                <a:cubicBezTo>
                  <a:pt x="472" y="383"/>
                  <a:pt x="508" y="329"/>
                  <a:pt x="490" y="274"/>
                </a:cubicBezTo>
                <a:cubicBezTo>
                  <a:pt x="472" y="220"/>
                  <a:pt x="472" y="166"/>
                  <a:pt x="490" y="111"/>
                </a:cubicBezTo>
                <a:cubicBezTo>
                  <a:pt x="505" y="67"/>
                  <a:pt x="556" y="34"/>
                  <a:pt x="604" y="34"/>
                </a:cubicBezTo>
                <a:cubicBezTo>
                  <a:pt x="615" y="34"/>
                  <a:pt x="625" y="36"/>
                  <a:pt x="635" y="39"/>
                </a:cubicBezTo>
                <a:cubicBezTo>
                  <a:pt x="609" y="14"/>
                  <a:pt x="572" y="0"/>
                  <a:pt x="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5"/>
          <p:cNvSpPr/>
          <p:nvPr/>
        </p:nvSpPr>
        <p:spPr>
          <a:xfrm>
            <a:off x="8429700" y="277375"/>
            <a:ext cx="185099" cy="88934"/>
          </a:xfrm>
          <a:custGeom>
            <a:rect b="b" l="l" r="r" t="t"/>
            <a:pathLst>
              <a:path extrusionOk="0" h="418" w="870">
                <a:moveTo>
                  <a:pt x="710" y="1"/>
                </a:moveTo>
                <a:cubicBezTo>
                  <a:pt x="672" y="1"/>
                  <a:pt x="634" y="11"/>
                  <a:pt x="598" y="32"/>
                </a:cubicBezTo>
                <a:cubicBezTo>
                  <a:pt x="543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5" y="129"/>
                  <a:pt x="327" y="112"/>
                  <a:pt x="257" y="112"/>
                </a:cubicBezTo>
                <a:cubicBezTo>
                  <a:pt x="169" y="112"/>
                  <a:pt x="80" y="140"/>
                  <a:pt x="0" y="195"/>
                </a:cubicBezTo>
                <a:cubicBezTo>
                  <a:pt x="36" y="183"/>
                  <a:pt x="72" y="177"/>
                  <a:pt x="108" y="177"/>
                </a:cubicBezTo>
                <a:cubicBezTo>
                  <a:pt x="231" y="177"/>
                  <a:pt x="342" y="249"/>
                  <a:pt x="399" y="376"/>
                </a:cubicBezTo>
                <a:cubicBezTo>
                  <a:pt x="417" y="394"/>
                  <a:pt x="453" y="412"/>
                  <a:pt x="471" y="412"/>
                </a:cubicBezTo>
                <a:cubicBezTo>
                  <a:pt x="481" y="416"/>
                  <a:pt x="490" y="417"/>
                  <a:pt x="500" y="417"/>
                </a:cubicBezTo>
                <a:cubicBezTo>
                  <a:pt x="543" y="417"/>
                  <a:pt x="580" y="385"/>
                  <a:pt x="580" y="340"/>
                </a:cubicBezTo>
                <a:cubicBezTo>
                  <a:pt x="580" y="249"/>
                  <a:pt x="598" y="177"/>
                  <a:pt x="652" y="105"/>
                </a:cubicBezTo>
                <a:cubicBezTo>
                  <a:pt x="684" y="62"/>
                  <a:pt x="728" y="45"/>
                  <a:pt x="774" y="45"/>
                </a:cubicBezTo>
                <a:cubicBezTo>
                  <a:pt x="806" y="45"/>
                  <a:pt x="840" y="53"/>
                  <a:pt x="870" y="68"/>
                </a:cubicBezTo>
                <a:cubicBezTo>
                  <a:pt x="826" y="24"/>
                  <a:pt x="769" y="1"/>
                  <a:pt x="7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"/>
          <p:cNvSpPr/>
          <p:nvPr/>
        </p:nvSpPr>
        <p:spPr>
          <a:xfrm>
            <a:off x="252804" y="177096"/>
            <a:ext cx="8638393" cy="4789309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6"/>
          <p:cNvSpPr txBox="1"/>
          <p:nvPr>
            <p:ph type="title"/>
          </p:nvPr>
        </p:nvSpPr>
        <p:spPr>
          <a:xfrm>
            <a:off x="2290025" y="32755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2" name="Google Shape;562;p26"/>
          <p:cNvSpPr txBox="1"/>
          <p:nvPr>
            <p:ph idx="1" type="subTitle"/>
          </p:nvPr>
        </p:nvSpPr>
        <p:spPr>
          <a:xfrm>
            <a:off x="1442100" y="1589681"/>
            <a:ext cx="6259800" cy="17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26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0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6"/>
          <p:cNvSpPr/>
          <p:nvPr/>
        </p:nvSpPr>
        <p:spPr>
          <a:xfrm rot="2009354">
            <a:off x="7385065" y="691570"/>
            <a:ext cx="1119751" cy="971497"/>
          </a:xfrm>
          <a:custGeom>
            <a:rect b="b" l="l" r="r" t="t"/>
            <a:pathLst>
              <a:path extrusionOk="0" h="13309" w="15340">
                <a:moveTo>
                  <a:pt x="6593" y="0"/>
                </a:moveTo>
                <a:lnTo>
                  <a:pt x="6593" y="0"/>
                </a:lnTo>
                <a:cubicBezTo>
                  <a:pt x="1251" y="1594"/>
                  <a:pt x="1" y="8620"/>
                  <a:pt x="4492" y="11952"/>
                </a:cubicBezTo>
                <a:cubicBezTo>
                  <a:pt x="5746" y="12886"/>
                  <a:pt x="7149" y="13308"/>
                  <a:pt x="8520" y="13308"/>
                </a:cubicBezTo>
                <a:cubicBezTo>
                  <a:pt x="12038" y="13308"/>
                  <a:pt x="15340" y="10528"/>
                  <a:pt x="15340" y="6501"/>
                </a:cubicBezTo>
                <a:cubicBezTo>
                  <a:pt x="15340" y="6356"/>
                  <a:pt x="15340" y="6212"/>
                  <a:pt x="15322" y="6049"/>
                </a:cubicBezTo>
                <a:cubicBezTo>
                  <a:pt x="15086" y="9290"/>
                  <a:pt x="12406" y="11807"/>
                  <a:pt x="9146" y="11807"/>
                </a:cubicBezTo>
                <a:cubicBezTo>
                  <a:pt x="6249" y="11807"/>
                  <a:pt x="3732" y="9779"/>
                  <a:pt x="3116" y="6936"/>
                </a:cubicBezTo>
                <a:cubicBezTo>
                  <a:pt x="2500" y="4093"/>
                  <a:pt x="3949" y="1195"/>
                  <a:pt x="659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>
            <a:off x="713216" y="353999"/>
            <a:ext cx="1119724" cy="1124199"/>
          </a:xfrm>
          <a:custGeom>
            <a:rect b="b" l="l" r="r" t="t"/>
            <a:pathLst>
              <a:path extrusionOk="0" h="13565" w="13511">
                <a:moveTo>
                  <a:pt x="6230" y="0"/>
                </a:moveTo>
                <a:cubicBezTo>
                  <a:pt x="6230" y="0"/>
                  <a:pt x="6359" y="2508"/>
                  <a:pt x="3209" y="2508"/>
                </a:cubicBezTo>
                <a:cubicBezTo>
                  <a:pt x="3026" y="2508"/>
                  <a:pt x="2832" y="2499"/>
                  <a:pt x="2626" y="2481"/>
                </a:cubicBezTo>
                <a:lnTo>
                  <a:pt x="2626" y="2481"/>
                </a:lnTo>
                <a:cubicBezTo>
                  <a:pt x="2626" y="2481"/>
                  <a:pt x="5125" y="3876"/>
                  <a:pt x="3260" y="6900"/>
                </a:cubicBezTo>
                <a:cubicBezTo>
                  <a:pt x="3260" y="6900"/>
                  <a:pt x="3662" y="6723"/>
                  <a:pt x="4065" y="6723"/>
                </a:cubicBezTo>
                <a:cubicBezTo>
                  <a:pt x="4266" y="6723"/>
                  <a:pt x="4467" y="6767"/>
                  <a:pt x="4618" y="6900"/>
                </a:cubicBezTo>
                <a:cubicBezTo>
                  <a:pt x="5379" y="7624"/>
                  <a:pt x="5687" y="8711"/>
                  <a:pt x="5433" y="9743"/>
                </a:cubicBezTo>
                <a:cubicBezTo>
                  <a:pt x="5433" y="9743"/>
                  <a:pt x="5383" y="9733"/>
                  <a:pt x="5287" y="9733"/>
                </a:cubicBezTo>
                <a:cubicBezTo>
                  <a:pt x="5065" y="9733"/>
                  <a:pt x="4600" y="9787"/>
                  <a:pt x="3966" y="10142"/>
                </a:cubicBezTo>
                <a:cubicBezTo>
                  <a:pt x="3079" y="10649"/>
                  <a:pt x="2192" y="11210"/>
                  <a:pt x="1359" y="11373"/>
                </a:cubicBezTo>
                <a:cubicBezTo>
                  <a:pt x="1359" y="11373"/>
                  <a:pt x="1004" y="11172"/>
                  <a:pt x="602" y="11172"/>
                </a:cubicBezTo>
                <a:cubicBezTo>
                  <a:pt x="401" y="11172"/>
                  <a:pt x="187" y="11222"/>
                  <a:pt x="0" y="11373"/>
                </a:cubicBezTo>
                <a:cubicBezTo>
                  <a:pt x="0" y="11373"/>
                  <a:pt x="399" y="11607"/>
                  <a:pt x="1138" y="11607"/>
                </a:cubicBezTo>
                <a:cubicBezTo>
                  <a:pt x="1246" y="11607"/>
                  <a:pt x="1362" y="11602"/>
                  <a:pt x="1485" y="11590"/>
                </a:cubicBezTo>
                <a:cubicBezTo>
                  <a:pt x="2463" y="11500"/>
                  <a:pt x="3296" y="11065"/>
                  <a:pt x="3767" y="10884"/>
                </a:cubicBezTo>
                <a:cubicBezTo>
                  <a:pt x="4078" y="10764"/>
                  <a:pt x="4587" y="10621"/>
                  <a:pt x="5100" y="10621"/>
                </a:cubicBezTo>
                <a:cubicBezTo>
                  <a:pt x="5363" y="10621"/>
                  <a:pt x="5628" y="10659"/>
                  <a:pt x="5868" y="10757"/>
                </a:cubicBezTo>
                <a:lnTo>
                  <a:pt x="5759" y="11138"/>
                </a:lnTo>
                <a:cubicBezTo>
                  <a:pt x="5661" y="11079"/>
                  <a:pt x="5547" y="11046"/>
                  <a:pt x="5435" y="11046"/>
                </a:cubicBezTo>
                <a:cubicBezTo>
                  <a:pt x="5339" y="11046"/>
                  <a:pt x="5245" y="11070"/>
                  <a:pt x="5162" y="11119"/>
                </a:cubicBezTo>
                <a:cubicBezTo>
                  <a:pt x="5053" y="11119"/>
                  <a:pt x="4962" y="11065"/>
                  <a:pt x="4908" y="10993"/>
                </a:cubicBezTo>
                <a:cubicBezTo>
                  <a:pt x="4691" y="11138"/>
                  <a:pt x="4455" y="11228"/>
                  <a:pt x="4202" y="11282"/>
                </a:cubicBezTo>
                <a:cubicBezTo>
                  <a:pt x="3920" y="11300"/>
                  <a:pt x="4032" y="11609"/>
                  <a:pt x="4189" y="11609"/>
                </a:cubicBezTo>
                <a:cubicBezTo>
                  <a:pt x="4193" y="11609"/>
                  <a:pt x="4197" y="11609"/>
                  <a:pt x="4202" y="11608"/>
                </a:cubicBezTo>
                <a:cubicBezTo>
                  <a:pt x="4366" y="11592"/>
                  <a:pt x="4606" y="11366"/>
                  <a:pt x="4866" y="11366"/>
                </a:cubicBezTo>
                <a:cubicBezTo>
                  <a:pt x="4892" y="11366"/>
                  <a:pt x="4918" y="11368"/>
                  <a:pt x="4944" y="11373"/>
                </a:cubicBezTo>
                <a:cubicBezTo>
                  <a:pt x="5193" y="11404"/>
                  <a:pt x="5616" y="11569"/>
                  <a:pt x="5902" y="11569"/>
                </a:cubicBezTo>
                <a:cubicBezTo>
                  <a:pt x="5949" y="11569"/>
                  <a:pt x="5992" y="11564"/>
                  <a:pt x="6031" y="11554"/>
                </a:cubicBezTo>
                <a:cubicBezTo>
                  <a:pt x="6351" y="11447"/>
                  <a:pt x="6636" y="11323"/>
                  <a:pt x="6921" y="11164"/>
                </a:cubicBezTo>
                <a:lnTo>
                  <a:pt x="6921" y="11164"/>
                </a:lnTo>
                <a:cubicBezTo>
                  <a:pt x="6867" y="11196"/>
                  <a:pt x="6701" y="11302"/>
                  <a:pt x="6939" y="11302"/>
                </a:cubicBezTo>
                <a:cubicBezTo>
                  <a:pt x="6954" y="11302"/>
                  <a:pt x="6972" y="11301"/>
                  <a:pt x="6991" y="11301"/>
                </a:cubicBezTo>
                <a:lnTo>
                  <a:pt x="6991" y="11301"/>
                </a:lnTo>
                <a:cubicBezTo>
                  <a:pt x="6991" y="11301"/>
                  <a:pt x="6991" y="11373"/>
                  <a:pt x="6846" y="11373"/>
                </a:cubicBezTo>
                <a:cubicBezTo>
                  <a:pt x="6846" y="11373"/>
                  <a:pt x="6980" y="11467"/>
                  <a:pt x="7118" y="11467"/>
                </a:cubicBezTo>
                <a:cubicBezTo>
                  <a:pt x="7206" y="11467"/>
                  <a:pt x="7296" y="11428"/>
                  <a:pt x="7353" y="11301"/>
                </a:cubicBezTo>
                <a:cubicBezTo>
                  <a:pt x="7443" y="11409"/>
                  <a:pt x="7498" y="11536"/>
                  <a:pt x="7516" y="11681"/>
                </a:cubicBezTo>
                <a:lnTo>
                  <a:pt x="7371" y="12079"/>
                </a:lnTo>
                <a:cubicBezTo>
                  <a:pt x="7276" y="12039"/>
                  <a:pt x="7171" y="12018"/>
                  <a:pt x="7063" y="12018"/>
                </a:cubicBezTo>
                <a:cubicBezTo>
                  <a:pt x="7027" y="12018"/>
                  <a:pt x="6991" y="12020"/>
                  <a:pt x="6954" y="12025"/>
                </a:cubicBezTo>
                <a:cubicBezTo>
                  <a:pt x="6954" y="12025"/>
                  <a:pt x="6864" y="12333"/>
                  <a:pt x="7027" y="12351"/>
                </a:cubicBezTo>
                <a:cubicBezTo>
                  <a:pt x="7044" y="12352"/>
                  <a:pt x="7061" y="12353"/>
                  <a:pt x="7078" y="12353"/>
                </a:cubicBezTo>
                <a:cubicBezTo>
                  <a:pt x="7294" y="12353"/>
                  <a:pt x="7491" y="12247"/>
                  <a:pt x="7643" y="12079"/>
                </a:cubicBezTo>
                <a:lnTo>
                  <a:pt x="7643" y="12079"/>
                </a:lnTo>
                <a:cubicBezTo>
                  <a:pt x="7642" y="12079"/>
                  <a:pt x="7208" y="12677"/>
                  <a:pt x="7063" y="12731"/>
                </a:cubicBezTo>
                <a:cubicBezTo>
                  <a:pt x="7063" y="12731"/>
                  <a:pt x="7654" y="12530"/>
                  <a:pt x="8344" y="12530"/>
                </a:cubicBezTo>
                <a:cubicBezTo>
                  <a:pt x="9042" y="12530"/>
                  <a:pt x="9841" y="12736"/>
                  <a:pt x="10232" y="13564"/>
                </a:cubicBezTo>
                <a:cubicBezTo>
                  <a:pt x="10232" y="13564"/>
                  <a:pt x="10863" y="12909"/>
                  <a:pt x="11780" y="12909"/>
                </a:cubicBezTo>
                <a:cubicBezTo>
                  <a:pt x="12209" y="12909"/>
                  <a:pt x="12701" y="13052"/>
                  <a:pt x="13220" y="13474"/>
                </a:cubicBezTo>
                <a:cubicBezTo>
                  <a:pt x="13220" y="13474"/>
                  <a:pt x="13510" y="12967"/>
                  <a:pt x="13438" y="12840"/>
                </a:cubicBezTo>
                <a:cubicBezTo>
                  <a:pt x="13293" y="12586"/>
                  <a:pt x="13166" y="12315"/>
                  <a:pt x="13094" y="12043"/>
                </a:cubicBezTo>
                <a:cubicBezTo>
                  <a:pt x="13094" y="12043"/>
                  <a:pt x="11862" y="10920"/>
                  <a:pt x="10830" y="10413"/>
                </a:cubicBezTo>
                <a:cubicBezTo>
                  <a:pt x="10736" y="10423"/>
                  <a:pt x="10641" y="10427"/>
                  <a:pt x="10546" y="10427"/>
                </a:cubicBezTo>
                <a:cubicBezTo>
                  <a:pt x="10274" y="10427"/>
                  <a:pt x="9998" y="10390"/>
                  <a:pt x="9743" y="10323"/>
                </a:cubicBezTo>
                <a:cubicBezTo>
                  <a:pt x="9743" y="10323"/>
                  <a:pt x="10469" y="9881"/>
                  <a:pt x="10934" y="9881"/>
                </a:cubicBezTo>
                <a:cubicBezTo>
                  <a:pt x="10967" y="9881"/>
                  <a:pt x="10999" y="9883"/>
                  <a:pt x="11029" y="9888"/>
                </a:cubicBezTo>
                <a:cubicBezTo>
                  <a:pt x="11029" y="9888"/>
                  <a:pt x="11029" y="9950"/>
                  <a:pt x="11110" y="9950"/>
                </a:cubicBezTo>
                <a:cubicBezTo>
                  <a:pt x="11144" y="9950"/>
                  <a:pt x="11194" y="9939"/>
                  <a:pt x="11264" y="9906"/>
                </a:cubicBezTo>
                <a:cubicBezTo>
                  <a:pt x="11464" y="9797"/>
                  <a:pt x="11699" y="9743"/>
                  <a:pt x="11916" y="9725"/>
                </a:cubicBezTo>
                <a:cubicBezTo>
                  <a:pt x="11916" y="9725"/>
                  <a:pt x="12188" y="9562"/>
                  <a:pt x="11916" y="9417"/>
                </a:cubicBezTo>
                <a:cubicBezTo>
                  <a:pt x="11772" y="9334"/>
                  <a:pt x="11686" y="9317"/>
                  <a:pt x="11639" y="9317"/>
                </a:cubicBezTo>
                <a:cubicBezTo>
                  <a:pt x="11604" y="9317"/>
                  <a:pt x="11590" y="9327"/>
                  <a:pt x="11590" y="9327"/>
                </a:cubicBezTo>
                <a:cubicBezTo>
                  <a:pt x="11554" y="9254"/>
                  <a:pt x="11500" y="9218"/>
                  <a:pt x="11446" y="9182"/>
                </a:cubicBezTo>
                <a:cubicBezTo>
                  <a:pt x="11391" y="9164"/>
                  <a:pt x="11337" y="9146"/>
                  <a:pt x="11301" y="9109"/>
                </a:cubicBezTo>
                <a:cubicBezTo>
                  <a:pt x="11174" y="9100"/>
                  <a:pt x="11052" y="9096"/>
                  <a:pt x="10932" y="9096"/>
                </a:cubicBezTo>
                <a:cubicBezTo>
                  <a:pt x="10812" y="9096"/>
                  <a:pt x="10694" y="9100"/>
                  <a:pt x="10576" y="9109"/>
                </a:cubicBezTo>
                <a:cubicBezTo>
                  <a:pt x="10685" y="9164"/>
                  <a:pt x="10776" y="9200"/>
                  <a:pt x="10884" y="9200"/>
                </a:cubicBezTo>
                <a:cubicBezTo>
                  <a:pt x="10576" y="9236"/>
                  <a:pt x="10287" y="9309"/>
                  <a:pt x="9979" y="9381"/>
                </a:cubicBezTo>
                <a:cubicBezTo>
                  <a:pt x="9809" y="9446"/>
                  <a:pt x="9507" y="9700"/>
                  <a:pt x="9141" y="9700"/>
                </a:cubicBezTo>
                <a:cubicBezTo>
                  <a:pt x="9000" y="9700"/>
                  <a:pt x="8849" y="9663"/>
                  <a:pt x="8693" y="9562"/>
                </a:cubicBezTo>
                <a:cubicBezTo>
                  <a:pt x="8729" y="9562"/>
                  <a:pt x="8403" y="8023"/>
                  <a:pt x="9454" y="7262"/>
                </a:cubicBezTo>
                <a:cubicBezTo>
                  <a:pt x="9454" y="7262"/>
                  <a:pt x="9254" y="1558"/>
                  <a:pt x="62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26"/>
          <p:cNvGrpSpPr/>
          <p:nvPr/>
        </p:nvGrpSpPr>
        <p:grpSpPr>
          <a:xfrm>
            <a:off x="932890" y="3119134"/>
            <a:ext cx="7623960" cy="1452992"/>
            <a:chOff x="932890" y="3119134"/>
            <a:chExt cx="7623960" cy="1452992"/>
          </a:xfrm>
        </p:grpSpPr>
        <p:sp>
          <p:nvSpPr>
            <p:cNvPr id="568" name="Google Shape;568;p26"/>
            <p:cNvSpPr/>
            <p:nvPr/>
          </p:nvSpPr>
          <p:spPr>
            <a:xfrm>
              <a:off x="8059674" y="3725498"/>
              <a:ext cx="150933" cy="56490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8305489" y="4513592"/>
              <a:ext cx="92691" cy="58534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8429856" y="4270551"/>
              <a:ext cx="126994" cy="62913"/>
            </a:xfrm>
            <a:custGeom>
              <a:rect b="b" l="l" r="r" t="t"/>
              <a:pathLst>
                <a:path extrusionOk="0" h="431" w="87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1" name="Google Shape;571;p26"/>
            <p:cNvGrpSpPr/>
            <p:nvPr/>
          </p:nvGrpSpPr>
          <p:grpSpPr>
            <a:xfrm>
              <a:off x="932890" y="3119134"/>
              <a:ext cx="849263" cy="621826"/>
              <a:chOff x="998250" y="971075"/>
              <a:chExt cx="163925" cy="120025"/>
            </a:xfrm>
          </p:grpSpPr>
          <p:sp>
            <p:nvSpPr>
              <p:cNvPr id="572" name="Google Shape;572;p26"/>
              <p:cNvSpPr/>
              <p:nvPr/>
            </p:nvSpPr>
            <p:spPr>
              <a:xfrm>
                <a:off x="998250" y="971075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6"/>
              <p:cNvSpPr/>
              <p:nvPr/>
            </p:nvSpPr>
            <p:spPr>
              <a:xfrm>
                <a:off x="1003250" y="1019650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6"/>
              <p:cNvSpPr/>
              <p:nvPr/>
            </p:nvSpPr>
            <p:spPr>
              <a:xfrm>
                <a:off x="1099225" y="1074600"/>
                <a:ext cx="22650" cy="16500"/>
              </a:xfrm>
              <a:custGeom>
                <a:rect b="b" l="l" r="r" t="t"/>
                <a:pathLst>
                  <a:path extrusionOk="0" h="660" w="906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6"/>
              <p:cNvSpPr/>
              <p:nvPr/>
            </p:nvSpPr>
            <p:spPr>
              <a:xfrm>
                <a:off x="1140425" y="1000475"/>
                <a:ext cx="21750" cy="10425"/>
              </a:xfrm>
              <a:custGeom>
                <a:rect b="b" l="l" r="r" t="t"/>
                <a:pathLst>
                  <a:path extrusionOk="0" h="417" w="87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76" name="Google Shape;576;p26"/>
          <p:cNvSpPr/>
          <p:nvPr/>
        </p:nvSpPr>
        <p:spPr>
          <a:xfrm>
            <a:off x="1677866" y="4389770"/>
            <a:ext cx="130" cy="4792"/>
          </a:xfrm>
          <a:custGeom>
            <a:rect b="b" l="l" r="r" t="t"/>
            <a:pathLst>
              <a:path extrusionOk="0" h="37" w="1">
                <a:moveTo>
                  <a:pt x="1" y="37"/>
                </a:moveTo>
                <a:cubicBezTo>
                  <a:pt x="1" y="19"/>
                  <a:pt x="1" y="19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26"/>
          <p:cNvGrpSpPr/>
          <p:nvPr/>
        </p:nvGrpSpPr>
        <p:grpSpPr>
          <a:xfrm flipH="1">
            <a:off x="-103928" y="11357"/>
            <a:ext cx="9489289" cy="4774777"/>
            <a:chOff x="-150589" y="11357"/>
            <a:chExt cx="9489289" cy="4774777"/>
          </a:xfrm>
        </p:grpSpPr>
        <p:sp>
          <p:nvSpPr>
            <p:cNvPr id="578" name="Google Shape;578;p26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"/>
          <p:cNvSpPr txBox="1"/>
          <p:nvPr>
            <p:ph type="title"/>
          </p:nvPr>
        </p:nvSpPr>
        <p:spPr>
          <a:xfrm>
            <a:off x="714600" y="2701601"/>
            <a:ext cx="44790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27"/>
          <p:cNvSpPr txBox="1"/>
          <p:nvPr>
            <p:ph idx="1" type="subTitle"/>
          </p:nvPr>
        </p:nvSpPr>
        <p:spPr>
          <a:xfrm>
            <a:off x="714600" y="1015701"/>
            <a:ext cx="4479000" cy="14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27"/>
          <p:cNvSpPr/>
          <p:nvPr/>
        </p:nvSpPr>
        <p:spPr>
          <a:xfrm>
            <a:off x="0" y="22487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641717" y="14026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7848769" y="140275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ONE_COLUMN_TEXT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8"/>
          <p:cNvGrpSpPr/>
          <p:nvPr/>
        </p:nvGrpSpPr>
        <p:grpSpPr>
          <a:xfrm>
            <a:off x="-166003" y="7"/>
            <a:ext cx="11068982" cy="5007791"/>
            <a:chOff x="-166003" y="7"/>
            <a:chExt cx="11068982" cy="5007791"/>
          </a:xfrm>
        </p:grpSpPr>
        <p:sp>
          <p:nvSpPr>
            <p:cNvPr id="595" name="Google Shape;595;p28"/>
            <p:cNvSpPr/>
            <p:nvPr/>
          </p:nvSpPr>
          <p:spPr>
            <a:xfrm flipH="1">
              <a:off x="5668049" y="147974"/>
              <a:ext cx="3492140" cy="934108"/>
            </a:xfrm>
            <a:custGeom>
              <a:rect b="b" l="l" r="r" t="t"/>
              <a:pathLst>
                <a:path extrusionOk="0" h="25489" w="95290">
                  <a:moveTo>
                    <a:pt x="7481" y="0"/>
                  </a:moveTo>
                  <a:cubicBezTo>
                    <a:pt x="4987" y="0"/>
                    <a:pt x="2493" y="54"/>
                    <a:pt x="1" y="161"/>
                  </a:cubicBezTo>
                  <a:lnTo>
                    <a:pt x="1" y="25488"/>
                  </a:lnTo>
                  <a:cubicBezTo>
                    <a:pt x="1481" y="25141"/>
                    <a:pt x="2966" y="24837"/>
                    <a:pt x="4473" y="24625"/>
                  </a:cubicBezTo>
                  <a:cubicBezTo>
                    <a:pt x="7037" y="24268"/>
                    <a:pt x="9627" y="24181"/>
                    <a:pt x="12220" y="24181"/>
                  </a:cubicBezTo>
                  <a:cubicBezTo>
                    <a:pt x="13661" y="24181"/>
                    <a:pt x="15102" y="24208"/>
                    <a:pt x="16542" y="24230"/>
                  </a:cubicBezTo>
                  <a:cubicBezTo>
                    <a:pt x="20017" y="24285"/>
                    <a:pt x="23488" y="24315"/>
                    <a:pt x="26962" y="24315"/>
                  </a:cubicBezTo>
                  <a:cubicBezTo>
                    <a:pt x="27568" y="24315"/>
                    <a:pt x="28174" y="24314"/>
                    <a:pt x="28780" y="24312"/>
                  </a:cubicBezTo>
                  <a:cubicBezTo>
                    <a:pt x="29991" y="24312"/>
                    <a:pt x="31289" y="24272"/>
                    <a:pt x="32253" y="23543"/>
                  </a:cubicBezTo>
                  <a:cubicBezTo>
                    <a:pt x="32735" y="23178"/>
                    <a:pt x="33043" y="22571"/>
                    <a:pt x="33108" y="21976"/>
                  </a:cubicBezTo>
                  <a:cubicBezTo>
                    <a:pt x="33266" y="20438"/>
                    <a:pt x="34477" y="19214"/>
                    <a:pt x="36008" y="19214"/>
                  </a:cubicBezTo>
                  <a:cubicBezTo>
                    <a:pt x="36037" y="19214"/>
                    <a:pt x="36066" y="19214"/>
                    <a:pt x="36096" y="19215"/>
                  </a:cubicBezTo>
                  <a:cubicBezTo>
                    <a:pt x="36204" y="19215"/>
                    <a:pt x="36312" y="19219"/>
                    <a:pt x="36416" y="19228"/>
                  </a:cubicBezTo>
                  <a:cubicBezTo>
                    <a:pt x="41622" y="19471"/>
                    <a:pt x="46827" y="19719"/>
                    <a:pt x="52032" y="19962"/>
                  </a:cubicBezTo>
                  <a:cubicBezTo>
                    <a:pt x="65074" y="20579"/>
                    <a:pt x="78120" y="21190"/>
                    <a:pt x="91148" y="22068"/>
                  </a:cubicBezTo>
                  <a:cubicBezTo>
                    <a:pt x="91555" y="22095"/>
                    <a:pt x="91976" y="22117"/>
                    <a:pt x="92396" y="22117"/>
                  </a:cubicBezTo>
                  <a:cubicBezTo>
                    <a:pt x="93122" y="22117"/>
                    <a:pt x="93847" y="22052"/>
                    <a:pt x="94496" y="21837"/>
                  </a:cubicBezTo>
                  <a:cubicBezTo>
                    <a:pt x="95234" y="21595"/>
                    <a:pt x="95290" y="20561"/>
                    <a:pt x="94600" y="20205"/>
                  </a:cubicBezTo>
                  <a:cubicBezTo>
                    <a:pt x="78106" y="11757"/>
                    <a:pt x="58089" y="13667"/>
                    <a:pt x="40206" y="8453"/>
                  </a:cubicBezTo>
                  <a:cubicBezTo>
                    <a:pt x="39304" y="8188"/>
                    <a:pt x="38362" y="7876"/>
                    <a:pt x="37741" y="7172"/>
                  </a:cubicBezTo>
                  <a:cubicBezTo>
                    <a:pt x="36881" y="6200"/>
                    <a:pt x="36855" y="4728"/>
                    <a:pt x="36112" y="3664"/>
                  </a:cubicBezTo>
                  <a:cubicBezTo>
                    <a:pt x="35179" y="2323"/>
                    <a:pt x="33381" y="1963"/>
                    <a:pt x="31762" y="1728"/>
                  </a:cubicBezTo>
                  <a:cubicBezTo>
                    <a:pt x="25280" y="803"/>
                    <a:pt x="18742" y="248"/>
                    <a:pt x="12200" y="65"/>
                  </a:cubicBezTo>
                  <a:cubicBezTo>
                    <a:pt x="10627" y="22"/>
                    <a:pt x="9054" y="0"/>
                    <a:pt x="74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0" y="3813750"/>
              <a:ext cx="4229745" cy="1194049"/>
            </a:xfrm>
            <a:custGeom>
              <a:rect b="b" l="l" r="r" t="t"/>
              <a:pathLst>
                <a:path extrusionOk="0" h="32582" w="115417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7" name="Google Shape;597;p28"/>
            <p:cNvGrpSpPr/>
            <p:nvPr/>
          </p:nvGrpSpPr>
          <p:grpSpPr>
            <a:xfrm>
              <a:off x="174405" y="249131"/>
              <a:ext cx="8680998" cy="785590"/>
              <a:chOff x="174405" y="249131"/>
              <a:chExt cx="8680998" cy="785590"/>
            </a:xfrm>
          </p:grpSpPr>
          <p:sp>
            <p:nvSpPr>
              <p:cNvPr id="598" name="Google Shape;598;p28"/>
              <p:cNvSpPr/>
              <p:nvPr/>
            </p:nvSpPr>
            <p:spPr>
              <a:xfrm>
                <a:off x="174405" y="455626"/>
                <a:ext cx="135101" cy="83189"/>
              </a:xfrm>
              <a:custGeom>
                <a:rect b="b" l="l" r="r" t="t"/>
                <a:pathLst>
                  <a:path extrusionOk="0" h="391" w="635">
                    <a:moveTo>
                      <a:pt x="535" y="0"/>
                    </a:moveTo>
                    <a:cubicBezTo>
                      <a:pt x="491" y="0"/>
                      <a:pt x="446" y="18"/>
                      <a:pt x="417" y="57"/>
                    </a:cubicBezTo>
                    <a:cubicBezTo>
                      <a:pt x="390" y="85"/>
                      <a:pt x="362" y="122"/>
                      <a:pt x="342" y="161"/>
                    </a:cubicBezTo>
                    <a:lnTo>
                      <a:pt x="342" y="161"/>
                    </a:lnTo>
                    <a:cubicBezTo>
                      <a:pt x="326" y="159"/>
                      <a:pt x="311" y="158"/>
                      <a:pt x="296" y="158"/>
                    </a:cubicBezTo>
                    <a:cubicBezTo>
                      <a:pt x="186" y="158"/>
                      <a:pt x="73" y="214"/>
                      <a:pt x="1" y="310"/>
                    </a:cubicBezTo>
                    <a:cubicBezTo>
                      <a:pt x="46" y="280"/>
                      <a:pt x="98" y="266"/>
                      <a:pt x="149" y="266"/>
                    </a:cubicBezTo>
                    <a:cubicBezTo>
                      <a:pt x="221" y="266"/>
                      <a:pt x="292" y="294"/>
                      <a:pt x="345" y="347"/>
                    </a:cubicBezTo>
                    <a:cubicBezTo>
                      <a:pt x="358" y="373"/>
                      <a:pt x="381" y="390"/>
                      <a:pt x="407" y="390"/>
                    </a:cubicBezTo>
                    <a:cubicBezTo>
                      <a:pt x="416" y="390"/>
                      <a:pt x="426" y="388"/>
                      <a:pt x="435" y="383"/>
                    </a:cubicBezTo>
                    <a:cubicBezTo>
                      <a:pt x="472" y="383"/>
                      <a:pt x="508" y="329"/>
                      <a:pt x="490" y="274"/>
                    </a:cubicBezTo>
                    <a:cubicBezTo>
                      <a:pt x="472" y="220"/>
                      <a:pt x="472" y="166"/>
                      <a:pt x="490" y="111"/>
                    </a:cubicBezTo>
                    <a:cubicBezTo>
                      <a:pt x="505" y="67"/>
                      <a:pt x="556" y="34"/>
                      <a:pt x="604" y="34"/>
                    </a:cubicBezTo>
                    <a:cubicBezTo>
                      <a:pt x="615" y="34"/>
                      <a:pt x="625" y="36"/>
                      <a:pt x="635" y="39"/>
                    </a:cubicBezTo>
                    <a:cubicBezTo>
                      <a:pt x="609" y="14"/>
                      <a:pt x="572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8"/>
              <p:cNvSpPr/>
              <p:nvPr/>
            </p:nvSpPr>
            <p:spPr>
              <a:xfrm>
                <a:off x="396338" y="249131"/>
                <a:ext cx="223821" cy="87232"/>
              </a:xfrm>
              <a:custGeom>
                <a:rect b="b" l="l" r="r" t="t"/>
                <a:pathLst>
                  <a:path extrusionOk="0" h="410" w="1052">
                    <a:moveTo>
                      <a:pt x="165" y="0"/>
                    </a:moveTo>
                    <a:cubicBezTo>
                      <a:pt x="110" y="0"/>
                      <a:pt x="55" y="8"/>
                      <a:pt x="1" y="25"/>
                    </a:cubicBezTo>
                    <a:cubicBezTo>
                      <a:pt x="14" y="24"/>
                      <a:pt x="26" y="23"/>
                      <a:pt x="39" y="23"/>
                    </a:cubicBezTo>
                    <a:cubicBezTo>
                      <a:pt x="225" y="23"/>
                      <a:pt x="403" y="146"/>
                      <a:pt x="454" y="333"/>
                    </a:cubicBezTo>
                    <a:cubicBezTo>
                      <a:pt x="454" y="369"/>
                      <a:pt x="472" y="387"/>
                      <a:pt x="508" y="405"/>
                    </a:cubicBezTo>
                    <a:cubicBezTo>
                      <a:pt x="515" y="408"/>
                      <a:pt x="522" y="410"/>
                      <a:pt x="529" y="410"/>
                    </a:cubicBezTo>
                    <a:cubicBezTo>
                      <a:pt x="563" y="410"/>
                      <a:pt x="602" y="380"/>
                      <a:pt x="617" y="351"/>
                    </a:cubicBezTo>
                    <a:cubicBezTo>
                      <a:pt x="653" y="260"/>
                      <a:pt x="707" y="170"/>
                      <a:pt x="780" y="115"/>
                    </a:cubicBezTo>
                    <a:cubicBezTo>
                      <a:pt x="815" y="94"/>
                      <a:pt x="854" y="84"/>
                      <a:pt x="892" y="84"/>
                    </a:cubicBezTo>
                    <a:cubicBezTo>
                      <a:pt x="950" y="84"/>
                      <a:pt x="1007" y="108"/>
                      <a:pt x="1051" y="151"/>
                    </a:cubicBezTo>
                    <a:cubicBezTo>
                      <a:pt x="1008" y="66"/>
                      <a:pt x="920" y="14"/>
                      <a:pt x="822" y="14"/>
                    </a:cubicBezTo>
                    <a:cubicBezTo>
                      <a:pt x="796" y="14"/>
                      <a:pt x="770" y="17"/>
                      <a:pt x="743" y="25"/>
                    </a:cubicBezTo>
                    <a:cubicBezTo>
                      <a:pt x="666" y="58"/>
                      <a:pt x="602" y="98"/>
                      <a:pt x="547" y="149"/>
                    </a:cubicBezTo>
                    <a:lnTo>
                      <a:pt x="547" y="149"/>
                    </a:lnTo>
                    <a:cubicBezTo>
                      <a:pt x="445" y="52"/>
                      <a:pt x="306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0" name="Google Shape;600;p28"/>
              <p:cNvGrpSpPr/>
              <p:nvPr/>
            </p:nvGrpSpPr>
            <p:grpSpPr>
              <a:xfrm>
                <a:off x="8006140" y="412896"/>
                <a:ext cx="849263" cy="621826"/>
                <a:chOff x="2363531" y="448716"/>
                <a:chExt cx="163925" cy="120025"/>
              </a:xfrm>
            </p:grpSpPr>
            <p:sp>
              <p:nvSpPr>
                <p:cNvPr id="601" name="Google Shape;601;p28"/>
                <p:cNvSpPr/>
                <p:nvPr/>
              </p:nvSpPr>
              <p:spPr>
                <a:xfrm>
                  <a:off x="2363531" y="448716"/>
                  <a:ext cx="38075" cy="13125"/>
                </a:xfrm>
                <a:custGeom>
                  <a:rect b="b" l="l" r="r" t="t"/>
                  <a:pathLst>
                    <a:path extrusionOk="0" h="525" w="1523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28"/>
                <p:cNvSpPr/>
                <p:nvPr/>
              </p:nvSpPr>
              <p:spPr>
                <a:xfrm>
                  <a:off x="2368531" y="497291"/>
                  <a:ext cx="33075" cy="18950"/>
                </a:xfrm>
                <a:custGeom>
                  <a:rect b="b" l="l" r="r" t="t"/>
                  <a:pathLst>
                    <a:path extrusionOk="0" h="758" w="1323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28"/>
                <p:cNvSpPr/>
                <p:nvPr/>
              </p:nvSpPr>
              <p:spPr>
                <a:xfrm>
                  <a:off x="2464506" y="552241"/>
                  <a:ext cx="22650" cy="16500"/>
                </a:xfrm>
                <a:custGeom>
                  <a:rect b="b" l="l" r="r" t="t"/>
                  <a:pathLst>
                    <a:path extrusionOk="0" h="660" w="906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28"/>
                <p:cNvSpPr/>
                <p:nvPr/>
              </p:nvSpPr>
              <p:spPr>
                <a:xfrm>
                  <a:off x="2505706" y="478116"/>
                  <a:ext cx="21750" cy="10425"/>
                </a:xfrm>
                <a:custGeom>
                  <a:rect b="b" l="l" r="r" t="t"/>
                  <a:pathLst>
                    <a:path extrusionOk="0" h="417" w="87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5" name="Google Shape;605;p28"/>
            <p:cNvGrpSpPr/>
            <p:nvPr/>
          </p:nvGrpSpPr>
          <p:grpSpPr>
            <a:xfrm>
              <a:off x="-166003" y="7"/>
              <a:ext cx="9489289" cy="4774777"/>
              <a:chOff x="-150589" y="11357"/>
              <a:chExt cx="9489289" cy="4774777"/>
            </a:xfrm>
          </p:grpSpPr>
          <p:sp>
            <p:nvSpPr>
              <p:cNvPr id="606" name="Google Shape;606;p28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8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8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8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8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rect b="b" l="l" r="r" t="t"/>
                <a:pathLst>
                  <a:path extrusionOk="0" h="1345" w="16372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8"/>
              <p:cNvSpPr/>
              <p:nvPr/>
            </p:nvSpPr>
            <p:spPr>
              <a:xfrm flipH="1" rot="10800000">
                <a:off x="8776673" y="3014518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8"/>
              <p:cNvSpPr/>
              <p:nvPr/>
            </p:nvSpPr>
            <p:spPr>
              <a:xfrm flipH="1" rot="10800000">
                <a:off x="78005" y="2766605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8"/>
              <p:cNvSpPr/>
              <p:nvPr/>
            </p:nvSpPr>
            <p:spPr>
              <a:xfrm flipH="1" rot="10800000">
                <a:off x="8670743" y="373393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8"/>
              <p:cNvSpPr/>
              <p:nvPr/>
            </p:nvSpPr>
            <p:spPr>
              <a:xfrm flipH="1" rot="10800000">
                <a:off x="145179" y="4740334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8"/>
            <p:cNvSpPr/>
            <p:nvPr/>
          </p:nvSpPr>
          <p:spPr>
            <a:xfrm>
              <a:off x="7431676" y="1699118"/>
              <a:ext cx="3471302" cy="954615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174392" y="1358076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7" name="Google Shape;61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29"/>
          <p:cNvGrpSpPr/>
          <p:nvPr/>
        </p:nvGrpSpPr>
        <p:grpSpPr>
          <a:xfrm>
            <a:off x="-103928" y="11357"/>
            <a:ext cx="9489289" cy="5207776"/>
            <a:chOff x="-103928" y="11357"/>
            <a:chExt cx="9489289" cy="5207776"/>
          </a:xfrm>
        </p:grpSpPr>
        <p:sp>
          <p:nvSpPr>
            <p:cNvPr id="620" name="Google Shape;620;p29"/>
            <p:cNvSpPr/>
            <p:nvPr/>
          </p:nvSpPr>
          <p:spPr>
            <a:xfrm>
              <a:off x="719995" y="1952990"/>
              <a:ext cx="8399455" cy="3266143"/>
            </a:xfrm>
            <a:custGeom>
              <a:rect b="b" l="l" r="r" t="t"/>
              <a:pathLst>
                <a:path extrusionOk="0" h="68383" w="196674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0" y="578325"/>
              <a:ext cx="4229745" cy="1194049"/>
            </a:xfrm>
            <a:custGeom>
              <a:rect b="b" l="l" r="r" t="t"/>
              <a:pathLst>
                <a:path extrusionOk="0" h="32582" w="115417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2" name="Google Shape;622;p29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623" name="Google Shape;623;p29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9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9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29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29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rect b="b" l="l" r="r" t="t"/>
                <a:pathLst>
                  <a:path extrusionOk="0" h="1345" w="16372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29"/>
              <p:cNvSpPr/>
              <p:nvPr/>
            </p:nvSpPr>
            <p:spPr>
              <a:xfrm flipH="1" rot="10800000">
                <a:off x="8499548" y="4285468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29"/>
              <p:cNvSpPr/>
              <p:nvPr/>
            </p:nvSpPr>
            <p:spPr>
              <a:xfrm flipH="1" rot="10800000">
                <a:off x="78005" y="2766605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29"/>
              <p:cNvSpPr/>
              <p:nvPr/>
            </p:nvSpPr>
            <p:spPr>
              <a:xfrm flipH="1" rot="10800000">
                <a:off x="8670743" y="373393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9"/>
              <p:cNvSpPr/>
              <p:nvPr/>
            </p:nvSpPr>
            <p:spPr>
              <a:xfrm flipH="1" rot="10800000">
                <a:off x="145179" y="4740334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2" name="Google Shape;632;p29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633" name="Google Shape;633;p29"/>
              <p:cNvSpPr/>
              <p:nvPr/>
            </p:nvSpPr>
            <p:spPr>
              <a:xfrm>
                <a:off x="4141012" y="4362198"/>
                <a:ext cx="222166" cy="76196"/>
              </a:xfrm>
              <a:custGeom>
                <a:rect b="b" l="l" r="r" t="t"/>
                <a:pathLst>
                  <a:path extrusionOk="0" h="522" w="1522">
                    <a:moveTo>
                      <a:pt x="1247" y="0"/>
                    </a:moveTo>
                    <a:cubicBezTo>
                      <a:pt x="1188" y="0"/>
                      <a:pt x="1133" y="13"/>
                      <a:pt x="1069" y="26"/>
                    </a:cubicBezTo>
                    <a:cubicBezTo>
                      <a:pt x="966" y="77"/>
                      <a:pt x="863" y="156"/>
                      <a:pt x="786" y="249"/>
                    </a:cubicBezTo>
                    <a:lnTo>
                      <a:pt x="786" y="249"/>
                    </a:lnTo>
                    <a:cubicBezTo>
                      <a:pt x="643" y="110"/>
                      <a:pt x="455" y="31"/>
                      <a:pt x="261" y="31"/>
                    </a:cubicBezTo>
                    <a:cubicBezTo>
                      <a:pt x="174" y="31"/>
                      <a:pt x="86" y="47"/>
                      <a:pt x="0" y="80"/>
                    </a:cubicBezTo>
                    <a:cubicBezTo>
                      <a:pt x="38" y="73"/>
                      <a:pt x="76" y="70"/>
                      <a:pt x="113" y="70"/>
                    </a:cubicBezTo>
                    <a:cubicBezTo>
                      <a:pt x="366" y="70"/>
                      <a:pt x="612" y="224"/>
                      <a:pt x="707" y="460"/>
                    </a:cubicBezTo>
                    <a:cubicBezTo>
                      <a:pt x="725" y="497"/>
                      <a:pt x="743" y="515"/>
                      <a:pt x="761" y="515"/>
                    </a:cubicBezTo>
                    <a:cubicBezTo>
                      <a:pt x="775" y="519"/>
                      <a:pt x="788" y="521"/>
                      <a:pt x="801" y="521"/>
                    </a:cubicBezTo>
                    <a:cubicBezTo>
                      <a:pt x="840" y="521"/>
                      <a:pt x="874" y="501"/>
                      <a:pt x="888" y="460"/>
                    </a:cubicBezTo>
                    <a:cubicBezTo>
                      <a:pt x="924" y="334"/>
                      <a:pt x="1015" y="207"/>
                      <a:pt x="1123" y="116"/>
                    </a:cubicBezTo>
                    <a:cubicBezTo>
                      <a:pt x="1170" y="77"/>
                      <a:pt x="1231" y="58"/>
                      <a:pt x="1293" y="58"/>
                    </a:cubicBezTo>
                    <a:cubicBezTo>
                      <a:pt x="1375" y="58"/>
                      <a:pt x="1460" y="91"/>
                      <a:pt x="1522" y="153"/>
                    </a:cubicBezTo>
                    <a:cubicBezTo>
                      <a:pt x="1467" y="80"/>
                      <a:pt x="1413" y="26"/>
                      <a:pt x="1322" y="8"/>
                    </a:cubicBezTo>
                    <a:cubicBezTo>
                      <a:pt x="1296" y="2"/>
                      <a:pt x="1271" y="0"/>
                      <a:pt x="1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9"/>
              <p:cNvSpPr/>
              <p:nvPr/>
            </p:nvSpPr>
            <p:spPr>
              <a:xfrm>
                <a:off x="4871050" y="4613203"/>
                <a:ext cx="187863" cy="112397"/>
              </a:xfrm>
              <a:custGeom>
                <a:rect b="b" l="l" r="r" t="t"/>
                <a:pathLst>
                  <a:path extrusionOk="0" h="770" w="1287">
                    <a:moveTo>
                      <a:pt x="1" y="0"/>
                    </a:moveTo>
                    <a:cubicBezTo>
                      <a:pt x="273" y="73"/>
                      <a:pt x="454" y="344"/>
                      <a:pt x="417" y="634"/>
                    </a:cubicBezTo>
                    <a:cubicBezTo>
                      <a:pt x="417" y="670"/>
                      <a:pt x="417" y="706"/>
                      <a:pt x="454" y="743"/>
                    </a:cubicBezTo>
                    <a:cubicBezTo>
                      <a:pt x="481" y="761"/>
                      <a:pt x="512" y="770"/>
                      <a:pt x="542" y="770"/>
                    </a:cubicBezTo>
                    <a:cubicBezTo>
                      <a:pt x="571" y="770"/>
                      <a:pt x="598" y="761"/>
                      <a:pt x="617" y="743"/>
                    </a:cubicBezTo>
                    <a:cubicBezTo>
                      <a:pt x="707" y="634"/>
                      <a:pt x="834" y="562"/>
                      <a:pt x="961" y="525"/>
                    </a:cubicBezTo>
                    <a:cubicBezTo>
                      <a:pt x="975" y="524"/>
                      <a:pt x="990" y="523"/>
                      <a:pt x="1004" y="523"/>
                    </a:cubicBezTo>
                    <a:cubicBezTo>
                      <a:pt x="1130" y="523"/>
                      <a:pt x="1238" y="594"/>
                      <a:pt x="1287" y="725"/>
                    </a:cubicBezTo>
                    <a:cubicBezTo>
                      <a:pt x="1287" y="634"/>
                      <a:pt x="1250" y="562"/>
                      <a:pt x="1196" y="507"/>
                    </a:cubicBezTo>
                    <a:cubicBezTo>
                      <a:pt x="1124" y="453"/>
                      <a:pt x="1051" y="417"/>
                      <a:pt x="961" y="399"/>
                    </a:cubicBezTo>
                    <a:cubicBezTo>
                      <a:pt x="841" y="399"/>
                      <a:pt x="730" y="414"/>
                      <a:pt x="626" y="451"/>
                    </a:cubicBezTo>
                    <a:lnTo>
                      <a:pt x="626" y="451"/>
                    </a:lnTo>
                    <a:cubicBezTo>
                      <a:pt x="525" y="198"/>
                      <a:pt x="281" y="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9"/>
              <p:cNvSpPr/>
              <p:nvPr/>
            </p:nvSpPr>
            <p:spPr>
              <a:xfrm>
                <a:off x="4667567" y="4869527"/>
                <a:ext cx="179835" cy="78532"/>
              </a:xfrm>
              <a:custGeom>
                <a:rect b="b" l="l" r="r" t="t"/>
                <a:pathLst>
                  <a:path extrusionOk="0" h="538" w="1232">
                    <a:moveTo>
                      <a:pt x="158" y="0"/>
                    </a:moveTo>
                    <a:cubicBezTo>
                      <a:pt x="106" y="0"/>
                      <a:pt x="53" y="7"/>
                      <a:pt x="0" y="19"/>
                    </a:cubicBezTo>
                    <a:cubicBezTo>
                      <a:pt x="254" y="91"/>
                      <a:pt x="453" y="254"/>
                      <a:pt x="580" y="490"/>
                    </a:cubicBezTo>
                    <a:cubicBezTo>
                      <a:pt x="580" y="490"/>
                      <a:pt x="580" y="508"/>
                      <a:pt x="598" y="526"/>
                    </a:cubicBezTo>
                    <a:cubicBezTo>
                      <a:pt x="613" y="534"/>
                      <a:pt x="631" y="538"/>
                      <a:pt x="650" y="538"/>
                    </a:cubicBezTo>
                    <a:cubicBezTo>
                      <a:pt x="676" y="538"/>
                      <a:pt x="704" y="529"/>
                      <a:pt x="725" y="508"/>
                    </a:cubicBezTo>
                    <a:cubicBezTo>
                      <a:pt x="797" y="417"/>
                      <a:pt x="870" y="345"/>
                      <a:pt x="942" y="272"/>
                    </a:cubicBezTo>
                    <a:cubicBezTo>
                      <a:pt x="1015" y="182"/>
                      <a:pt x="1123" y="146"/>
                      <a:pt x="1232" y="146"/>
                    </a:cubicBezTo>
                    <a:cubicBezTo>
                      <a:pt x="1178" y="110"/>
                      <a:pt x="1114" y="91"/>
                      <a:pt x="1051" y="91"/>
                    </a:cubicBezTo>
                    <a:cubicBezTo>
                      <a:pt x="987" y="91"/>
                      <a:pt x="924" y="110"/>
                      <a:pt x="870" y="146"/>
                    </a:cubicBezTo>
                    <a:cubicBezTo>
                      <a:pt x="803" y="179"/>
                      <a:pt x="736" y="219"/>
                      <a:pt x="678" y="266"/>
                    </a:cubicBezTo>
                    <a:lnTo>
                      <a:pt x="678" y="266"/>
                    </a:lnTo>
                    <a:cubicBezTo>
                      <a:pt x="558" y="97"/>
                      <a:pt x="365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29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rect b="b" l="l" r="r" t="t"/>
                <a:pathLst>
                  <a:path extrusionOk="0" h="401" w="635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29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rect b="b" l="l" r="r" t="t"/>
                <a:pathLst>
                  <a:path extrusionOk="0" h="431" w="87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8" name="Google Shape;638;p29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639" name="Google Shape;639;p29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rect b="b" l="l" r="r" t="t"/>
                  <a:pathLst>
                    <a:path extrusionOk="0" h="525" w="1523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29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rect b="b" l="l" r="r" t="t"/>
                  <a:pathLst>
                    <a:path extrusionOk="0" h="758" w="1323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29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rect b="b" l="l" r="r" t="t"/>
                  <a:pathLst>
                    <a:path extrusionOk="0" h="660" w="906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29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rect b="b" l="l" r="r" t="t"/>
                  <a:pathLst>
                    <a:path extrusionOk="0" h="417" w="87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43" name="Google Shape;643;p29"/>
            <p:cNvSpPr/>
            <p:nvPr/>
          </p:nvSpPr>
          <p:spPr>
            <a:xfrm>
              <a:off x="6109217" y="440555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5" name="Google Shape;645;p29"/>
          <p:cNvSpPr txBox="1"/>
          <p:nvPr>
            <p:ph idx="1" type="subTitle"/>
          </p:nvPr>
        </p:nvSpPr>
        <p:spPr>
          <a:xfrm>
            <a:off x="720000" y="1411950"/>
            <a:ext cx="7704000" cy="28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_1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30"/>
          <p:cNvGrpSpPr/>
          <p:nvPr/>
        </p:nvGrpSpPr>
        <p:grpSpPr>
          <a:xfrm flipH="1">
            <a:off x="-103928" y="11357"/>
            <a:ext cx="9489289" cy="5207776"/>
            <a:chOff x="-103928" y="11357"/>
            <a:chExt cx="9489289" cy="5207776"/>
          </a:xfrm>
        </p:grpSpPr>
        <p:sp>
          <p:nvSpPr>
            <p:cNvPr id="648" name="Google Shape;648;p30"/>
            <p:cNvSpPr/>
            <p:nvPr/>
          </p:nvSpPr>
          <p:spPr>
            <a:xfrm>
              <a:off x="719995" y="1952990"/>
              <a:ext cx="8399455" cy="3266143"/>
            </a:xfrm>
            <a:custGeom>
              <a:rect b="b" l="l" r="r" t="t"/>
              <a:pathLst>
                <a:path extrusionOk="0" h="68383" w="196674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0" y="578325"/>
              <a:ext cx="4229745" cy="1194049"/>
            </a:xfrm>
            <a:custGeom>
              <a:rect b="b" l="l" r="r" t="t"/>
              <a:pathLst>
                <a:path extrusionOk="0" h="32582" w="115417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0" name="Google Shape;650;p30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651" name="Google Shape;651;p30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0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0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0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30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rect b="b" l="l" r="r" t="t"/>
                <a:pathLst>
                  <a:path extrusionOk="0" h="1345" w="16372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30"/>
              <p:cNvSpPr/>
              <p:nvPr/>
            </p:nvSpPr>
            <p:spPr>
              <a:xfrm flipH="1" rot="10800000">
                <a:off x="8499548" y="4285468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0"/>
              <p:cNvSpPr/>
              <p:nvPr/>
            </p:nvSpPr>
            <p:spPr>
              <a:xfrm flipH="1" rot="10800000">
                <a:off x="78005" y="2766605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0"/>
              <p:cNvSpPr/>
              <p:nvPr/>
            </p:nvSpPr>
            <p:spPr>
              <a:xfrm flipH="1" rot="10800000">
                <a:off x="8670743" y="373393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0"/>
              <p:cNvSpPr/>
              <p:nvPr/>
            </p:nvSpPr>
            <p:spPr>
              <a:xfrm flipH="1" rot="10800000">
                <a:off x="145179" y="4740334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0" name="Google Shape;660;p30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661" name="Google Shape;661;p30"/>
              <p:cNvSpPr/>
              <p:nvPr/>
            </p:nvSpPr>
            <p:spPr>
              <a:xfrm>
                <a:off x="4141012" y="4362198"/>
                <a:ext cx="222166" cy="76196"/>
              </a:xfrm>
              <a:custGeom>
                <a:rect b="b" l="l" r="r" t="t"/>
                <a:pathLst>
                  <a:path extrusionOk="0" h="522" w="1522">
                    <a:moveTo>
                      <a:pt x="1247" y="0"/>
                    </a:moveTo>
                    <a:cubicBezTo>
                      <a:pt x="1188" y="0"/>
                      <a:pt x="1133" y="13"/>
                      <a:pt x="1069" y="26"/>
                    </a:cubicBezTo>
                    <a:cubicBezTo>
                      <a:pt x="966" y="77"/>
                      <a:pt x="863" y="156"/>
                      <a:pt x="786" y="249"/>
                    </a:cubicBezTo>
                    <a:lnTo>
                      <a:pt x="786" y="249"/>
                    </a:lnTo>
                    <a:cubicBezTo>
                      <a:pt x="643" y="110"/>
                      <a:pt x="455" y="31"/>
                      <a:pt x="261" y="31"/>
                    </a:cubicBezTo>
                    <a:cubicBezTo>
                      <a:pt x="174" y="31"/>
                      <a:pt x="86" y="47"/>
                      <a:pt x="0" y="80"/>
                    </a:cubicBezTo>
                    <a:cubicBezTo>
                      <a:pt x="38" y="73"/>
                      <a:pt x="76" y="70"/>
                      <a:pt x="113" y="70"/>
                    </a:cubicBezTo>
                    <a:cubicBezTo>
                      <a:pt x="366" y="70"/>
                      <a:pt x="612" y="224"/>
                      <a:pt x="707" y="460"/>
                    </a:cubicBezTo>
                    <a:cubicBezTo>
                      <a:pt x="725" y="497"/>
                      <a:pt x="743" y="515"/>
                      <a:pt x="761" y="515"/>
                    </a:cubicBezTo>
                    <a:cubicBezTo>
                      <a:pt x="775" y="519"/>
                      <a:pt x="788" y="521"/>
                      <a:pt x="801" y="521"/>
                    </a:cubicBezTo>
                    <a:cubicBezTo>
                      <a:pt x="840" y="521"/>
                      <a:pt x="874" y="501"/>
                      <a:pt x="888" y="460"/>
                    </a:cubicBezTo>
                    <a:cubicBezTo>
                      <a:pt x="924" y="334"/>
                      <a:pt x="1015" y="207"/>
                      <a:pt x="1123" y="116"/>
                    </a:cubicBezTo>
                    <a:cubicBezTo>
                      <a:pt x="1170" y="77"/>
                      <a:pt x="1231" y="58"/>
                      <a:pt x="1293" y="58"/>
                    </a:cubicBezTo>
                    <a:cubicBezTo>
                      <a:pt x="1375" y="58"/>
                      <a:pt x="1460" y="91"/>
                      <a:pt x="1522" y="153"/>
                    </a:cubicBezTo>
                    <a:cubicBezTo>
                      <a:pt x="1467" y="80"/>
                      <a:pt x="1413" y="26"/>
                      <a:pt x="1322" y="8"/>
                    </a:cubicBezTo>
                    <a:cubicBezTo>
                      <a:pt x="1296" y="2"/>
                      <a:pt x="1271" y="0"/>
                      <a:pt x="1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30"/>
              <p:cNvSpPr/>
              <p:nvPr/>
            </p:nvSpPr>
            <p:spPr>
              <a:xfrm>
                <a:off x="4871050" y="4613203"/>
                <a:ext cx="187863" cy="112397"/>
              </a:xfrm>
              <a:custGeom>
                <a:rect b="b" l="l" r="r" t="t"/>
                <a:pathLst>
                  <a:path extrusionOk="0" h="770" w="1287">
                    <a:moveTo>
                      <a:pt x="1" y="0"/>
                    </a:moveTo>
                    <a:cubicBezTo>
                      <a:pt x="273" y="73"/>
                      <a:pt x="454" y="344"/>
                      <a:pt x="417" y="634"/>
                    </a:cubicBezTo>
                    <a:cubicBezTo>
                      <a:pt x="417" y="670"/>
                      <a:pt x="417" y="706"/>
                      <a:pt x="454" y="743"/>
                    </a:cubicBezTo>
                    <a:cubicBezTo>
                      <a:pt x="481" y="761"/>
                      <a:pt x="512" y="770"/>
                      <a:pt x="542" y="770"/>
                    </a:cubicBezTo>
                    <a:cubicBezTo>
                      <a:pt x="571" y="770"/>
                      <a:pt x="598" y="761"/>
                      <a:pt x="617" y="743"/>
                    </a:cubicBezTo>
                    <a:cubicBezTo>
                      <a:pt x="707" y="634"/>
                      <a:pt x="834" y="562"/>
                      <a:pt x="961" y="525"/>
                    </a:cubicBezTo>
                    <a:cubicBezTo>
                      <a:pt x="975" y="524"/>
                      <a:pt x="990" y="523"/>
                      <a:pt x="1004" y="523"/>
                    </a:cubicBezTo>
                    <a:cubicBezTo>
                      <a:pt x="1130" y="523"/>
                      <a:pt x="1238" y="594"/>
                      <a:pt x="1287" y="725"/>
                    </a:cubicBezTo>
                    <a:cubicBezTo>
                      <a:pt x="1287" y="634"/>
                      <a:pt x="1250" y="562"/>
                      <a:pt x="1196" y="507"/>
                    </a:cubicBezTo>
                    <a:cubicBezTo>
                      <a:pt x="1124" y="453"/>
                      <a:pt x="1051" y="417"/>
                      <a:pt x="961" y="399"/>
                    </a:cubicBezTo>
                    <a:cubicBezTo>
                      <a:pt x="841" y="399"/>
                      <a:pt x="730" y="414"/>
                      <a:pt x="626" y="451"/>
                    </a:cubicBezTo>
                    <a:lnTo>
                      <a:pt x="626" y="451"/>
                    </a:lnTo>
                    <a:cubicBezTo>
                      <a:pt x="525" y="198"/>
                      <a:pt x="281" y="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0"/>
              <p:cNvSpPr/>
              <p:nvPr/>
            </p:nvSpPr>
            <p:spPr>
              <a:xfrm>
                <a:off x="4667567" y="4869527"/>
                <a:ext cx="179835" cy="78532"/>
              </a:xfrm>
              <a:custGeom>
                <a:rect b="b" l="l" r="r" t="t"/>
                <a:pathLst>
                  <a:path extrusionOk="0" h="538" w="1232">
                    <a:moveTo>
                      <a:pt x="158" y="0"/>
                    </a:moveTo>
                    <a:cubicBezTo>
                      <a:pt x="106" y="0"/>
                      <a:pt x="53" y="7"/>
                      <a:pt x="0" y="19"/>
                    </a:cubicBezTo>
                    <a:cubicBezTo>
                      <a:pt x="254" y="91"/>
                      <a:pt x="453" y="254"/>
                      <a:pt x="580" y="490"/>
                    </a:cubicBezTo>
                    <a:cubicBezTo>
                      <a:pt x="580" y="490"/>
                      <a:pt x="580" y="508"/>
                      <a:pt x="598" y="526"/>
                    </a:cubicBezTo>
                    <a:cubicBezTo>
                      <a:pt x="613" y="534"/>
                      <a:pt x="631" y="538"/>
                      <a:pt x="650" y="538"/>
                    </a:cubicBezTo>
                    <a:cubicBezTo>
                      <a:pt x="676" y="538"/>
                      <a:pt x="704" y="529"/>
                      <a:pt x="725" y="508"/>
                    </a:cubicBezTo>
                    <a:cubicBezTo>
                      <a:pt x="797" y="417"/>
                      <a:pt x="870" y="345"/>
                      <a:pt x="942" y="272"/>
                    </a:cubicBezTo>
                    <a:cubicBezTo>
                      <a:pt x="1015" y="182"/>
                      <a:pt x="1123" y="146"/>
                      <a:pt x="1232" y="146"/>
                    </a:cubicBezTo>
                    <a:cubicBezTo>
                      <a:pt x="1178" y="110"/>
                      <a:pt x="1114" y="91"/>
                      <a:pt x="1051" y="91"/>
                    </a:cubicBezTo>
                    <a:cubicBezTo>
                      <a:pt x="987" y="91"/>
                      <a:pt x="924" y="110"/>
                      <a:pt x="870" y="146"/>
                    </a:cubicBezTo>
                    <a:cubicBezTo>
                      <a:pt x="803" y="179"/>
                      <a:pt x="736" y="219"/>
                      <a:pt x="678" y="266"/>
                    </a:cubicBezTo>
                    <a:lnTo>
                      <a:pt x="678" y="266"/>
                    </a:lnTo>
                    <a:cubicBezTo>
                      <a:pt x="558" y="97"/>
                      <a:pt x="365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0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rect b="b" l="l" r="r" t="t"/>
                <a:pathLst>
                  <a:path extrusionOk="0" h="401" w="635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0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rect b="b" l="l" r="r" t="t"/>
                <a:pathLst>
                  <a:path extrusionOk="0" h="431" w="87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6" name="Google Shape;666;p30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667" name="Google Shape;667;p30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rect b="b" l="l" r="r" t="t"/>
                  <a:pathLst>
                    <a:path extrusionOk="0" h="525" w="1523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30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rect b="b" l="l" r="r" t="t"/>
                  <a:pathLst>
                    <a:path extrusionOk="0" h="758" w="1323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30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rect b="b" l="l" r="r" t="t"/>
                  <a:pathLst>
                    <a:path extrusionOk="0" h="660" w="906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30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rect b="b" l="l" r="r" t="t"/>
                  <a:pathLst>
                    <a:path extrusionOk="0" h="417" w="87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71" name="Google Shape;671;p30"/>
            <p:cNvSpPr/>
            <p:nvPr/>
          </p:nvSpPr>
          <p:spPr>
            <a:xfrm>
              <a:off x="6109217" y="440555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2" name="Google Shape;67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3" name="Google Shape;673;p30"/>
          <p:cNvSpPr txBox="1"/>
          <p:nvPr>
            <p:ph idx="1" type="subTitle"/>
          </p:nvPr>
        </p:nvSpPr>
        <p:spPr>
          <a:xfrm>
            <a:off x="713225" y="1551525"/>
            <a:ext cx="4053000" cy="30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4" name="Google Shape;674;p30"/>
          <p:cNvSpPr txBox="1"/>
          <p:nvPr>
            <p:ph idx="2" type="subTitle"/>
          </p:nvPr>
        </p:nvSpPr>
        <p:spPr>
          <a:xfrm>
            <a:off x="5000800" y="1551525"/>
            <a:ext cx="3430200" cy="30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ONE_COLUMN_TEXT_1_1_1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/>
          <p:nvPr/>
        </p:nvSpPr>
        <p:spPr>
          <a:xfrm>
            <a:off x="42521" y="1440026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31"/>
          <p:cNvSpPr txBox="1"/>
          <p:nvPr>
            <p:ph idx="1" type="subTitle"/>
          </p:nvPr>
        </p:nvSpPr>
        <p:spPr>
          <a:xfrm>
            <a:off x="993938" y="2448088"/>
            <a:ext cx="31863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9" name="Google Shape;679;p31"/>
          <p:cNvSpPr txBox="1"/>
          <p:nvPr>
            <p:ph idx="2" type="subTitle"/>
          </p:nvPr>
        </p:nvSpPr>
        <p:spPr>
          <a:xfrm>
            <a:off x="993975" y="2846188"/>
            <a:ext cx="31863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31"/>
          <p:cNvSpPr txBox="1"/>
          <p:nvPr>
            <p:ph idx="3" type="subTitle"/>
          </p:nvPr>
        </p:nvSpPr>
        <p:spPr>
          <a:xfrm>
            <a:off x="4979713" y="2448088"/>
            <a:ext cx="31863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1" name="Google Shape;681;p31"/>
          <p:cNvSpPr txBox="1"/>
          <p:nvPr>
            <p:ph idx="4" type="subTitle"/>
          </p:nvPr>
        </p:nvSpPr>
        <p:spPr>
          <a:xfrm>
            <a:off x="4979750" y="2846188"/>
            <a:ext cx="31863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ONE_COLUMN_TEXT_1_1_1_1_2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2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32"/>
          <p:cNvSpPr txBox="1"/>
          <p:nvPr>
            <p:ph idx="1" type="subTitle"/>
          </p:nvPr>
        </p:nvSpPr>
        <p:spPr>
          <a:xfrm>
            <a:off x="2102948" y="1504836"/>
            <a:ext cx="25311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6" name="Google Shape;686;p32"/>
          <p:cNvSpPr txBox="1"/>
          <p:nvPr>
            <p:ph idx="2" type="subTitle"/>
          </p:nvPr>
        </p:nvSpPr>
        <p:spPr>
          <a:xfrm>
            <a:off x="2102975" y="1902936"/>
            <a:ext cx="253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32"/>
          <p:cNvSpPr txBox="1"/>
          <p:nvPr>
            <p:ph idx="3" type="subTitle"/>
          </p:nvPr>
        </p:nvSpPr>
        <p:spPr>
          <a:xfrm>
            <a:off x="2102957" y="3257701"/>
            <a:ext cx="25311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8" name="Google Shape;688;p32"/>
          <p:cNvSpPr txBox="1"/>
          <p:nvPr>
            <p:ph idx="4" type="subTitle"/>
          </p:nvPr>
        </p:nvSpPr>
        <p:spPr>
          <a:xfrm>
            <a:off x="2102975" y="3655799"/>
            <a:ext cx="253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9" name="Google Shape;689;p32"/>
          <p:cNvSpPr/>
          <p:nvPr/>
        </p:nvSpPr>
        <p:spPr>
          <a:xfrm>
            <a:off x="0" y="19747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0" name="Google Shape;690;p32"/>
          <p:cNvGrpSpPr/>
          <p:nvPr/>
        </p:nvGrpSpPr>
        <p:grpSpPr>
          <a:xfrm flipH="1">
            <a:off x="-103928" y="157330"/>
            <a:ext cx="9489289" cy="4173939"/>
            <a:chOff x="-150589" y="157330"/>
            <a:chExt cx="9489289" cy="4173939"/>
          </a:xfrm>
        </p:grpSpPr>
        <p:sp>
          <p:nvSpPr>
            <p:cNvPr id="691" name="Google Shape;691;p32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2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-63228" y="1633053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2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2"/>
            <p:cNvSpPr/>
            <p:nvPr/>
          </p:nvSpPr>
          <p:spPr>
            <a:xfrm flipH="1" rot="10800000">
              <a:off x="8108680" y="157330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2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32"/>
          <p:cNvSpPr/>
          <p:nvPr/>
        </p:nvSpPr>
        <p:spPr>
          <a:xfrm>
            <a:off x="587551" y="4839179"/>
            <a:ext cx="92691" cy="58534"/>
          </a:xfrm>
          <a:custGeom>
            <a:rect b="b" l="l" r="r" t="t"/>
            <a:pathLst>
              <a:path extrusionOk="0" h="401" w="635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_1_1_1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Google Shape;700;p33"/>
          <p:cNvGrpSpPr/>
          <p:nvPr/>
        </p:nvGrpSpPr>
        <p:grpSpPr>
          <a:xfrm>
            <a:off x="-103928" y="11357"/>
            <a:ext cx="9489289" cy="5132136"/>
            <a:chOff x="-103928" y="11357"/>
            <a:chExt cx="9489289" cy="5132136"/>
          </a:xfrm>
        </p:grpSpPr>
        <p:sp>
          <p:nvSpPr>
            <p:cNvPr id="701" name="Google Shape;701;p33"/>
            <p:cNvSpPr/>
            <p:nvPr/>
          </p:nvSpPr>
          <p:spPr>
            <a:xfrm>
              <a:off x="719995" y="1877350"/>
              <a:ext cx="8399455" cy="3266143"/>
            </a:xfrm>
            <a:custGeom>
              <a:rect b="b" l="l" r="r" t="t"/>
              <a:pathLst>
                <a:path extrusionOk="0" h="68383" w="196674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0" y="578325"/>
              <a:ext cx="4229745" cy="1194049"/>
            </a:xfrm>
            <a:custGeom>
              <a:rect b="b" l="l" r="r" t="t"/>
              <a:pathLst>
                <a:path extrusionOk="0" h="32582" w="115417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3" name="Google Shape;703;p33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704" name="Google Shape;704;p33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rect b="b" l="l" r="r" t="t"/>
                <a:pathLst>
                  <a:path extrusionOk="0" h="1345" w="16372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 flipH="1" rot="10800000">
                <a:off x="8499548" y="4285468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 flipH="1" rot="10800000">
                <a:off x="78005" y="2766605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 flipH="1" rot="10800000">
                <a:off x="8670743" y="373393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 flipH="1" rot="10800000">
                <a:off x="145179" y="4740334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3" name="Google Shape;713;p33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714" name="Google Shape;714;p33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rect b="b" l="l" r="r" t="t"/>
                <a:pathLst>
                  <a:path extrusionOk="0" h="401" w="635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rect b="b" l="l" r="r" t="t"/>
                <a:pathLst>
                  <a:path extrusionOk="0" h="431" w="87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6" name="Google Shape;716;p33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717" name="Google Shape;717;p33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rect b="b" l="l" r="r" t="t"/>
                  <a:pathLst>
                    <a:path extrusionOk="0" h="525" w="1523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33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rect b="b" l="l" r="r" t="t"/>
                  <a:pathLst>
                    <a:path extrusionOk="0" h="758" w="1323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33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rect b="b" l="l" r="r" t="t"/>
                  <a:pathLst>
                    <a:path extrusionOk="0" h="660" w="906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33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rect b="b" l="l" r="r" t="t"/>
                  <a:pathLst>
                    <a:path extrusionOk="0" h="417" w="87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21" name="Google Shape;721;p33"/>
            <p:cNvSpPr/>
            <p:nvPr/>
          </p:nvSpPr>
          <p:spPr>
            <a:xfrm>
              <a:off x="6109217" y="440555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2" name="Google Shape;72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3" name="Google Shape;723;p33"/>
          <p:cNvSpPr txBox="1"/>
          <p:nvPr>
            <p:ph idx="1" type="subTitle"/>
          </p:nvPr>
        </p:nvSpPr>
        <p:spPr>
          <a:xfrm>
            <a:off x="713225" y="1009705"/>
            <a:ext cx="7717500" cy="32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omine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1_1_1_1_1_1_1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4"/>
          <p:cNvSpPr/>
          <p:nvPr/>
        </p:nvSpPr>
        <p:spPr>
          <a:xfrm flipH="1">
            <a:off x="5659949" y="471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4"/>
          <p:cNvSpPr/>
          <p:nvPr/>
        </p:nvSpPr>
        <p:spPr>
          <a:xfrm>
            <a:off x="0" y="3596038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4"/>
          <p:cNvSpPr/>
          <p:nvPr/>
        </p:nvSpPr>
        <p:spPr>
          <a:xfrm>
            <a:off x="226716" y="782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4"/>
          <p:cNvSpPr/>
          <p:nvPr/>
        </p:nvSpPr>
        <p:spPr>
          <a:xfrm>
            <a:off x="6695126" y="439566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4"/>
          <p:cNvSpPr/>
          <p:nvPr/>
        </p:nvSpPr>
        <p:spPr>
          <a:xfrm>
            <a:off x="8502066" y="62947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4"/>
          <p:cNvSpPr/>
          <p:nvPr/>
        </p:nvSpPr>
        <p:spPr>
          <a:xfrm>
            <a:off x="8769373" y="416999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4"/>
          <p:cNvSpPr/>
          <p:nvPr/>
        </p:nvSpPr>
        <p:spPr>
          <a:xfrm>
            <a:off x="8769386" y="111629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4"/>
          <p:cNvSpPr/>
          <p:nvPr/>
        </p:nvSpPr>
        <p:spPr>
          <a:xfrm>
            <a:off x="-68203" y="210082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4"/>
          <p:cNvSpPr/>
          <p:nvPr/>
        </p:nvSpPr>
        <p:spPr>
          <a:xfrm>
            <a:off x="-126741" y="3944203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34"/>
          <p:cNvGrpSpPr/>
          <p:nvPr/>
        </p:nvGrpSpPr>
        <p:grpSpPr>
          <a:xfrm>
            <a:off x="7861963" y="782460"/>
            <a:ext cx="562048" cy="286230"/>
            <a:chOff x="2997351" y="1193725"/>
            <a:chExt cx="413545" cy="210602"/>
          </a:xfrm>
        </p:grpSpPr>
        <p:sp>
          <p:nvSpPr>
            <p:cNvPr id="735" name="Google Shape;735;p34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4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34"/>
          <p:cNvGrpSpPr/>
          <p:nvPr/>
        </p:nvGrpSpPr>
        <p:grpSpPr>
          <a:xfrm flipH="1">
            <a:off x="713223" y="4283600"/>
            <a:ext cx="1962079" cy="422738"/>
            <a:chOff x="7847880" y="4122175"/>
            <a:chExt cx="1962079" cy="422738"/>
          </a:xfrm>
        </p:grpSpPr>
        <p:sp>
          <p:nvSpPr>
            <p:cNvPr id="738" name="Google Shape;738;p34"/>
            <p:cNvSpPr/>
            <p:nvPr/>
          </p:nvSpPr>
          <p:spPr>
            <a:xfrm>
              <a:off x="7847880" y="4459701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4"/>
            <p:cNvSpPr/>
            <p:nvPr/>
          </p:nvSpPr>
          <p:spPr>
            <a:xfrm>
              <a:off x="9586138" y="4457681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4"/>
            <p:cNvSpPr/>
            <p:nvPr/>
          </p:nvSpPr>
          <p:spPr>
            <a:xfrm>
              <a:off x="8836038" y="4122175"/>
              <a:ext cx="185099" cy="88934"/>
            </a:xfrm>
            <a:custGeom>
              <a:rect b="b" l="l" r="r" t="t"/>
              <a:pathLst>
                <a:path extrusionOk="0" h="418" w="87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1" name="Google Shape;741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34"/>
          <p:cNvSpPr txBox="1"/>
          <p:nvPr>
            <p:ph idx="1" type="subTitle"/>
          </p:nvPr>
        </p:nvSpPr>
        <p:spPr>
          <a:xfrm>
            <a:off x="713225" y="2243125"/>
            <a:ext cx="3217500" cy="148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omine"/>
              <a:buAutoNum type="arabicPeriod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5"/>
          <p:cNvSpPr/>
          <p:nvPr/>
        </p:nvSpPr>
        <p:spPr>
          <a:xfrm>
            <a:off x="3111276" y="3974443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5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6" name="Google Shape;746;p35"/>
          <p:cNvGrpSpPr/>
          <p:nvPr/>
        </p:nvGrpSpPr>
        <p:grpSpPr>
          <a:xfrm>
            <a:off x="174405" y="249131"/>
            <a:ext cx="8532152" cy="4699840"/>
            <a:chOff x="174405" y="249131"/>
            <a:chExt cx="8532152" cy="4699840"/>
          </a:xfrm>
        </p:grpSpPr>
        <p:sp>
          <p:nvSpPr>
            <p:cNvPr id="747" name="Google Shape;747;p35"/>
            <p:cNvSpPr/>
            <p:nvPr/>
          </p:nvSpPr>
          <p:spPr>
            <a:xfrm>
              <a:off x="8555624" y="4828998"/>
              <a:ext cx="150933" cy="56490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5"/>
            <p:cNvSpPr/>
            <p:nvPr/>
          </p:nvSpPr>
          <p:spPr>
            <a:xfrm>
              <a:off x="7432500" y="4320073"/>
              <a:ext cx="222166" cy="76196"/>
            </a:xfrm>
            <a:custGeom>
              <a:rect b="b" l="l" r="r" t="t"/>
              <a:pathLst>
                <a:path extrusionOk="0" h="522" w="1522">
                  <a:moveTo>
                    <a:pt x="1247" y="0"/>
                  </a:moveTo>
                  <a:cubicBezTo>
                    <a:pt x="1188" y="0"/>
                    <a:pt x="1133" y="13"/>
                    <a:pt x="1069" y="26"/>
                  </a:cubicBezTo>
                  <a:cubicBezTo>
                    <a:pt x="966" y="77"/>
                    <a:pt x="863" y="156"/>
                    <a:pt x="786" y="249"/>
                  </a:cubicBezTo>
                  <a:lnTo>
                    <a:pt x="786" y="249"/>
                  </a:lnTo>
                  <a:cubicBezTo>
                    <a:pt x="643" y="110"/>
                    <a:pt x="455" y="31"/>
                    <a:pt x="261" y="31"/>
                  </a:cubicBezTo>
                  <a:cubicBezTo>
                    <a:pt x="174" y="31"/>
                    <a:pt x="86" y="47"/>
                    <a:pt x="0" y="80"/>
                  </a:cubicBezTo>
                  <a:cubicBezTo>
                    <a:pt x="38" y="73"/>
                    <a:pt x="76" y="70"/>
                    <a:pt x="113" y="70"/>
                  </a:cubicBezTo>
                  <a:cubicBezTo>
                    <a:pt x="366" y="70"/>
                    <a:pt x="612" y="224"/>
                    <a:pt x="707" y="460"/>
                  </a:cubicBezTo>
                  <a:cubicBezTo>
                    <a:pt x="725" y="497"/>
                    <a:pt x="743" y="515"/>
                    <a:pt x="761" y="515"/>
                  </a:cubicBezTo>
                  <a:cubicBezTo>
                    <a:pt x="775" y="519"/>
                    <a:pt x="788" y="521"/>
                    <a:pt x="801" y="521"/>
                  </a:cubicBezTo>
                  <a:cubicBezTo>
                    <a:pt x="840" y="521"/>
                    <a:pt x="874" y="501"/>
                    <a:pt x="888" y="460"/>
                  </a:cubicBezTo>
                  <a:cubicBezTo>
                    <a:pt x="924" y="334"/>
                    <a:pt x="1015" y="207"/>
                    <a:pt x="1123" y="116"/>
                  </a:cubicBezTo>
                  <a:cubicBezTo>
                    <a:pt x="1170" y="77"/>
                    <a:pt x="1231" y="58"/>
                    <a:pt x="1293" y="58"/>
                  </a:cubicBezTo>
                  <a:cubicBezTo>
                    <a:pt x="1375" y="58"/>
                    <a:pt x="1460" y="91"/>
                    <a:pt x="1522" y="153"/>
                  </a:cubicBezTo>
                  <a:cubicBezTo>
                    <a:pt x="1467" y="80"/>
                    <a:pt x="1413" y="26"/>
                    <a:pt x="1322" y="8"/>
                  </a:cubicBezTo>
                  <a:cubicBezTo>
                    <a:pt x="1296" y="2"/>
                    <a:pt x="1271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5"/>
            <p:cNvSpPr/>
            <p:nvPr/>
          </p:nvSpPr>
          <p:spPr>
            <a:xfrm>
              <a:off x="8162538" y="4342478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5"/>
            <p:cNvSpPr/>
            <p:nvPr/>
          </p:nvSpPr>
          <p:spPr>
            <a:xfrm>
              <a:off x="7959055" y="4598802"/>
              <a:ext cx="179835" cy="78532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5"/>
            <p:cNvSpPr/>
            <p:nvPr/>
          </p:nvSpPr>
          <p:spPr>
            <a:xfrm>
              <a:off x="174405" y="455626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5"/>
            <p:cNvSpPr/>
            <p:nvPr/>
          </p:nvSpPr>
          <p:spPr>
            <a:xfrm>
              <a:off x="396338" y="249131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3" name="Google Shape;753;p35"/>
            <p:cNvGrpSpPr/>
            <p:nvPr/>
          </p:nvGrpSpPr>
          <p:grpSpPr>
            <a:xfrm>
              <a:off x="288590" y="4327146"/>
              <a:ext cx="849263" cy="621826"/>
              <a:chOff x="873887" y="1204246"/>
              <a:chExt cx="163925" cy="120025"/>
            </a:xfrm>
          </p:grpSpPr>
          <p:sp>
            <p:nvSpPr>
              <p:cNvPr id="754" name="Google Shape;754;p35"/>
              <p:cNvSpPr/>
              <p:nvPr/>
            </p:nvSpPr>
            <p:spPr>
              <a:xfrm>
                <a:off x="873887" y="1204246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5"/>
              <p:cNvSpPr/>
              <p:nvPr/>
            </p:nvSpPr>
            <p:spPr>
              <a:xfrm>
                <a:off x="878887" y="1252821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5"/>
              <p:cNvSpPr/>
              <p:nvPr/>
            </p:nvSpPr>
            <p:spPr>
              <a:xfrm>
                <a:off x="974862" y="1307771"/>
                <a:ext cx="22650" cy="16500"/>
              </a:xfrm>
              <a:custGeom>
                <a:rect b="b" l="l" r="r" t="t"/>
                <a:pathLst>
                  <a:path extrusionOk="0" h="660" w="906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35"/>
              <p:cNvSpPr/>
              <p:nvPr/>
            </p:nvSpPr>
            <p:spPr>
              <a:xfrm>
                <a:off x="1016062" y="1233646"/>
                <a:ext cx="21750" cy="10425"/>
              </a:xfrm>
              <a:custGeom>
                <a:rect b="b" l="l" r="r" t="t"/>
                <a:pathLst>
                  <a:path extrusionOk="0" h="417" w="87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58" name="Google Shape;758;p35"/>
          <p:cNvGrpSpPr/>
          <p:nvPr/>
        </p:nvGrpSpPr>
        <p:grpSpPr>
          <a:xfrm>
            <a:off x="-166003" y="7"/>
            <a:ext cx="9489289" cy="4774777"/>
            <a:chOff x="-150589" y="11357"/>
            <a:chExt cx="9489289" cy="4774777"/>
          </a:xfrm>
        </p:grpSpPr>
        <p:sp>
          <p:nvSpPr>
            <p:cNvPr id="759" name="Google Shape;759;p35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5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5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5"/>
            <p:cNvSpPr/>
            <p:nvPr/>
          </p:nvSpPr>
          <p:spPr>
            <a:xfrm flipH="1" rot="10800000">
              <a:off x="8776673" y="301451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5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5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5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8" name="Google Shape;768;p35"/>
          <p:cNvSpPr/>
          <p:nvPr/>
        </p:nvSpPr>
        <p:spPr>
          <a:xfrm>
            <a:off x="303192" y="64862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5"/>
          <p:cNvSpPr txBox="1"/>
          <p:nvPr>
            <p:ph idx="1" type="subTitle"/>
          </p:nvPr>
        </p:nvSpPr>
        <p:spPr>
          <a:xfrm>
            <a:off x="5227675" y="1731938"/>
            <a:ext cx="32031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0" name="Google Shape;770;p35"/>
          <p:cNvSpPr txBox="1"/>
          <p:nvPr>
            <p:ph idx="2" type="subTitle"/>
          </p:nvPr>
        </p:nvSpPr>
        <p:spPr>
          <a:xfrm>
            <a:off x="5227800" y="3198675"/>
            <a:ext cx="32031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1" name="Google Shape;771;p35"/>
          <p:cNvSpPr txBox="1"/>
          <p:nvPr>
            <p:ph idx="3" type="subTitle"/>
          </p:nvPr>
        </p:nvSpPr>
        <p:spPr>
          <a:xfrm>
            <a:off x="4667800" y="2056750"/>
            <a:ext cx="3762900" cy="6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35"/>
          <p:cNvSpPr txBox="1"/>
          <p:nvPr>
            <p:ph idx="4" type="subTitle"/>
          </p:nvPr>
        </p:nvSpPr>
        <p:spPr>
          <a:xfrm>
            <a:off x="4667947" y="3463970"/>
            <a:ext cx="3762900" cy="6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">
    <p:bg>
      <p:bgPr>
        <a:solidFill>
          <a:schemeClr val="lt1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6"/>
          <p:cNvSpPr/>
          <p:nvPr/>
        </p:nvSpPr>
        <p:spPr>
          <a:xfrm flipH="1">
            <a:off x="5651849" y="7188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6"/>
          <p:cNvSpPr/>
          <p:nvPr/>
        </p:nvSpPr>
        <p:spPr>
          <a:xfrm>
            <a:off x="0" y="3519513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6"/>
          <p:cNvSpPr/>
          <p:nvPr/>
        </p:nvSpPr>
        <p:spPr>
          <a:xfrm flipH="1">
            <a:off x="-150589" y="1661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6"/>
          <p:cNvSpPr/>
          <p:nvPr/>
        </p:nvSpPr>
        <p:spPr>
          <a:xfrm flipH="1">
            <a:off x="6315439" y="379186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6"/>
          <p:cNvSpPr/>
          <p:nvPr/>
        </p:nvSpPr>
        <p:spPr>
          <a:xfrm flipH="1">
            <a:off x="-218724" y="387647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6"/>
          <p:cNvSpPr/>
          <p:nvPr/>
        </p:nvSpPr>
        <p:spPr>
          <a:xfrm flipH="1">
            <a:off x="8868110" y="110334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6"/>
          <p:cNvSpPr/>
          <p:nvPr/>
        </p:nvSpPr>
        <p:spPr>
          <a:xfrm flipH="1">
            <a:off x="-218719" y="4477168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6"/>
          <p:cNvSpPr/>
          <p:nvPr/>
        </p:nvSpPr>
        <p:spPr>
          <a:xfrm flipH="1">
            <a:off x="8213963" y="120357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6"/>
          <p:cNvSpPr/>
          <p:nvPr/>
        </p:nvSpPr>
        <p:spPr>
          <a:xfrm flipH="1">
            <a:off x="8582327" y="260384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6"/>
          <p:cNvSpPr/>
          <p:nvPr/>
        </p:nvSpPr>
        <p:spPr>
          <a:xfrm>
            <a:off x="7075815" y="1563836"/>
            <a:ext cx="217436" cy="95804"/>
          </a:xfrm>
          <a:custGeom>
            <a:rect b="b" l="l" r="r" t="t"/>
            <a:pathLst>
              <a:path extrusionOk="0" h="575" w="1305">
                <a:moveTo>
                  <a:pt x="1226" y="0"/>
                </a:moveTo>
                <a:cubicBezTo>
                  <a:pt x="996" y="0"/>
                  <a:pt x="776" y="118"/>
                  <a:pt x="659" y="316"/>
                </a:cubicBezTo>
                <a:lnTo>
                  <a:pt x="659" y="316"/>
                </a:lnTo>
                <a:cubicBezTo>
                  <a:pt x="574" y="255"/>
                  <a:pt x="477" y="211"/>
                  <a:pt x="362" y="186"/>
                </a:cubicBezTo>
                <a:cubicBezTo>
                  <a:pt x="341" y="180"/>
                  <a:pt x="319" y="178"/>
                  <a:pt x="297" y="178"/>
                </a:cubicBezTo>
                <a:cubicBezTo>
                  <a:pt x="171" y="178"/>
                  <a:pt x="46" y="262"/>
                  <a:pt x="0" y="385"/>
                </a:cubicBezTo>
                <a:cubicBezTo>
                  <a:pt x="53" y="305"/>
                  <a:pt x="145" y="255"/>
                  <a:pt x="240" y="255"/>
                </a:cubicBezTo>
                <a:cubicBezTo>
                  <a:pt x="275" y="255"/>
                  <a:pt x="310" y="262"/>
                  <a:pt x="344" y="276"/>
                </a:cubicBezTo>
                <a:cubicBezTo>
                  <a:pt x="453" y="331"/>
                  <a:pt x="562" y="421"/>
                  <a:pt x="616" y="530"/>
                </a:cubicBezTo>
                <a:cubicBezTo>
                  <a:pt x="639" y="560"/>
                  <a:pt x="671" y="574"/>
                  <a:pt x="701" y="574"/>
                </a:cubicBezTo>
                <a:cubicBezTo>
                  <a:pt x="742" y="574"/>
                  <a:pt x="779" y="546"/>
                  <a:pt x="779" y="494"/>
                </a:cubicBezTo>
                <a:cubicBezTo>
                  <a:pt x="815" y="222"/>
                  <a:pt x="1032" y="23"/>
                  <a:pt x="1304" y="5"/>
                </a:cubicBezTo>
                <a:cubicBezTo>
                  <a:pt x="1278" y="2"/>
                  <a:pt x="1252" y="0"/>
                  <a:pt x="122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6"/>
          <p:cNvSpPr/>
          <p:nvPr/>
        </p:nvSpPr>
        <p:spPr>
          <a:xfrm>
            <a:off x="616584" y="1286072"/>
            <a:ext cx="193276" cy="85640"/>
          </a:xfrm>
          <a:custGeom>
            <a:rect b="b" l="l" r="r" t="t"/>
            <a:pathLst>
              <a:path extrusionOk="0" h="514" w="116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8338635" y="498758"/>
            <a:ext cx="184279" cy="80142"/>
          </a:xfrm>
          <a:custGeom>
            <a:rect b="b" l="l" r="r" t="t"/>
            <a:pathLst>
              <a:path extrusionOk="0" h="481" w="1106">
                <a:moveTo>
                  <a:pt x="953" y="1"/>
                </a:moveTo>
                <a:cubicBezTo>
                  <a:pt x="776" y="1"/>
                  <a:pt x="607" y="81"/>
                  <a:pt x="501" y="227"/>
                </a:cubicBezTo>
                <a:lnTo>
                  <a:pt x="501" y="227"/>
                </a:lnTo>
                <a:cubicBezTo>
                  <a:pt x="452" y="182"/>
                  <a:pt x="398" y="144"/>
                  <a:pt x="345" y="111"/>
                </a:cubicBezTo>
                <a:cubicBezTo>
                  <a:pt x="290" y="84"/>
                  <a:pt x="232" y="71"/>
                  <a:pt x="173" y="71"/>
                </a:cubicBezTo>
                <a:cubicBezTo>
                  <a:pt x="114" y="71"/>
                  <a:pt x="55" y="84"/>
                  <a:pt x="1" y="111"/>
                </a:cubicBezTo>
                <a:cubicBezTo>
                  <a:pt x="91" y="130"/>
                  <a:pt x="182" y="166"/>
                  <a:pt x="254" y="238"/>
                </a:cubicBezTo>
                <a:cubicBezTo>
                  <a:pt x="327" y="293"/>
                  <a:pt x="381" y="365"/>
                  <a:pt x="435" y="456"/>
                </a:cubicBezTo>
                <a:cubicBezTo>
                  <a:pt x="453" y="456"/>
                  <a:pt x="453" y="456"/>
                  <a:pt x="472" y="474"/>
                </a:cubicBezTo>
                <a:cubicBezTo>
                  <a:pt x="486" y="478"/>
                  <a:pt x="501" y="481"/>
                  <a:pt x="515" y="481"/>
                </a:cubicBezTo>
                <a:cubicBezTo>
                  <a:pt x="552" y="481"/>
                  <a:pt x="585" y="464"/>
                  <a:pt x="598" y="437"/>
                </a:cubicBezTo>
                <a:cubicBezTo>
                  <a:pt x="707" y="238"/>
                  <a:pt x="888" y="75"/>
                  <a:pt x="1105" y="21"/>
                </a:cubicBezTo>
                <a:cubicBezTo>
                  <a:pt x="1055" y="7"/>
                  <a:pt x="1003" y="1"/>
                  <a:pt x="9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6"/>
          <p:cNvSpPr txBox="1"/>
          <p:nvPr>
            <p:ph idx="1" type="subTitle"/>
          </p:nvPr>
        </p:nvSpPr>
        <p:spPr>
          <a:xfrm>
            <a:off x="883787" y="2965850"/>
            <a:ext cx="73764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8" name="Google Shape;788;p36"/>
          <p:cNvSpPr txBox="1"/>
          <p:nvPr>
            <p:ph idx="2" type="subTitle"/>
          </p:nvPr>
        </p:nvSpPr>
        <p:spPr>
          <a:xfrm>
            <a:off x="883813" y="1536300"/>
            <a:ext cx="7376400" cy="12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9" name="Google Shape;789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0" name="Google Shape;790;p36"/>
          <p:cNvSpPr txBox="1"/>
          <p:nvPr>
            <p:ph idx="3" type="subTitle"/>
          </p:nvPr>
        </p:nvSpPr>
        <p:spPr>
          <a:xfrm>
            <a:off x="883787" y="1138200"/>
            <a:ext cx="73764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b="1" sz="2000"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1" name="Google Shape;791;p36"/>
          <p:cNvSpPr txBox="1"/>
          <p:nvPr>
            <p:ph idx="4" type="subTitle"/>
          </p:nvPr>
        </p:nvSpPr>
        <p:spPr>
          <a:xfrm>
            <a:off x="883813" y="3363950"/>
            <a:ext cx="7376400" cy="13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i="1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7"/>
          <p:cNvSpPr/>
          <p:nvPr/>
        </p:nvSpPr>
        <p:spPr>
          <a:xfrm>
            <a:off x="-394054" y="244401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7"/>
          <p:cNvSpPr/>
          <p:nvPr/>
        </p:nvSpPr>
        <p:spPr>
          <a:xfrm>
            <a:off x="-118658" y="782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7"/>
          <p:cNvSpPr/>
          <p:nvPr/>
        </p:nvSpPr>
        <p:spPr>
          <a:xfrm>
            <a:off x="5220001" y="3990343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7"/>
          <p:cNvSpPr/>
          <p:nvPr/>
        </p:nvSpPr>
        <p:spPr>
          <a:xfrm>
            <a:off x="8423991" y="3990348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7"/>
          <p:cNvSpPr/>
          <p:nvPr/>
        </p:nvSpPr>
        <p:spPr>
          <a:xfrm>
            <a:off x="8691310" y="1506031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7"/>
          <p:cNvSpPr/>
          <p:nvPr/>
        </p:nvSpPr>
        <p:spPr>
          <a:xfrm>
            <a:off x="8691312" y="4477168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7"/>
          <p:cNvSpPr/>
          <p:nvPr/>
        </p:nvSpPr>
        <p:spPr>
          <a:xfrm>
            <a:off x="309997" y="396907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7"/>
          <p:cNvSpPr/>
          <p:nvPr/>
        </p:nvSpPr>
        <p:spPr>
          <a:xfrm>
            <a:off x="432384" y="4200178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7"/>
          <p:cNvSpPr/>
          <p:nvPr/>
        </p:nvSpPr>
        <p:spPr>
          <a:xfrm>
            <a:off x="1267809" y="990572"/>
            <a:ext cx="193276" cy="85640"/>
          </a:xfrm>
          <a:custGeom>
            <a:rect b="b" l="l" r="r" t="t"/>
            <a:pathLst>
              <a:path extrusionOk="0" h="514" w="116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2" name="Google Shape;802;p37"/>
          <p:cNvGrpSpPr/>
          <p:nvPr/>
        </p:nvGrpSpPr>
        <p:grpSpPr>
          <a:xfrm>
            <a:off x="7695447" y="481452"/>
            <a:ext cx="995845" cy="746097"/>
            <a:chOff x="4074072" y="4231627"/>
            <a:chExt cx="995845" cy="746097"/>
          </a:xfrm>
        </p:grpSpPr>
        <p:sp>
          <p:nvSpPr>
            <p:cNvPr id="803" name="Google Shape;803;p37"/>
            <p:cNvSpPr/>
            <p:nvPr/>
          </p:nvSpPr>
          <p:spPr>
            <a:xfrm>
              <a:off x="4074072" y="4914577"/>
              <a:ext cx="154121" cy="63147"/>
            </a:xfrm>
            <a:custGeom>
              <a:rect b="b" l="l" r="r" t="t"/>
              <a:pathLst>
                <a:path extrusionOk="0" h="379" w="925">
                  <a:moveTo>
                    <a:pt x="203" y="1"/>
                  </a:moveTo>
                  <a:cubicBezTo>
                    <a:pt x="120" y="1"/>
                    <a:pt x="43" y="49"/>
                    <a:pt x="1" y="121"/>
                  </a:cubicBezTo>
                  <a:cubicBezTo>
                    <a:pt x="31" y="91"/>
                    <a:pt x="71" y="77"/>
                    <a:pt x="114" y="77"/>
                  </a:cubicBezTo>
                  <a:cubicBezTo>
                    <a:pt x="149" y="77"/>
                    <a:pt x="185" y="86"/>
                    <a:pt x="218" y="103"/>
                  </a:cubicBezTo>
                  <a:cubicBezTo>
                    <a:pt x="290" y="157"/>
                    <a:pt x="345" y="229"/>
                    <a:pt x="363" y="320"/>
                  </a:cubicBezTo>
                  <a:cubicBezTo>
                    <a:pt x="363" y="338"/>
                    <a:pt x="399" y="356"/>
                    <a:pt x="417" y="374"/>
                  </a:cubicBezTo>
                  <a:cubicBezTo>
                    <a:pt x="427" y="377"/>
                    <a:pt x="436" y="379"/>
                    <a:pt x="446" y="379"/>
                  </a:cubicBezTo>
                  <a:cubicBezTo>
                    <a:pt x="490" y="379"/>
                    <a:pt x="529" y="346"/>
                    <a:pt x="544" y="302"/>
                  </a:cubicBezTo>
                  <a:cubicBezTo>
                    <a:pt x="578" y="134"/>
                    <a:pt x="720" y="28"/>
                    <a:pt x="885" y="28"/>
                  </a:cubicBezTo>
                  <a:cubicBezTo>
                    <a:pt x="898" y="28"/>
                    <a:pt x="911" y="29"/>
                    <a:pt x="924" y="30"/>
                  </a:cubicBezTo>
                  <a:cubicBezTo>
                    <a:pt x="869" y="12"/>
                    <a:pt x="813" y="3"/>
                    <a:pt x="758" y="3"/>
                  </a:cubicBezTo>
                  <a:cubicBezTo>
                    <a:pt x="644" y="3"/>
                    <a:pt x="535" y="41"/>
                    <a:pt x="452" y="116"/>
                  </a:cubicBezTo>
                  <a:lnTo>
                    <a:pt x="452" y="116"/>
                  </a:lnTo>
                  <a:cubicBezTo>
                    <a:pt x="399" y="70"/>
                    <a:pt x="339" y="34"/>
                    <a:pt x="272" y="12"/>
                  </a:cubicBezTo>
                  <a:cubicBezTo>
                    <a:pt x="249" y="4"/>
                    <a:pt x="226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4912796" y="4560061"/>
              <a:ext cx="157120" cy="77143"/>
            </a:xfrm>
            <a:custGeom>
              <a:rect b="b" l="l" r="r" t="t"/>
              <a:pathLst>
                <a:path extrusionOk="0" h="463" w="943">
                  <a:moveTo>
                    <a:pt x="108" y="1"/>
                  </a:moveTo>
                  <a:cubicBezTo>
                    <a:pt x="73" y="1"/>
                    <a:pt x="37" y="7"/>
                    <a:pt x="1" y="19"/>
                  </a:cubicBezTo>
                  <a:cubicBezTo>
                    <a:pt x="92" y="37"/>
                    <a:pt x="146" y="110"/>
                    <a:pt x="182" y="182"/>
                  </a:cubicBezTo>
                  <a:cubicBezTo>
                    <a:pt x="218" y="254"/>
                    <a:pt x="255" y="327"/>
                    <a:pt x="291" y="399"/>
                  </a:cubicBezTo>
                  <a:cubicBezTo>
                    <a:pt x="291" y="417"/>
                    <a:pt x="291" y="417"/>
                    <a:pt x="309" y="436"/>
                  </a:cubicBezTo>
                  <a:cubicBezTo>
                    <a:pt x="327" y="454"/>
                    <a:pt x="350" y="463"/>
                    <a:pt x="372" y="463"/>
                  </a:cubicBezTo>
                  <a:cubicBezTo>
                    <a:pt x="395" y="463"/>
                    <a:pt x="418" y="454"/>
                    <a:pt x="436" y="436"/>
                  </a:cubicBezTo>
                  <a:cubicBezTo>
                    <a:pt x="580" y="309"/>
                    <a:pt x="762" y="218"/>
                    <a:pt x="943" y="200"/>
                  </a:cubicBezTo>
                  <a:cubicBezTo>
                    <a:pt x="860" y="147"/>
                    <a:pt x="764" y="120"/>
                    <a:pt x="668" y="120"/>
                  </a:cubicBezTo>
                  <a:cubicBezTo>
                    <a:pt x="575" y="120"/>
                    <a:pt x="481" y="146"/>
                    <a:pt x="397" y="200"/>
                  </a:cubicBezTo>
                  <a:lnTo>
                    <a:pt x="397" y="200"/>
                  </a:lnTo>
                  <a:cubicBezTo>
                    <a:pt x="367" y="156"/>
                    <a:pt x="332" y="115"/>
                    <a:pt x="291" y="73"/>
                  </a:cubicBezTo>
                  <a:cubicBezTo>
                    <a:pt x="242" y="25"/>
                    <a:pt x="178" y="1"/>
                    <a:pt x="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526333" y="4231627"/>
              <a:ext cx="111800" cy="62980"/>
            </a:xfrm>
            <a:custGeom>
              <a:rect b="b" l="l" r="r" t="t"/>
              <a:pathLst>
                <a:path extrusionOk="0" h="378" w="671">
                  <a:moveTo>
                    <a:pt x="592" y="1"/>
                  </a:moveTo>
                  <a:cubicBezTo>
                    <a:pt x="480" y="1"/>
                    <a:pt x="376" y="48"/>
                    <a:pt x="310" y="133"/>
                  </a:cubicBezTo>
                  <a:lnTo>
                    <a:pt x="310" y="133"/>
                  </a:lnTo>
                  <a:cubicBezTo>
                    <a:pt x="281" y="119"/>
                    <a:pt x="250" y="107"/>
                    <a:pt x="218" y="99"/>
                  </a:cubicBezTo>
                  <a:cubicBezTo>
                    <a:pt x="192" y="86"/>
                    <a:pt x="164" y="80"/>
                    <a:pt x="136" y="80"/>
                  </a:cubicBezTo>
                  <a:cubicBezTo>
                    <a:pt x="86" y="80"/>
                    <a:pt x="36" y="100"/>
                    <a:pt x="0" y="135"/>
                  </a:cubicBezTo>
                  <a:cubicBezTo>
                    <a:pt x="55" y="153"/>
                    <a:pt x="109" y="172"/>
                    <a:pt x="145" y="226"/>
                  </a:cubicBezTo>
                  <a:lnTo>
                    <a:pt x="272" y="334"/>
                  </a:lnTo>
                  <a:cubicBezTo>
                    <a:pt x="272" y="353"/>
                    <a:pt x="272" y="353"/>
                    <a:pt x="290" y="371"/>
                  </a:cubicBezTo>
                  <a:cubicBezTo>
                    <a:pt x="304" y="375"/>
                    <a:pt x="317" y="377"/>
                    <a:pt x="330" y="377"/>
                  </a:cubicBezTo>
                  <a:cubicBezTo>
                    <a:pt x="369" y="377"/>
                    <a:pt x="403" y="357"/>
                    <a:pt x="417" y="316"/>
                  </a:cubicBezTo>
                  <a:cubicBezTo>
                    <a:pt x="471" y="190"/>
                    <a:pt x="562" y="99"/>
                    <a:pt x="670" y="9"/>
                  </a:cubicBezTo>
                  <a:cubicBezTo>
                    <a:pt x="644" y="3"/>
                    <a:pt x="618" y="1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6" name="Google Shape;80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7" name="Google Shape;807;p37"/>
          <p:cNvSpPr txBox="1"/>
          <p:nvPr>
            <p:ph idx="2" type="title"/>
          </p:nvPr>
        </p:nvSpPr>
        <p:spPr>
          <a:xfrm>
            <a:off x="720000" y="2419348"/>
            <a:ext cx="23364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8" name="Google Shape;808;p37"/>
          <p:cNvSpPr txBox="1"/>
          <p:nvPr>
            <p:ph idx="1" type="subTitle"/>
          </p:nvPr>
        </p:nvSpPr>
        <p:spPr>
          <a:xfrm>
            <a:off x="720000" y="2731525"/>
            <a:ext cx="23364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9" name="Google Shape;809;p37"/>
          <p:cNvSpPr txBox="1"/>
          <p:nvPr>
            <p:ph idx="3" type="title"/>
          </p:nvPr>
        </p:nvSpPr>
        <p:spPr>
          <a:xfrm>
            <a:off x="3403800" y="3105148"/>
            <a:ext cx="23364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0" name="Google Shape;810;p37"/>
          <p:cNvSpPr txBox="1"/>
          <p:nvPr>
            <p:ph idx="4" type="subTitle"/>
          </p:nvPr>
        </p:nvSpPr>
        <p:spPr>
          <a:xfrm>
            <a:off x="3403800" y="3417325"/>
            <a:ext cx="23364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1" name="Google Shape;811;p37"/>
          <p:cNvSpPr txBox="1"/>
          <p:nvPr>
            <p:ph idx="5" type="title"/>
          </p:nvPr>
        </p:nvSpPr>
        <p:spPr>
          <a:xfrm>
            <a:off x="6087600" y="2419348"/>
            <a:ext cx="23364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2" name="Google Shape;812;p37"/>
          <p:cNvSpPr txBox="1"/>
          <p:nvPr>
            <p:ph idx="6" type="subTitle"/>
          </p:nvPr>
        </p:nvSpPr>
        <p:spPr>
          <a:xfrm>
            <a:off x="6087600" y="2731525"/>
            <a:ext cx="23364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8"/>
          <p:cNvSpPr/>
          <p:nvPr/>
        </p:nvSpPr>
        <p:spPr>
          <a:xfrm flipH="1">
            <a:off x="5659949" y="471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8"/>
          <p:cNvSpPr/>
          <p:nvPr/>
        </p:nvSpPr>
        <p:spPr>
          <a:xfrm>
            <a:off x="0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6" name="Google Shape;816;p38"/>
          <p:cNvGrpSpPr/>
          <p:nvPr/>
        </p:nvGrpSpPr>
        <p:grpSpPr>
          <a:xfrm>
            <a:off x="175065" y="1066703"/>
            <a:ext cx="8809837" cy="3967706"/>
            <a:chOff x="175065" y="1122903"/>
            <a:chExt cx="8809837" cy="3967706"/>
          </a:xfrm>
        </p:grpSpPr>
        <p:sp>
          <p:nvSpPr>
            <p:cNvPr id="817" name="Google Shape;817;p38"/>
            <p:cNvSpPr/>
            <p:nvPr/>
          </p:nvSpPr>
          <p:spPr>
            <a:xfrm>
              <a:off x="8532686" y="1822685"/>
              <a:ext cx="142905" cy="75612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8371388" y="1122903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8834115" y="1297922"/>
              <a:ext cx="150787" cy="73131"/>
            </a:xfrm>
            <a:custGeom>
              <a:rect b="b" l="l" r="r" t="t"/>
              <a:pathLst>
                <a:path extrusionOk="0" h="501" w="1033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8167905" y="1379227"/>
              <a:ext cx="179835" cy="78532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8305489" y="4513592"/>
              <a:ext cx="92691" cy="58534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8"/>
            <p:cNvSpPr/>
            <p:nvPr/>
          </p:nvSpPr>
          <p:spPr>
            <a:xfrm>
              <a:off x="8429856" y="4270551"/>
              <a:ext cx="126994" cy="62913"/>
            </a:xfrm>
            <a:custGeom>
              <a:rect b="b" l="l" r="r" t="t"/>
              <a:pathLst>
                <a:path extrusionOk="0" h="431" w="87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38"/>
            <p:cNvGrpSpPr/>
            <p:nvPr/>
          </p:nvGrpSpPr>
          <p:grpSpPr>
            <a:xfrm>
              <a:off x="175065" y="2822084"/>
              <a:ext cx="1091113" cy="2268526"/>
              <a:chOff x="851974" y="913738"/>
              <a:chExt cx="210607" cy="437872"/>
            </a:xfrm>
          </p:grpSpPr>
          <p:sp>
            <p:nvSpPr>
              <p:cNvPr id="824" name="Google Shape;824;p38"/>
              <p:cNvSpPr/>
              <p:nvPr/>
            </p:nvSpPr>
            <p:spPr>
              <a:xfrm>
                <a:off x="851974" y="913738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38"/>
              <p:cNvSpPr/>
              <p:nvPr/>
            </p:nvSpPr>
            <p:spPr>
              <a:xfrm>
                <a:off x="856974" y="962313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8"/>
              <p:cNvSpPr/>
              <p:nvPr/>
            </p:nvSpPr>
            <p:spPr>
              <a:xfrm>
                <a:off x="999631" y="1335110"/>
                <a:ext cx="22650" cy="16500"/>
              </a:xfrm>
              <a:custGeom>
                <a:rect b="b" l="l" r="r" t="t"/>
                <a:pathLst>
                  <a:path extrusionOk="0" h="660" w="906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38"/>
              <p:cNvSpPr/>
              <p:nvPr/>
            </p:nvSpPr>
            <p:spPr>
              <a:xfrm>
                <a:off x="1040831" y="1260985"/>
                <a:ext cx="21750" cy="10425"/>
              </a:xfrm>
              <a:custGeom>
                <a:rect b="b" l="l" r="r" t="t"/>
                <a:pathLst>
                  <a:path extrusionOk="0" h="417" w="87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8" name="Google Shape;828;p38"/>
          <p:cNvGrpSpPr/>
          <p:nvPr/>
        </p:nvGrpSpPr>
        <p:grpSpPr>
          <a:xfrm flipH="1">
            <a:off x="-103928" y="11357"/>
            <a:ext cx="9489289" cy="4774777"/>
            <a:chOff x="-150589" y="11357"/>
            <a:chExt cx="9489289" cy="4774777"/>
          </a:xfrm>
        </p:grpSpPr>
        <p:sp>
          <p:nvSpPr>
            <p:cNvPr id="829" name="Google Shape;829;p38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8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8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8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8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9" name="Google Shape;839;p38"/>
          <p:cNvSpPr txBox="1"/>
          <p:nvPr>
            <p:ph idx="2" type="title"/>
          </p:nvPr>
        </p:nvSpPr>
        <p:spPr>
          <a:xfrm>
            <a:off x="713300" y="1756350"/>
            <a:ext cx="3832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0" name="Google Shape;840;p38"/>
          <p:cNvSpPr txBox="1"/>
          <p:nvPr>
            <p:ph idx="1" type="subTitle"/>
          </p:nvPr>
        </p:nvSpPr>
        <p:spPr>
          <a:xfrm>
            <a:off x="1195838" y="2116975"/>
            <a:ext cx="286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1" name="Google Shape;841;p38"/>
          <p:cNvSpPr txBox="1"/>
          <p:nvPr>
            <p:ph idx="3" type="title"/>
          </p:nvPr>
        </p:nvSpPr>
        <p:spPr>
          <a:xfrm>
            <a:off x="4598450" y="1756350"/>
            <a:ext cx="3832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2" name="Google Shape;842;p38"/>
          <p:cNvSpPr txBox="1"/>
          <p:nvPr>
            <p:ph idx="4" type="subTitle"/>
          </p:nvPr>
        </p:nvSpPr>
        <p:spPr>
          <a:xfrm>
            <a:off x="5080988" y="2116975"/>
            <a:ext cx="286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38"/>
          <p:cNvSpPr txBox="1"/>
          <p:nvPr>
            <p:ph idx="5" type="title"/>
          </p:nvPr>
        </p:nvSpPr>
        <p:spPr>
          <a:xfrm>
            <a:off x="713300" y="3342150"/>
            <a:ext cx="3832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4" name="Google Shape;844;p38"/>
          <p:cNvSpPr txBox="1"/>
          <p:nvPr>
            <p:ph idx="6" type="subTitle"/>
          </p:nvPr>
        </p:nvSpPr>
        <p:spPr>
          <a:xfrm>
            <a:off x="1195838" y="3700760"/>
            <a:ext cx="286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38"/>
          <p:cNvSpPr txBox="1"/>
          <p:nvPr>
            <p:ph idx="7" type="title"/>
          </p:nvPr>
        </p:nvSpPr>
        <p:spPr>
          <a:xfrm>
            <a:off x="4598450" y="3342150"/>
            <a:ext cx="3832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6" name="Google Shape;846;p38"/>
          <p:cNvSpPr txBox="1"/>
          <p:nvPr>
            <p:ph idx="8" type="subTitle"/>
          </p:nvPr>
        </p:nvSpPr>
        <p:spPr>
          <a:xfrm>
            <a:off x="5080988" y="3700760"/>
            <a:ext cx="286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9"/>
          <p:cNvSpPr/>
          <p:nvPr/>
        </p:nvSpPr>
        <p:spPr>
          <a:xfrm flipH="1">
            <a:off x="5659949" y="471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9"/>
          <p:cNvSpPr/>
          <p:nvPr/>
        </p:nvSpPr>
        <p:spPr>
          <a:xfrm flipH="1">
            <a:off x="4922350" y="30440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0" name="Google Shape;850;p39"/>
          <p:cNvGrpSpPr/>
          <p:nvPr/>
        </p:nvGrpSpPr>
        <p:grpSpPr>
          <a:xfrm>
            <a:off x="235790" y="907628"/>
            <a:ext cx="8809837" cy="3967706"/>
            <a:chOff x="175065" y="1122903"/>
            <a:chExt cx="8809837" cy="3967706"/>
          </a:xfrm>
        </p:grpSpPr>
        <p:sp>
          <p:nvSpPr>
            <p:cNvPr id="851" name="Google Shape;851;p39"/>
            <p:cNvSpPr/>
            <p:nvPr/>
          </p:nvSpPr>
          <p:spPr>
            <a:xfrm>
              <a:off x="8371388" y="1122903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8834115" y="1297922"/>
              <a:ext cx="150787" cy="73131"/>
            </a:xfrm>
            <a:custGeom>
              <a:rect b="b" l="l" r="r" t="t"/>
              <a:pathLst>
                <a:path extrusionOk="0" h="501" w="1033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7536614" y="4795804"/>
              <a:ext cx="92691" cy="58534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9"/>
            <p:cNvSpPr/>
            <p:nvPr/>
          </p:nvSpPr>
          <p:spPr>
            <a:xfrm>
              <a:off x="8559256" y="1451351"/>
              <a:ext cx="126994" cy="62913"/>
            </a:xfrm>
            <a:custGeom>
              <a:rect b="b" l="l" r="r" t="t"/>
              <a:pathLst>
                <a:path extrusionOk="0" h="431" w="87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5" name="Google Shape;855;p39"/>
            <p:cNvGrpSpPr/>
            <p:nvPr/>
          </p:nvGrpSpPr>
          <p:grpSpPr>
            <a:xfrm>
              <a:off x="175065" y="4621099"/>
              <a:ext cx="4499275" cy="469510"/>
              <a:chOff x="851974" y="1260985"/>
              <a:chExt cx="868452" cy="90625"/>
            </a:xfrm>
          </p:grpSpPr>
          <p:sp>
            <p:nvSpPr>
              <p:cNvPr id="856" name="Google Shape;856;p39"/>
              <p:cNvSpPr/>
              <p:nvPr/>
            </p:nvSpPr>
            <p:spPr>
              <a:xfrm>
                <a:off x="851974" y="1266594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39"/>
              <p:cNvSpPr/>
              <p:nvPr/>
            </p:nvSpPr>
            <p:spPr>
              <a:xfrm>
                <a:off x="856974" y="1315169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39"/>
              <p:cNvSpPr/>
              <p:nvPr/>
            </p:nvSpPr>
            <p:spPr>
              <a:xfrm>
                <a:off x="1657476" y="1335110"/>
                <a:ext cx="22650" cy="16500"/>
              </a:xfrm>
              <a:custGeom>
                <a:rect b="b" l="l" r="r" t="t"/>
                <a:pathLst>
                  <a:path extrusionOk="0" h="660" w="906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39"/>
              <p:cNvSpPr/>
              <p:nvPr/>
            </p:nvSpPr>
            <p:spPr>
              <a:xfrm>
                <a:off x="1698676" y="1260985"/>
                <a:ext cx="21750" cy="10425"/>
              </a:xfrm>
              <a:custGeom>
                <a:rect b="b" l="l" r="r" t="t"/>
                <a:pathLst>
                  <a:path extrusionOk="0" h="417" w="87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0" name="Google Shape;86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1" name="Google Shape;861;p39"/>
          <p:cNvSpPr txBox="1"/>
          <p:nvPr>
            <p:ph idx="2" type="title"/>
          </p:nvPr>
        </p:nvSpPr>
        <p:spPr>
          <a:xfrm>
            <a:off x="720008" y="1535400"/>
            <a:ext cx="2350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2" name="Google Shape;862;p39"/>
          <p:cNvSpPr txBox="1"/>
          <p:nvPr>
            <p:ph idx="1" type="subTitle"/>
          </p:nvPr>
        </p:nvSpPr>
        <p:spPr>
          <a:xfrm>
            <a:off x="720000" y="1972200"/>
            <a:ext cx="2350200" cy="7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63" name="Google Shape;863;p39"/>
          <p:cNvGrpSpPr/>
          <p:nvPr/>
        </p:nvGrpSpPr>
        <p:grpSpPr>
          <a:xfrm flipH="1">
            <a:off x="-171358" y="153270"/>
            <a:ext cx="9556719" cy="4632864"/>
            <a:chOff x="-150589" y="153270"/>
            <a:chExt cx="9556719" cy="4632864"/>
          </a:xfrm>
        </p:grpSpPr>
        <p:sp>
          <p:nvSpPr>
            <p:cNvPr id="864" name="Google Shape;864;p39"/>
            <p:cNvSpPr/>
            <p:nvPr/>
          </p:nvSpPr>
          <p:spPr>
            <a:xfrm>
              <a:off x="8844104" y="3992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9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9"/>
            <p:cNvSpPr/>
            <p:nvPr/>
          </p:nvSpPr>
          <p:spPr>
            <a:xfrm>
              <a:off x="6019325" y="285930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5625660" y="153270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9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9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3" name="Google Shape;873;p39"/>
          <p:cNvSpPr txBox="1"/>
          <p:nvPr>
            <p:ph idx="3" type="title"/>
          </p:nvPr>
        </p:nvSpPr>
        <p:spPr>
          <a:xfrm>
            <a:off x="6073810" y="1535400"/>
            <a:ext cx="2350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4" name="Google Shape;874;p39"/>
          <p:cNvSpPr txBox="1"/>
          <p:nvPr>
            <p:ph idx="4" type="subTitle"/>
          </p:nvPr>
        </p:nvSpPr>
        <p:spPr>
          <a:xfrm>
            <a:off x="6073801" y="1972200"/>
            <a:ext cx="2350200" cy="7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p39"/>
          <p:cNvSpPr txBox="1"/>
          <p:nvPr>
            <p:ph idx="5" type="title"/>
          </p:nvPr>
        </p:nvSpPr>
        <p:spPr>
          <a:xfrm>
            <a:off x="720008" y="3099000"/>
            <a:ext cx="2350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6" name="Google Shape;876;p39"/>
          <p:cNvSpPr txBox="1"/>
          <p:nvPr>
            <p:ph idx="6" type="subTitle"/>
          </p:nvPr>
        </p:nvSpPr>
        <p:spPr>
          <a:xfrm>
            <a:off x="720000" y="3535800"/>
            <a:ext cx="2350200" cy="7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39"/>
          <p:cNvSpPr txBox="1"/>
          <p:nvPr>
            <p:ph idx="7" type="title"/>
          </p:nvPr>
        </p:nvSpPr>
        <p:spPr>
          <a:xfrm>
            <a:off x="6073810" y="3099000"/>
            <a:ext cx="2350200" cy="43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8" name="Google Shape;878;p39"/>
          <p:cNvSpPr txBox="1"/>
          <p:nvPr>
            <p:ph idx="8" type="subTitle"/>
          </p:nvPr>
        </p:nvSpPr>
        <p:spPr>
          <a:xfrm>
            <a:off x="6073801" y="3535800"/>
            <a:ext cx="2350200" cy="7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BLANK_1_1_1_1_2_1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0"/>
          <p:cNvSpPr/>
          <p:nvPr/>
        </p:nvSpPr>
        <p:spPr>
          <a:xfrm flipH="1">
            <a:off x="5659949" y="471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40"/>
          <p:cNvSpPr/>
          <p:nvPr/>
        </p:nvSpPr>
        <p:spPr>
          <a:xfrm flipH="1">
            <a:off x="4922350" y="30440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2" name="Google Shape;882;p40"/>
          <p:cNvGrpSpPr/>
          <p:nvPr/>
        </p:nvGrpSpPr>
        <p:grpSpPr>
          <a:xfrm>
            <a:off x="235790" y="907628"/>
            <a:ext cx="8809837" cy="3877089"/>
            <a:chOff x="175065" y="1122903"/>
            <a:chExt cx="8809837" cy="3877089"/>
          </a:xfrm>
        </p:grpSpPr>
        <p:sp>
          <p:nvSpPr>
            <p:cNvPr id="883" name="Google Shape;883;p40"/>
            <p:cNvSpPr/>
            <p:nvPr/>
          </p:nvSpPr>
          <p:spPr>
            <a:xfrm>
              <a:off x="8371388" y="1122903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8834115" y="1297922"/>
              <a:ext cx="150787" cy="73131"/>
            </a:xfrm>
            <a:custGeom>
              <a:rect b="b" l="l" r="r" t="t"/>
              <a:pathLst>
                <a:path extrusionOk="0" h="501" w="1033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8559256" y="1451351"/>
              <a:ext cx="126994" cy="62913"/>
            </a:xfrm>
            <a:custGeom>
              <a:rect b="b" l="l" r="r" t="t"/>
              <a:pathLst>
                <a:path extrusionOk="0" h="431" w="87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6" name="Google Shape;886;p40"/>
            <p:cNvGrpSpPr/>
            <p:nvPr/>
          </p:nvGrpSpPr>
          <p:grpSpPr>
            <a:xfrm>
              <a:off x="175065" y="4650159"/>
              <a:ext cx="197259" cy="349834"/>
              <a:chOff x="851974" y="1266594"/>
              <a:chExt cx="38075" cy="67525"/>
            </a:xfrm>
          </p:grpSpPr>
          <p:sp>
            <p:nvSpPr>
              <p:cNvPr id="887" name="Google Shape;887;p40"/>
              <p:cNvSpPr/>
              <p:nvPr/>
            </p:nvSpPr>
            <p:spPr>
              <a:xfrm>
                <a:off x="851974" y="1266594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40"/>
              <p:cNvSpPr/>
              <p:nvPr/>
            </p:nvSpPr>
            <p:spPr>
              <a:xfrm>
                <a:off x="856974" y="1315169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89" name="Google Shape;88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90" name="Google Shape;890;p40"/>
          <p:cNvGrpSpPr/>
          <p:nvPr/>
        </p:nvGrpSpPr>
        <p:grpSpPr>
          <a:xfrm flipH="1">
            <a:off x="-171358" y="153270"/>
            <a:ext cx="9556719" cy="4632864"/>
            <a:chOff x="-150589" y="153270"/>
            <a:chExt cx="9556719" cy="4632864"/>
          </a:xfrm>
        </p:grpSpPr>
        <p:sp>
          <p:nvSpPr>
            <p:cNvPr id="891" name="Google Shape;891;p40"/>
            <p:cNvSpPr/>
            <p:nvPr/>
          </p:nvSpPr>
          <p:spPr>
            <a:xfrm>
              <a:off x="8844104" y="3992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6019325" y="285930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5625660" y="153270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0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0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40"/>
          <p:cNvSpPr/>
          <p:nvPr/>
        </p:nvSpPr>
        <p:spPr>
          <a:xfrm>
            <a:off x="404046" y="807590"/>
            <a:ext cx="189072" cy="82566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0"/>
          <p:cNvSpPr/>
          <p:nvPr/>
        </p:nvSpPr>
        <p:spPr>
          <a:xfrm>
            <a:off x="1055246" y="264040"/>
            <a:ext cx="189072" cy="82566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0"/>
          <p:cNvSpPr/>
          <p:nvPr/>
        </p:nvSpPr>
        <p:spPr>
          <a:xfrm>
            <a:off x="449840" y="1115559"/>
            <a:ext cx="97452" cy="61540"/>
          </a:xfrm>
          <a:custGeom>
            <a:rect b="b" l="l" r="r" t="t"/>
            <a:pathLst>
              <a:path extrusionOk="0" h="401" w="635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1"/>
          <p:cNvSpPr/>
          <p:nvPr/>
        </p:nvSpPr>
        <p:spPr>
          <a:xfrm>
            <a:off x="91" y="1907087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1"/>
          <p:cNvSpPr/>
          <p:nvPr/>
        </p:nvSpPr>
        <p:spPr>
          <a:xfrm>
            <a:off x="-629534" y="1137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1"/>
          <p:cNvSpPr/>
          <p:nvPr/>
        </p:nvSpPr>
        <p:spPr>
          <a:xfrm>
            <a:off x="7047438" y="4216118"/>
            <a:ext cx="3471302" cy="954615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1"/>
          <p:cNvSpPr/>
          <p:nvPr/>
        </p:nvSpPr>
        <p:spPr>
          <a:xfrm>
            <a:off x="8581953" y="774173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8709098" y="3944206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1"/>
          <p:cNvSpPr/>
          <p:nvPr/>
        </p:nvSpPr>
        <p:spPr>
          <a:xfrm>
            <a:off x="8817836" y="226379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1"/>
          <p:cNvSpPr/>
          <p:nvPr/>
        </p:nvSpPr>
        <p:spPr>
          <a:xfrm>
            <a:off x="-68203" y="210082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1"/>
          <p:cNvSpPr/>
          <p:nvPr/>
        </p:nvSpPr>
        <p:spPr>
          <a:xfrm>
            <a:off x="-126741" y="3944203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2" name="Google Shape;912;p41"/>
          <p:cNvGrpSpPr/>
          <p:nvPr/>
        </p:nvGrpSpPr>
        <p:grpSpPr>
          <a:xfrm>
            <a:off x="506450" y="4499375"/>
            <a:ext cx="413545" cy="210602"/>
            <a:chOff x="2997351" y="1193725"/>
            <a:chExt cx="413545" cy="210602"/>
          </a:xfrm>
        </p:grpSpPr>
        <p:sp>
          <p:nvSpPr>
            <p:cNvPr id="913" name="Google Shape;913;p41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41"/>
          <p:cNvGrpSpPr/>
          <p:nvPr/>
        </p:nvGrpSpPr>
        <p:grpSpPr>
          <a:xfrm>
            <a:off x="8224000" y="1283087"/>
            <a:ext cx="413545" cy="210602"/>
            <a:chOff x="2997351" y="1193725"/>
            <a:chExt cx="413545" cy="210602"/>
          </a:xfrm>
        </p:grpSpPr>
        <p:sp>
          <p:nvSpPr>
            <p:cNvPr id="916" name="Google Shape;916;p41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8" name="Google Shape;918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9" name="Google Shape;919;p41"/>
          <p:cNvSpPr txBox="1"/>
          <p:nvPr>
            <p:ph idx="2" type="title"/>
          </p:nvPr>
        </p:nvSpPr>
        <p:spPr>
          <a:xfrm>
            <a:off x="720000" y="1682850"/>
            <a:ext cx="23055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0" name="Google Shape;920;p41"/>
          <p:cNvSpPr txBox="1"/>
          <p:nvPr>
            <p:ph idx="1" type="subTitle"/>
          </p:nvPr>
        </p:nvSpPr>
        <p:spPr>
          <a:xfrm>
            <a:off x="720000" y="2036744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1" name="Google Shape;921;p41"/>
          <p:cNvSpPr txBox="1"/>
          <p:nvPr>
            <p:ph idx="3" type="title"/>
          </p:nvPr>
        </p:nvSpPr>
        <p:spPr>
          <a:xfrm>
            <a:off x="3419271" y="1682850"/>
            <a:ext cx="23055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2" name="Google Shape;922;p41"/>
          <p:cNvSpPr txBox="1"/>
          <p:nvPr>
            <p:ph idx="4" type="subTitle"/>
          </p:nvPr>
        </p:nvSpPr>
        <p:spPr>
          <a:xfrm>
            <a:off x="3419269" y="2036744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3" name="Google Shape;923;p41"/>
          <p:cNvSpPr txBox="1"/>
          <p:nvPr>
            <p:ph idx="5" type="title"/>
          </p:nvPr>
        </p:nvSpPr>
        <p:spPr>
          <a:xfrm>
            <a:off x="720000" y="3116250"/>
            <a:ext cx="23055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4" name="Google Shape;924;p41"/>
          <p:cNvSpPr txBox="1"/>
          <p:nvPr>
            <p:ph idx="6" type="subTitle"/>
          </p:nvPr>
        </p:nvSpPr>
        <p:spPr>
          <a:xfrm>
            <a:off x="720000" y="3470144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5" name="Google Shape;925;p41"/>
          <p:cNvSpPr txBox="1"/>
          <p:nvPr>
            <p:ph idx="7" type="title"/>
          </p:nvPr>
        </p:nvSpPr>
        <p:spPr>
          <a:xfrm>
            <a:off x="3419271" y="3116250"/>
            <a:ext cx="23055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6" name="Google Shape;926;p41"/>
          <p:cNvSpPr txBox="1"/>
          <p:nvPr>
            <p:ph idx="8" type="subTitle"/>
          </p:nvPr>
        </p:nvSpPr>
        <p:spPr>
          <a:xfrm>
            <a:off x="3419269" y="3470144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41"/>
          <p:cNvSpPr txBox="1"/>
          <p:nvPr>
            <p:ph idx="9" type="title"/>
          </p:nvPr>
        </p:nvSpPr>
        <p:spPr>
          <a:xfrm>
            <a:off x="6118549" y="1682850"/>
            <a:ext cx="23055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8" name="Google Shape;928;p41"/>
          <p:cNvSpPr txBox="1"/>
          <p:nvPr>
            <p:ph idx="13" type="subTitle"/>
          </p:nvPr>
        </p:nvSpPr>
        <p:spPr>
          <a:xfrm>
            <a:off x="6118545" y="2036744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41"/>
          <p:cNvSpPr txBox="1"/>
          <p:nvPr>
            <p:ph idx="14" type="title"/>
          </p:nvPr>
        </p:nvSpPr>
        <p:spPr>
          <a:xfrm>
            <a:off x="6118549" y="3116250"/>
            <a:ext cx="23055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0" name="Google Shape;930;p41"/>
          <p:cNvSpPr txBox="1"/>
          <p:nvPr>
            <p:ph idx="15" type="subTitle"/>
          </p:nvPr>
        </p:nvSpPr>
        <p:spPr>
          <a:xfrm>
            <a:off x="6118545" y="3470144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"/>
          <p:cNvSpPr/>
          <p:nvPr/>
        </p:nvSpPr>
        <p:spPr>
          <a:xfrm flipH="1" rot="10800000">
            <a:off x="91" y="-78762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4" name="Google Shape;934;p42"/>
          <p:cNvSpPr txBox="1"/>
          <p:nvPr>
            <p:ph idx="2" type="title"/>
          </p:nvPr>
        </p:nvSpPr>
        <p:spPr>
          <a:xfrm>
            <a:off x="1821600" y="1271525"/>
            <a:ext cx="2305500" cy="3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5" name="Google Shape;935;p42"/>
          <p:cNvSpPr txBox="1"/>
          <p:nvPr>
            <p:ph idx="1" type="subTitle"/>
          </p:nvPr>
        </p:nvSpPr>
        <p:spPr>
          <a:xfrm>
            <a:off x="1821608" y="1597625"/>
            <a:ext cx="23055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42"/>
          <p:cNvSpPr txBox="1"/>
          <p:nvPr>
            <p:ph idx="3" type="title"/>
          </p:nvPr>
        </p:nvSpPr>
        <p:spPr>
          <a:xfrm>
            <a:off x="5965174" y="1271525"/>
            <a:ext cx="2305500" cy="3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7" name="Google Shape;937;p42"/>
          <p:cNvSpPr txBox="1"/>
          <p:nvPr>
            <p:ph idx="4" type="subTitle"/>
          </p:nvPr>
        </p:nvSpPr>
        <p:spPr>
          <a:xfrm>
            <a:off x="5965183" y="1597625"/>
            <a:ext cx="23055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8" name="Google Shape;938;p42"/>
          <p:cNvSpPr txBox="1"/>
          <p:nvPr>
            <p:ph idx="5" type="title"/>
          </p:nvPr>
        </p:nvSpPr>
        <p:spPr>
          <a:xfrm>
            <a:off x="1821600" y="2459500"/>
            <a:ext cx="2305500" cy="3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9" name="Google Shape;939;p42"/>
          <p:cNvSpPr txBox="1"/>
          <p:nvPr>
            <p:ph idx="6" type="subTitle"/>
          </p:nvPr>
        </p:nvSpPr>
        <p:spPr>
          <a:xfrm>
            <a:off x="1821608" y="2785602"/>
            <a:ext cx="23055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0" name="Google Shape;940;p42"/>
          <p:cNvSpPr txBox="1"/>
          <p:nvPr>
            <p:ph idx="7" type="title"/>
          </p:nvPr>
        </p:nvSpPr>
        <p:spPr>
          <a:xfrm>
            <a:off x="1821600" y="3647475"/>
            <a:ext cx="2305500" cy="3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1" name="Google Shape;941;p42"/>
          <p:cNvSpPr txBox="1"/>
          <p:nvPr>
            <p:ph idx="8" type="subTitle"/>
          </p:nvPr>
        </p:nvSpPr>
        <p:spPr>
          <a:xfrm>
            <a:off x="1821608" y="3973577"/>
            <a:ext cx="23055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42"/>
          <p:cNvSpPr txBox="1"/>
          <p:nvPr>
            <p:ph idx="9" type="title"/>
          </p:nvPr>
        </p:nvSpPr>
        <p:spPr>
          <a:xfrm>
            <a:off x="5965151" y="3647475"/>
            <a:ext cx="2305500" cy="3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3" name="Google Shape;943;p42"/>
          <p:cNvSpPr txBox="1"/>
          <p:nvPr>
            <p:ph idx="13" type="subTitle"/>
          </p:nvPr>
        </p:nvSpPr>
        <p:spPr>
          <a:xfrm>
            <a:off x="5965159" y="3973577"/>
            <a:ext cx="23055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42"/>
          <p:cNvSpPr txBox="1"/>
          <p:nvPr>
            <p:ph idx="14" type="title"/>
          </p:nvPr>
        </p:nvSpPr>
        <p:spPr>
          <a:xfrm>
            <a:off x="5965174" y="2459500"/>
            <a:ext cx="2305500" cy="3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5" name="Google Shape;945;p42"/>
          <p:cNvSpPr txBox="1"/>
          <p:nvPr>
            <p:ph idx="15" type="subTitle"/>
          </p:nvPr>
        </p:nvSpPr>
        <p:spPr>
          <a:xfrm>
            <a:off x="5965181" y="2785602"/>
            <a:ext cx="23055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46" name="Google Shape;946;p42"/>
          <p:cNvGrpSpPr/>
          <p:nvPr/>
        </p:nvGrpSpPr>
        <p:grpSpPr>
          <a:xfrm>
            <a:off x="-126741" y="445023"/>
            <a:ext cx="9416561" cy="3771114"/>
            <a:chOff x="-126741" y="445023"/>
            <a:chExt cx="9416561" cy="3771114"/>
          </a:xfrm>
        </p:grpSpPr>
        <p:sp>
          <p:nvSpPr>
            <p:cNvPr id="947" name="Google Shape;947;p42"/>
            <p:cNvSpPr/>
            <p:nvPr/>
          </p:nvSpPr>
          <p:spPr>
            <a:xfrm flipH="1">
              <a:off x="825849" y="4450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 flipH="1">
              <a:off x="-126741" y="416999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2"/>
            <p:cNvSpPr/>
            <p:nvPr/>
          </p:nvSpPr>
          <p:spPr>
            <a:xfrm flipH="1">
              <a:off x="490829" y="60544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2"/>
            <p:cNvSpPr/>
            <p:nvPr/>
          </p:nvSpPr>
          <p:spPr>
            <a:xfrm flipH="1">
              <a:off x="8728137" y="1170132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2"/>
            <p:cNvSpPr/>
            <p:nvPr/>
          </p:nvSpPr>
          <p:spPr>
            <a:xfrm flipH="1">
              <a:off x="8515975" y="3736753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42"/>
          <p:cNvSpPr/>
          <p:nvPr/>
        </p:nvSpPr>
        <p:spPr>
          <a:xfrm flipH="1">
            <a:off x="-1105091" y="19293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2"/>
          <p:cNvSpPr/>
          <p:nvPr/>
        </p:nvSpPr>
        <p:spPr>
          <a:xfrm flipH="1">
            <a:off x="1782831" y="214102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4" name="Google Shape;954;p42"/>
          <p:cNvGrpSpPr/>
          <p:nvPr/>
        </p:nvGrpSpPr>
        <p:grpSpPr>
          <a:xfrm flipH="1">
            <a:off x="8563996" y="1785760"/>
            <a:ext cx="279245" cy="271706"/>
            <a:chOff x="2997351" y="1338348"/>
            <a:chExt cx="279245" cy="271706"/>
          </a:xfrm>
        </p:grpSpPr>
        <p:sp>
          <p:nvSpPr>
            <p:cNvPr id="955" name="Google Shape;955;p42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2"/>
            <p:cNvSpPr/>
            <p:nvPr/>
          </p:nvSpPr>
          <p:spPr>
            <a:xfrm>
              <a:off x="3131638" y="154057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42"/>
          <p:cNvGrpSpPr/>
          <p:nvPr/>
        </p:nvGrpSpPr>
        <p:grpSpPr>
          <a:xfrm flipH="1">
            <a:off x="507821" y="4734050"/>
            <a:ext cx="413545" cy="210602"/>
            <a:chOff x="2997351" y="1193725"/>
            <a:chExt cx="413545" cy="210602"/>
          </a:xfrm>
        </p:grpSpPr>
        <p:sp>
          <p:nvSpPr>
            <p:cNvPr id="958" name="Google Shape;958;p42"/>
            <p:cNvSpPr/>
            <p:nvPr/>
          </p:nvSpPr>
          <p:spPr>
            <a:xfrm>
              <a:off x="2997351" y="1338348"/>
              <a:ext cx="105802" cy="65980"/>
            </a:xfrm>
            <a:custGeom>
              <a:rect b="b" l="l" r="r" t="t"/>
              <a:pathLst>
                <a:path extrusionOk="0" h="396" w="635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3265938" y="1193725"/>
              <a:ext cx="144957" cy="69478"/>
            </a:xfrm>
            <a:custGeom>
              <a:rect b="b" l="l" r="r" t="t"/>
              <a:pathLst>
                <a:path extrusionOk="0" h="417" w="87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dk1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3"/>
          <p:cNvSpPr/>
          <p:nvPr/>
        </p:nvSpPr>
        <p:spPr>
          <a:xfrm>
            <a:off x="252804" y="177096"/>
            <a:ext cx="8638393" cy="4789309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3"/>
          <p:cNvSpPr/>
          <p:nvPr/>
        </p:nvSpPr>
        <p:spPr>
          <a:xfrm>
            <a:off x="0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3"/>
          <p:cNvSpPr txBox="1"/>
          <p:nvPr>
            <p:ph hasCustomPrompt="1" type="title"/>
          </p:nvPr>
        </p:nvSpPr>
        <p:spPr>
          <a:xfrm>
            <a:off x="713175" y="1134263"/>
            <a:ext cx="3858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4" name="Google Shape;964;p43"/>
          <p:cNvSpPr txBox="1"/>
          <p:nvPr>
            <p:ph idx="1" type="subTitle"/>
          </p:nvPr>
        </p:nvSpPr>
        <p:spPr>
          <a:xfrm>
            <a:off x="713175" y="1840288"/>
            <a:ext cx="3858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5" name="Google Shape;965;p43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3"/>
          <p:cNvSpPr/>
          <p:nvPr/>
        </p:nvSpPr>
        <p:spPr>
          <a:xfrm>
            <a:off x="6051656" y="3064600"/>
            <a:ext cx="899419" cy="810828"/>
          </a:xfrm>
          <a:custGeom>
            <a:rect b="b" l="l" r="r" t="t"/>
            <a:pathLst>
              <a:path extrusionOk="0" h="8164" w="9056">
                <a:moveTo>
                  <a:pt x="4516" y="0"/>
                </a:moveTo>
                <a:cubicBezTo>
                  <a:pt x="4167" y="0"/>
                  <a:pt x="3812" y="45"/>
                  <a:pt x="3460" y="139"/>
                </a:cubicBezTo>
                <a:cubicBezTo>
                  <a:pt x="1287" y="737"/>
                  <a:pt x="1" y="2965"/>
                  <a:pt x="580" y="5138"/>
                </a:cubicBezTo>
                <a:cubicBezTo>
                  <a:pt x="1079" y="6966"/>
                  <a:pt x="2712" y="8163"/>
                  <a:pt x="4501" y="8163"/>
                </a:cubicBezTo>
                <a:cubicBezTo>
                  <a:pt x="4856" y="8163"/>
                  <a:pt x="5218" y="8116"/>
                  <a:pt x="5579" y="8017"/>
                </a:cubicBezTo>
                <a:cubicBezTo>
                  <a:pt x="7770" y="7438"/>
                  <a:pt x="9056" y="5192"/>
                  <a:pt x="8458" y="3019"/>
                </a:cubicBezTo>
                <a:cubicBezTo>
                  <a:pt x="7972" y="1198"/>
                  <a:pt x="6318" y="0"/>
                  <a:pt x="45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7" name="Google Shape;967;p43"/>
          <p:cNvGrpSpPr/>
          <p:nvPr/>
        </p:nvGrpSpPr>
        <p:grpSpPr>
          <a:xfrm>
            <a:off x="701101" y="538821"/>
            <a:ext cx="7729714" cy="4052805"/>
            <a:chOff x="729064" y="589271"/>
            <a:chExt cx="7729714" cy="4052805"/>
          </a:xfrm>
        </p:grpSpPr>
        <p:sp>
          <p:nvSpPr>
            <p:cNvPr id="968" name="Google Shape;968;p43"/>
            <p:cNvSpPr/>
            <p:nvPr/>
          </p:nvSpPr>
          <p:spPr>
            <a:xfrm>
              <a:off x="7265861" y="3983985"/>
              <a:ext cx="142905" cy="75612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3"/>
            <p:cNvSpPr/>
            <p:nvPr/>
          </p:nvSpPr>
          <p:spPr>
            <a:xfrm>
              <a:off x="5961563" y="2979403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3"/>
            <p:cNvSpPr/>
            <p:nvPr/>
          </p:nvSpPr>
          <p:spPr>
            <a:xfrm>
              <a:off x="5758080" y="3235727"/>
              <a:ext cx="179835" cy="78532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729064" y="4583542"/>
              <a:ext cx="92691" cy="58534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3"/>
            <p:cNvSpPr/>
            <p:nvPr/>
          </p:nvSpPr>
          <p:spPr>
            <a:xfrm>
              <a:off x="853431" y="4340501"/>
              <a:ext cx="126994" cy="62913"/>
            </a:xfrm>
            <a:custGeom>
              <a:rect b="b" l="l" r="r" t="t"/>
              <a:pathLst>
                <a:path extrusionOk="0" h="431" w="87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3" name="Google Shape;973;p43"/>
            <p:cNvGrpSpPr/>
            <p:nvPr/>
          </p:nvGrpSpPr>
          <p:grpSpPr>
            <a:xfrm>
              <a:off x="7609515" y="589271"/>
              <a:ext cx="849263" cy="621826"/>
              <a:chOff x="2286975" y="482760"/>
              <a:chExt cx="163925" cy="120025"/>
            </a:xfrm>
          </p:grpSpPr>
          <p:sp>
            <p:nvSpPr>
              <p:cNvPr id="974" name="Google Shape;974;p43"/>
              <p:cNvSpPr/>
              <p:nvPr/>
            </p:nvSpPr>
            <p:spPr>
              <a:xfrm>
                <a:off x="2286975" y="482760"/>
                <a:ext cx="38075" cy="13125"/>
              </a:xfrm>
              <a:custGeom>
                <a:rect b="b" l="l" r="r" t="t"/>
                <a:pathLst>
                  <a:path extrusionOk="0" h="525" w="1523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43"/>
              <p:cNvSpPr/>
              <p:nvPr/>
            </p:nvSpPr>
            <p:spPr>
              <a:xfrm>
                <a:off x="2291975" y="531335"/>
                <a:ext cx="33075" cy="18950"/>
              </a:xfrm>
              <a:custGeom>
                <a:rect b="b" l="l" r="r" t="t"/>
                <a:pathLst>
                  <a:path extrusionOk="0" h="758" w="1323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43"/>
              <p:cNvSpPr/>
              <p:nvPr/>
            </p:nvSpPr>
            <p:spPr>
              <a:xfrm>
                <a:off x="2387950" y="586285"/>
                <a:ext cx="22650" cy="16500"/>
              </a:xfrm>
              <a:custGeom>
                <a:rect b="b" l="l" r="r" t="t"/>
                <a:pathLst>
                  <a:path extrusionOk="0" h="660" w="906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43"/>
              <p:cNvSpPr/>
              <p:nvPr/>
            </p:nvSpPr>
            <p:spPr>
              <a:xfrm>
                <a:off x="2429150" y="512160"/>
                <a:ext cx="21750" cy="10425"/>
              </a:xfrm>
              <a:custGeom>
                <a:rect b="b" l="l" r="r" t="t"/>
                <a:pathLst>
                  <a:path extrusionOk="0" h="417" w="87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78" name="Google Shape;978;p43"/>
          <p:cNvSpPr/>
          <p:nvPr/>
        </p:nvSpPr>
        <p:spPr>
          <a:xfrm>
            <a:off x="1677866" y="4389770"/>
            <a:ext cx="130" cy="4792"/>
          </a:xfrm>
          <a:custGeom>
            <a:rect b="b" l="l" r="r" t="t"/>
            <a:pathLst>
              <a:path extrusionOk="0" h="37" w="1">
                <a:moveTo>
                  <a:pt x="1" y="37"/>
                </a:moveTo>
                <a:cubicBezTo>
                  <a:pt x="1" y="19"/>
                  <a:pt x="1" y="19"/>
                  <a:pt x="1" y="1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9" name="Google Shape;979;p43"/>
          <p:cNvGrpSpPr/>
          <p:nvPr/>
        </p:nvGrpSpPr>
        <p:grpSpPr>
          <a:xfrm flipH="1">
            <a:off x="-103928" y="11357"/>
            <a:ext cx="9489289" cy="4774777"/>
            <a:chOff x="-150589" y="11357"/>
            <a:chExt cx="9489289" cy="4774777"/>
          </a:xfrm>
        </p:grpSpPr>
        <p:sp>
          <p:nvSpPr>
            <p:cNvPr id="980" name="Google Shape;980;p43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43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43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3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3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3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3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3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3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9" name="Google Shape;989;p43"/>
          <p:cNvSpPr/>
          <p:nvPr/>
        </p:nvSpPr>
        <p:spPr>
          <a:xfrm flipH="1">
            <a:off x="6350975" y="3005138"/>
            <a:ext cx="964800" cy="1054450"/>
          </a:xfrm>
          <a:custGeom>
            <a:rect b="b" l="l" r="r" t="t"/>
            <a:pathLst>
              <a:path extrusionOk="0" h="42178" w="38592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3"/>
          <p:cNvSpPr txBox="1"/>
          <p:nvPr>
            <p:ph hasCustomPrompt="1" idx="2" type="title"/>
          </p:nvPr>
        </p:nvSpPr>
        <p:spPr>
          <a:xfrm>
            <a:off x="713175" y="2858004"/>
            <a:ext cx="3858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91" name="Google Shape;991;p43"/>
          <p:cNvSpPr txBox="1"/>
          <p:nvPr>
            <p:ph idx="3" type="subTitle"/>
          </p:nvPr>
        </p:nvSpPr>
        <p:spPr>
          <a:xfrm>
            <a:off x="713175" y="3564032"/>
            <a:ext cx="3858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43"/>
          <p:cNvSpPr txBox="1"/>
          <p:nvPr>
            <p:ph hasCustomPrompt="1" idx="4" type="title"/>
          </p:nvPr>
        </p:nvSpPr>
        <p:spPr>
          <a:xfrm>
            <a:off x="4571925" y="1134271"/>
            <a:ext cx="3858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93" name="Google Shape;993;p43"/>
          <p:cNvSpPr txBox="1"/>
          <p:nvPr>
            <p:ph idx="5" type="subTitle"/>
          </p:nvPr>
        </p:nvSpPr>
        <p:spPr>
          <a:xfrm>
            <a:off x="4571925" y="1840299"/>
            <a:ext cx="3858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solidFill>
          <a:schemeClr val="lt1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4"/>
          <p:cNvSpPr/>
          <p:nvPr/>
        </p:nvSpPr>
        <p:spPr>
          <a:xfrm rot="10800000">
            <a:off x="91" y="-78762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44"/>
          <p:cNvSpPr txBox="1"/>
          <p:nvPr>
            <p:ph hasCustomPrompt="1" type="title"/>
          </p:nvPr>
        </p:nvSpPr>
        <p:spPr>
          <a:xfrm>
            <a:off x="1159988" y="1445638"/>
            <a:ext cx="12456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7" name="Google Shape;997;p44"/>
          <p:cNvSpPr txBox="1"/>
          <p:nvPr>
            <p:ph idx="1" type="subTitle"/>
          </p:nvPr>
        </p:nvSpPr>
        <p:spPr>
          <a:xfrm>
            <a:off x="716588" y="3981300"/>
            <a:ext cx="2132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44"/>
          <p:cNvSpPr txBox="1"/>
          <p:nvPr>
            <p:ph idx="2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9" name="Google Shape;999;p44"/>
          <p:cNvSpPr txBox="1"/>
          <p:nvPr>
            <p:ph hasCustomPrompt="1" idx="3" type="title"/>
          </p:nvPr>
        </p:nvSpPr>
        <p:spPr>
          <a:xfrm>
            <a:off x="3963903" y="1445638"/>
            <a:ext cx="12456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0" name="Google Shape;1000;p44"/>
          <p:cNvSpPr txBox="1"/>
          <p:nvPr>
            <p:ph idx="4" type="subTitle"/>
          </p:nvPr>
        </p:nvSpPr>
        <p:spPr>
          <a:xfrm>
            <a:off x="3520503" y="3981300"/>
            <a:ext cx="2132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1" name="Google Shape;1001;p44"/>
          <p:cNvSpPr txBox="1"/>
          <p:nvPr>
            <p:ph hasCustomPrompt="1" idx="5" type="title"/>
          </p:nvPr>
        </p:nvSpPr>
        <p:spPr>
          <a:xfrm>
            <a:off x="6740706" y="1445638"/>
            <a:ext cx="12456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2" name="Google Shape;1002;p44"/>
          <p:cNvSpPr txBox="1"/>
          <p:nvPr>
            <p:ph idx="6" type="subTitle"/>
          </p:nvPr>
        </p:nvSpPr>
        <p:spPr>
          <a:xfrm>
            <a:off x="6297306" y="3981300"/>
            <a:ext cx="2132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44"/>
          <p:cNvSpPr txBox="1"/>
          <p:nvPr>
            <p:ph idx="7" type="title"/>
          </p:nvPr>
        </p:nvSpPr>
        <p:spPr>
          <a:xfrm>
            <a:off x="716588" y="3653700"/>
            <a:ext cx="2132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4" name="Google Shape;1004;p44"/>
          <p:cNvSpPr txBox="1"/>
          <p:nvPr>
            <p:ph idx="8" type="title"/>
          </p:nvPr>
        </p:nvSpPr>
        <p:spPr>
          <a:xfrm>
            <a:off x="3520503" y="3653700"/>
            <a:ext cx="2132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5" name="Google Shape;1005;p44"/>
          <p:cNvSpPr txBox="1"/>
          <p:nvPr>
            <p:ph idx="9" type="title"/>
          </p:nvPr>
        </p:nvSpPr>
        <p:spPr>
          <a:xfrm>
            <a:off x="6297306" y="3653700"/>
            <a:ext cx="2132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6" name="Google Shape;1006;p44"/>
          <p:cNvSpPr/>
          <p:nvPr/>
        </p:nvSpPr>
        <p:spPr>
          <a:xfrm>
            <a:off x="292068" y="3509001"/>
            <a:ext cx="126994" cy="62913"/>
          </a:xfrm>
          <a:custGeom>
            <a:rect b="b" l="l" r="r" t="t"/>
            <a:pathLst>
              <a:path extrusionOk="0" h="431" w="870">
                <a:moveTo>
                  <a:pt x="698" y="1"/>
                </a:moveTo>
                <a:cubicBezTo>
                  <a:pt x="657" y="1"/>
                  <a:pt x="615" y="11"/>
                  <a:pt x="580" y="32"/>
                </a:cubicBezTo>
                <a:cubicBezTo>
                  <a:pt x="524" y="65"/>
                  <a:pt x="483" y="112"/>
                  <a:pt x="446" y="164"/>
                </a:cubicBezTo>
                <a:lnTo>
                  <a:pt x="446" y="164"/>
                </a:lnTo>
                <a:cubicBezTo>
                  <a:pt x="382" y="129"/>
                  <a:pt x="312" y="112"/>
                  <a:pt x="244" y="112"/>
                </a:cubicBezTo>
                <a:cubicBezTo>
                  <a:pt x="157" y="112"/>
                  <a:pt x="71" y="140"/>
                  <a:pt x="0" y="195"/>
                </a:cubicBezTo>
                <a:cubicBezTo>
                  <a:pt x="29" y="184"/>
                  <a:pt x="60" y="179"/>
                  <a:pt x="90" y="179"/>
                </a:cubicBezTo>
                <a:cubicBezTo>
                  <a:pt x="213" y="179"/>
                  <a:pt x="341" y="260"/>
                  <a:pt x="399" y="376"/>
                </a:cubicBezTo>
                <a:cubicBezTo>
                  <a:pt x="417" y="394"/>
                  <a:pt x="435" y="412"/>
                  <a:pt x="471" y="431"/>
                </a:cubicBezTo>
                <a:cubicBezTo>
                  <a:pt x="525" y="431"/>
                  <a:pt x="562" y="394"/>
                  <a:pt x="562" y="340"/>
                </a:cubicBezTo>
                <a:cubicBezTo>
                  <a:pt x="562" y="268"/>
                  <a:pt x="598" y="177"/>
                  <a:pt x="634" y="123"/>
                </a:cubicBezTo>
                <a:cubicBezTo>
                  <a:pt x="670" y="74"/>
                  <a:pt x="731" y="50"/>
                  <a:pt x="788" y="50"/>
                </a:cubicBezTo>
                <a:cubicBezTo>
                  <a:pt x="817" y="50"/>
                  <a:pt x="845" y="56"/>
                  <a:pt x="869" y="68"/>
                </a:cubicBezTo>
                <a:cubicBezTo>
                  <a:pt x="826" y="25"/>
                  <a:pt x="762" y="1"/>
                  <a:pt x="6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4"/>
          <p:cNvSpPr/>
          <p:nvPr/>
        </p:nvSpPr>
        <p:spPr>
          <a:xfrm>
            <a:off x="-418788" y="4447880"/>
            <a:ext cx="1578784" cy="434152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BLANK_1_1_1_1_1_1_3_1">
    <p:bg>
      <p:bgPr>
        <a:solidFill>
          <a:schemeClr val="lt1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5"/>
          <p:cNvSpPr txBox="1"/>
          <p:nvPr>
            <p:ph hasCustomPrompt="1" type="title"/>
          </p:nvPr>
        </p:nvSpPr>
        <p:spPr>
          <a:xfrm>
            <a:off x="2642525" y="549688"/>
            <a:ext cx="3858900" cy="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r>
              <a:t>xx%</a:t>
            </a:r>
          </a:p>
        </p:txBody>
      </p:sp>
      <p:sp>
        <p:nvSpPr>
          <p:cNvPr id="1010" name="Google Shape;1010;p45"/>
          <p:cNvSpPr txBox="1"/>
          <p:nvPr>
            <p:ph idx="1" type="subTitle"/>
          </p:nvPr>
        </p:nvSpPr>
        <p:spPr>
          <a:xfrm>
            <a:off x="2642569" y="1280113"/>
            <a:ext cx="38589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1" name="Google Shape;1011;p45"/>
          <p:cNvSpPr txBox="1"/>
          <p:nvPr>
            <p:ph hasCustomPrompt="1" idx="2" type="title"/>
          </p:nvPr>
        </p:nvSpPr>
        <p:spPr>
          <a:xfrm>
            <a:off x="2642525" y="2385413"/>
            <a:ext cx="3858900" cy="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r>
              <a:t>xx%</a:t>
            </a:r>
          </a:p>
        </p:txBody>
      </p:sp>
      <p:sp>
        <p:nvSpPr>
          <p:cNvPr id="1012" name="Google Shape;1012;p45"/>
          <p:cNvSpPr txBox="1"/>
          <p:nvPr>
            <p:ph idx="3" type="subTitle"/>
          </p:nvPr>
        </p:nvSpPr>
        <p:spPr>
          <a:xfrm>
            <a:off x="2642569" y="3115838"/>
            <a:ext cx="38589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3" name="Google Shape;1013;p45"/>
          <p:cNvSpPr/>
          <p:nvPr/>
        </p:nvSpPr>
        <p:spPr>
          <a:xfrm flipH="1">
            <a:off x="4952000" y="151107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5"/>
          <p:cNvSpPr/>
          <p:nvPr/>
        </p:nvSpPr>
        <p:spPr>
          <a:xfrm>
            <a:off x="-596949" y="2099241"/>
            <a:ext cx="1824957" cy="501884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5"/>
          <p:cNvSpPr/>
          <p:nvPr/>
        </p:nvSpPr>
        <p:spPr>
          <a:xfrm>
            <a:off x="7994126" y="513129"/>
            <a:ext cx="1824957" cy="501884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45"/>
          <p:cNvSpPr/>
          <p:nvPr/>
        </p:nvSpPr>
        <p:spPr>
          <a:xfrm>
            <a:off x="-1" y="571586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5"/>
          <p:cNvSpPr/>
          <p:nvPr/>
        </p:nvSpPr>
        <p:spPr>
          <a:xfrm>
            <a:off x="1794455" y="368388"/>
            <a:ext cx="135101" cy="83189"/>
          </a:xfrm>
          <a:custGeom>
            <a:rect b="b" l="l" r="r" t="t"/>
            <a:pathLst>
              <a:path extrusionOk="0" h="391" w="635">
                <a:moveTo>
                  <a:pt x="535" y="0"/>
                </a:moveTo>
                <a:cubicBezTo>
                  <a:pt x="491" y="0"/>
                  <a:pt x="446" y="18"/>
                  <a:pt x="417" y="57"/>
                </a:cubicBezTo>
                <a:cubicBezTo>
                  <a:pt x="390" y="85"/>
                  <a:pt x="362" y="122"/>
                  <a:pt x="342" y="161"/>
                </a:cubicBezTo>
                <a:lnTo>
                  <a:pt x="342" y="161"/>
                </a:lnTo>
                <a:cubicBezTo>
                  <a:pt x="326" y="159"/>
                  <a:pt x="311" y="158"/>
                  <a:pt x="296" y="158"/>
                </a:cubicBezTo>
                <a:cubicBezTo>
                  <a:pt x="186" y="158"/>
                  <a:pt x="73" y="214"/>
                  <a:pt x="1" y="310"/>
                </a:cubicBezTo>
                <a:cubicBezTo>
                  <a:pt x="46" y="280"/>
                  <a:pt x="98" y="266"/>
                  <a:pt x="149" y="266"/>
                </a:cubicBezTo>
                <a:cubicBezTo>
                  <a:pt x="221" y="266"/>
                  <a:pt x="292" y="294"/>
                  <a:pt x="345" y="347"/>
                </a:cubicBezTo>
                <a:cubicBezTo>
                  <a:pt x="358" y="373"/>
                  <a:pt x="381" y="390"/>
                  <a:pt x="407" y="390"/>
                </a:cubicBezTo>
                <a:cubicBezTo>
                  <a:pt x="416" y="390"/>
                  <a:pt x="426" y="388"/>
                  <a:pt x="435" y="383"/>
                </a:cubicBezTo>
                <a:cubicBezTo>
                  <a:pt x="472" y="383"/>
                  <a:pt x="508" y="329"/>
                  <a:pt x="490" y="274"/>
                </a:cubicBezTo>
                <a:cubicBezTo>
                  <a:pt x="472" y="220"/>
                  <a:pt x="472" y="166"/>
                  <a:pt x="490" y="111"/>
                </a:cubicBezTo>
                <a:cubicBezTo>
                  <a:pt x="505" y="67"/>
                  <a:pt x="556" y="34"/>
                  <a:pt x="604" y="34"/>
                </a:cubicBezTo>
                <a:cubicBezTo>
                  <a:pt x="615" y="34"/>
                  <a:pt x="625" y="36"/>
                  <a:pt x="635" y="39"/>
                </a:cubicBezTo>
                <a:cubicBezTo>
                  <a:pt x="609" y="14"/>
                  <a:pt x="572" y="0"/>
                  <a:pt x="53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5"/>
          <p:cNvSpPr/>
          <p:nvPr/>
        </p:nvSpPr>
        <p:spPr>
          <a:xfrm>
            <a:off x="-9" y="3322824"/>
            <a:ext cx="2286641" cy="1916610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5"/>
          <p:cNvSpPr/>
          <p:nvPr/>
        </p:nvSpPr>
        <p:spPr>
          <a:xfrm flipH="1">
            <a:off x="7416257" y="2217450"/>
            <a:ext cx="1727743" cy="2328003"/>
          </a:xfrm>
          <a:custGeom>
            <a:rect b="b" l="l" r="r" t="t"/>
            <a:pathLst>
              <a:path extrusionOk="0" h="54250" w="40262">
                <a:moveTo>
                  <a:pt x="15386" y="0"/>
                </a:moveTo>
                <a:cubicBezTo>
                  <a:pt x="15131" y="0"/>
                  <a:pt x="14895" y="209"/>
                  <a:pt x="14895" y="503"/>
                </a:cubicBezTo>
                <a:cubicBezTo>
                  <a:pt x="14895" y="720"/>
                  <a:pt x="15026" y="894"/>
                  <a:pt x="15242" y="980"/>
                </a:cubicBezTo>
                <a:lnTo>
                  <a:pt x="15242" y="7550"/>
                </a:lnTo>
                <a:cubicBezTo>
                  <a:pt x="14679" y="9197"/>
                  <a:pt x="11557" y="18043"/>
                  <a:pt x="8716" y="21122"/>
                </a:cubicBezTo>
                <a:lnTo>
                  <a:pt x="10538" y="21122"/>
                </a:lnTo>
                <a:lnTo>
                  <a:pt x="10538" y="21469"/>
                </a:lnTo>
                <a:lnTo>
                  <a:pt x="10343" y="21469"/>
                </a:lnTo>
                <a:lnTo>
                  <a:pt x="10343" y="22314"/>
                </a:lnTo>
                <a:lnTo>
                  <a:pt x="10538" y="22314"/>
                </a:lnTo>
                <a:lnTo>
                  <a:pt x="10538" y="22943"/>
                </a:lnTo>
                <a:lnTo>
                  <a:pt x="10343" y="22943"/>
                </a:lnTo>
                <a:lnTo>
                  <a:pt x="10343" y="23810"/>
                </a:lnTo>
                <a:lnTo>
                  <a:pt x="10538" y="23810"/>
                </a:lnTo>
                <a:lnTo>
                  <a:pt x="10538" y="24417"/>
                </a:lnTo>
                <a:lnTo>
                  <a:pt x="10343" y="24417"/>
                </a:lnTo>
                <a:lnTo>
                  <a:pt x="10343" y="25284"/>
                </a:lnTo>
                <a:lnTo>
                  <a:pt x="10538" y="25284"/>
                </a:lnTo>
                <a:lnTo>
                  <a:pt x="10538" y="25913"/>
                </a:lnTo>
                <a:lnTo>
                  <a:pt x="10343" y="25913"/>
                </a:lnTo>
                <a:lnTo>
                  <a:pt x="10343" y="26759"/>
                </a:lnTo>
                <a:lnTo>
                  <a:pt x="10538" y="26759"/>
                </a:lnTo>
                <a:lnTo>
                  <a:pt x="10538" y="27409"/>
                </a:lnTo>
                <a:lnTo>
                  <a:pt x="10343" y="27409"/>
                </a:lnTo>
                <a:lnTo>
                  <a:pt x="10343" y="28255"/>
                </a:lnTo>
                <a:lnTo>
                  <a:pt x="10538" y="28255"/>
                </a:lnTo>
                <a:lnTo>
                  <a:pt x="10538" y="28883"/>
                </a:lnTo>
                <a:lnTo>
                  <a:pt x="10343" y="28883"/>
                </a:lnTo>
                <a:lnTo>
                  <a:pt x="10343" y="29729"/>
                </a:lnTo>
                <a:lnTo>
                  <a:pt x="10538" y="29729"/>
                </a:lnTo>
                <a:lnTo>
                  <a:pt x="10538" y="30423"/>
                </a:lnTo>
                <a:lnTo>
                  <a:pt x="9844" y="30423"/>
                </a:lnTo>
                <a:lnTo>
                  <a:pt x="9844" y="29339"/>
                </a:lnTo>
                <a:lnTo>
                  <a:pt x="8977" y="29339"/>
                </a:lnTo>
                <a:lnTo>
                  <a:pt x="8977" y="30423"/>
                </a:lnTo>
                <a:lnTo>
                  <a:pt x="8001" y="30423"/>
                </a:lnTo>
                <a:lnTo>
                  <a:pt x="8001" y="29339"/>
                </a:lnTo>
                <a:lnTo>
                  <a:pt x="7134" y="29339"/>
                </a:lnTo>
                <a:lnTo>
                  <a:pt x="7134" y="30423"/>
                </a:lnTo>
                <a:lnTo>
                  <a:pt x="6158" y="30423"/>
                </a:lnTo>
                <a:lnTo>
                  <a:pt x="6158" y="29881"/>
                </a:lnTo>
                <a:lnTo>
                  <a:pt x="6332" y="29881"/>
                </a:lnTo>
                <a:lnTo>
                  <a:pt x="6332" y="29035"/>
                </a:lnTo>
                <a:lnTo>
                  <a:pt x="6158" y="29035"/>
                </a:lnTo>
                <a:lnTo>
                  <a:pt x="6158" y="28406"/>
                </a:lnTo>
                <a:lnTo>
                  <a:pt x="6332" y="28406"/>
                </a:lnTo>
                <a:lnTo>
                  <a:pt x="6332" y="27539"/>
                </a:lnTo>
                <a:lnTo>
                  <a:pt x="6158" y="27539"/>
                </a:lnTo>
                <a:lnTo>
                  <a:pt x="6158" y="26910"/>
                </a:lnTo>
                <a:lnTo>
                  <a:pt x="6332" y="26910"/>
                </a:lnTo>
                <a:lnTo>
                  <a:pt x="6332" y="26043"/>
                </a:lnTo>
                <a:lnTo>
                  <a:pt x="6158" y="26043"/>
                </a:lnTo>
                <a:lnTo>
                  <a:pt x="6158" y="25414"/>
                </a:lnTo>
                <a:lnTo>
                  <a:pt x="6332" y="25414"/>
                </a:lnTo>
                <a:lnTo>
                  <a:pt x="6332" y="24569"/>
                </a:lnTo>
                <a:lnTo>
                  <a:pt x="6158" y="24569"/>
                </a:lnTo>
                <a:lnTo>
                  <a:pt x="6158" y="24417"/>
                </a:lnTo>
                <a:lnTo>
                  <a:pt x="7784" y="24417"/>
                </a:lnTo>
                <a:cubicBezTo>
                  <a:pt x="5313" y="21750"/>
                  <a:pt x="2624" y="14271"/>
                  <a:pt x="2017" y="12493"/>
                </a:cubicBezTo>
                <a:lnTo>
                  <a:pt x="2017" y="9523"/>
                </a:lnTo>
                <a:cubicBezTo>
                  <a:pt x="2126" y="9479"/>
                  <a:pt x="2256" y="9436"/>
                  <a:pt x="2342" y="9392"/>
                </a:cubicBezTo>
                <a:cubicBezTo>
                  <a:pt x="2376" y="9383"/>
                  <a:pt x="2411" y="9379"/>
                  <a:pt x="2447" y="9379"/>
                </a:cubicBezTo>
                <a:cubicBezTo>
                  <a:pt x="2665" y="9379"/>
                  <a:pt x="2915" y="9526"/>
                  <a:pt x="3101" y="9544"/>
                </a:cubicBezTo>
                <a:cubicBezTo>
                  <a:pt x="3127" y="9548"/>
                  <a:pt x="3152" y="9549"/>
                  <a:pt x="3177" y="9549"/>
                </a:cubicBezTo>
                <a:cubicBezTo>
                  <a:pt x="3475" y="9549"/>
                  <a:pt x="3643" y="9316"/>
                  <a:pt x="3903" y="9176"/>
                </a:cubicBezTo>
                <a:cubicBezTo>
                  <a:pt x="4033" y="9111"/>
                  <a:pt x="4180" y="9078"/>
                  <a:pt x="4326" y="9078"/>
                </a:cubicBezTo>
                <a:cubicBezTo>
                  <a:pt x="4473" y="9078"/>
                  <a:pt x="4619" y="9111"/>
                  <a:pt x="4749" y="9176"/>
                </a:cubicBezTo>
                <a:cubicBezTo>
                  <a:pt x="4893" y="9256"/>
                  <a:pt x="5020" y="9292"/>
                  <a:pt x="5138" y="9292"/>
                </a:cubicBezTo>
                <a:cubicBezTo>
                  <a:pt x="5341" y="9292"/>
                  <a:pt x="5520" y="9188"/>
                  <a:pt x="5725" y="9024"/>
                </a:cubicBezTo>
                <a:cubicBezTo>
                  <a:pt x="5876" y="8916"/>
                  <a:pt x="6006" y="8785"/>
                  <a:pt x="6137" y="8677"/>
                </a:cubicBezTo>
                <a:cubicBezTo>
                  <a:pt x="6180" y="8655"/>
                  <a:pt x="6223" y="8612"/>
                  <a:pt x="6245" y="8569"/>
                </a:cubicBezTo>
                <a:lnTo>
                  <a:pt x="6245" y="8569"/>
                </a:lnTo>
                <a:cubicBezTo>
                  <a:pt x="6167" y="8577"/>
                  <a:pt x="6088" y="8582"/>
                  <a:pt x="6009" y="8582"/>
                </a:cubicBezTo>
                <a:cubicBezTo>
                  <a:pt x="5692" y="8582"/>
                  <a:pt x="5369" y="8512"/>
                  <a:pt x="5074" y="8374"/>
                </a:cubicBezTo>
                <a:cubicBezTo>
                  <a:pt x="4944" y="8308"/>
                  <a:pt x="4836" y="8222"/>
                  <a:pt x="4749" y="8135"/>
                </a:cubicBezTo>
                <a:cubicBezTo>
                  <a:pt x="4684" y="8048"/>
                  <a:pt x="4619" y="7983"/>
                  <a:pt x="4532" y="7918"/>
                </a:cubicBezTo>
                <a:cubicBezTo>
                  <a:pt x="4473" y="7889"/>
                  <a:pt x="4409" y="7878"/>
                  <a:pt x="4341" y="7878"/>
                </a:cubicBezTo>
                <a:cubicBezTo>
                  <a:pt x="4167" y="7878"/>
                  <a:pt x="3971" y="7947"/>
                  <a:pt x="3784" y="7947"/>
                </a:cubicBezTo>
                <a:cubicBezTo>
                  <a:pt x="3721" y="7947"/>
                  <a:pt x="3659" y="7939"/>
                  <a:pt x="3600" y="7918"/>
                </a:cubicBezTo>
                <a:cubicBezTo>
                  <a:pt x="3426" y="7875"/>
                  <a:pt x="3231" y="7788"/>
                  <a:pt x="3080" y="7658"/>
                </a:cubicBezTo>
                <a:cubicBezTo>
                  <a:pt x="2971" y="7550"/>
                  <a:pt x="2884" y="7420"/>
                  <a:pt x="2819" y="7268"/>
                </a:cubicBezTo>
                <a:cubicBezTo>
                  <a:pt x="2734" y="7112"/>
                  <a:pt x="2565" y="7067"/>
                  <a:pt x="2386" y="7067"/>
                </a:cubicBezTo>
                <a:cubicBezTo>
                  <a:pt x="2291" y="7067"/>
                  <a:pt x="2194" y="7079"/>
                  <a:pt x="2104" y="7094"/>
                </a:cubicBezTo>
                <a:cubicBezTo>
                  <a:pt x="2567" y="6842"/>
                  <a:pt x="2377" y="6182"/>
                  <a:pt x="1870" y="6182"/>
                </a:cubicBezTo>
                <a:cubicBezTo>
                  <a:pt x="1854" y="6182"/>
                  <a:pt x="1838" y="6182"/>
                  <a:pt x="1822" y="6184"/>
                </a:cubicBezTo>
                <a:cubicBezTo>
                  <a:pt x="1302" y="6227"/>
                  <a:pt x="1215" y="6964"/>
                  <a:pt x="1714" y="7138"/>
                </a:cubicBezTo>
                <a:lnTo>
                  <a:pt x="1714" y="12601"/>
                </a:lnTo>
                <a:cubicBezTo>
                  <a:pt x="1454" y="13425"/>
                  <a:pt x="825" y="15160"/>
                  <a:pt x="1" y="17111"/>
                </a:cubicBezTo>
                <a:lnTo>
                  <a:pt x="1" y="54250"/>
                </a:lnTo>
                <a:lnTo>
                  <a:pt x="40262" y="54250"/>
                </a:lnTo>
                <a:lnTo>
                  <a:pt x="40262" y="36732"/>
                </a:lnTo>
                <a:lnTo>
                  <a:pt x="40002" y="36732"/>
                </a:lnTo>
                <a:lnTo>
                  <a:pt x="40002" y="35648"/>
                </a:lnTo>
                <a:lnTo>
                  <a:pt x="39134" y="35648"/>
                </a:lnTo>
                <a:lnTo>
                  <a:pt x="39134" y="36732"/>
                </a:lnTo>
                <a:lnTo>
                  <a:pt x="38159" y="36732"/>
                </a:lnTo>
                <a:lnTo>
                  <a:pt x="38159" y="35648"/>
                </a:lnTo>
                <a:lnTo>
                  <a:pt x="37617" y="35648"/>
                </a:lnTo>
                <a:lnTo>
                  <a:pt x="37617" y="35149"/>
                </a:lnTo>
                <a:lnTo>
                  <a:pt x="37465" y="35149"/>
                </a:lnTo>
                <a:lnTo>
                  <a:pt x="37465" y="34542"/>
                </a:lnTo>
                <a:lnTo>
                  <a:pt x="37617" y="34542"/>
                </a:lnTo>
                <a:lnTo>
                  <a:pt x="37617" y="33675"/>
                </a:lnTo>
                <a:lnTo>
                  <a:pt x="37465" y="33675"/>
                </a:lnTo>
                <a:lnTo>
                  <a:pt x="37465" y="33046"/>
                </a:lnTo>
                <a:lnTo>
                  <a:pt x="37617" y="33046"/>
                </a:lnTo>
                <a:lnTo>
                  <a:pt x="37617" y="32200"/>
                </a:lnTo>
                <a:lnTo>
                  <a:pt x="37465" y="32200"/>
                </a:lnTo>
                <a:lnTo>
                  <a:pt x="37465" y="31572"/>
                </a:lnTo>
                <a:lnTo>
                  <a:pt x="37617" y="31572"/>
                </a:lnTo>
                <a:lnTo>
                  <a:pt x="37617" y="30704"/>
                </a:lnTo>
                <a:lnTo>
                  <a:pt x="37465" y="30704"/>
                </a:lnTo>
                <a:lnTo>
                  <a:pt x="37465" y="29339"/>
                </a:lnTo>
                <a:lnTo>
                  <a:pt x="36598" y="29339"/>
                </a:lnTo>
                <a:lnTo>
                  <a:pt x="36598" y="30423"/>
                </a:lnTo>
                <a:lnTo>
                  <a:pt x="35622" y="30423"/>
                </a:lnTo>
                <a:lnTo>
                  <a:pt x="35622" y="29339"/>
                </a:lnTo>
                <a:lnTo>
                  <a:pt x="34755" y="29339"/>
                </a:lnTo>
                <a:lnTo>
                  <a:pt x="34755" y="30423"/>
                </a:lnTo>
                <a:lnTo>
                  <a:pt x="33801" y="30423"/>
                </a:lnTo>
                <a:lnTo>
                  <a:pt x="33801" y="29339"/>
                </a:lnTo>
                <a:lnTo>
                  <a:pt x="33346" y="29339"/>
                </a:lnTo>
                <a:lnTo>
                  <a:pt x="33346" y="29122"/>
                </a:lnTo>
                <a:lnTo>
                  <a:pt x="33085" y="29122"/>
                </a:lnTo>
                <a:lnTo>
                  <a:pt x="33085" y="28493"/>
                </a:lnTo>
                <a:lnTo>
                  <a:pt x="33346" y="28493"/>
                </a:lnTo>
                <a:lnTo>
                  <a:pt x="33346" y="27647"/>
                </a:lnTo>
                <a:lnTo>
                  <a:pt x="33085" y="27647"/>
                </a:lnTo>
                <a:lnTo>
                  <a:pt x="33085" y="27019"/>
                </a:lnTo>
                <a:lnTo>
                  <a:pt x="33346" y="27019"/>
                </a:lnTo>
                <a:lnTo>
                  <a:pt x="33346" y="26152"/>
                </a:lnTo>
                <a:lnTo>
                  <a:pt x="33085" y="26152"/>
                </a:lnTo>
                <a:lnTo>
                  <a:pt x="33085" y="25544"/>
                </a:lnTo>
                <a:lnTo>
                  <a:pt x="33346" y="25544"/>
                </a:lnTo>
                <a:lnTo>
                  <a:pt x="33346" y="24699"/>
                </a:lnTo>
                <a:lnTo>
                  <a:pt x="33085" y="24699"/>
                </a:lnTo>
                <a:lnTo>
                  <a:pt x="33085" y="24417"/>
                </a:lnTo>
                <a:lnTo>
                  <a:pt x="34712" y="24417"/>
                </a:lnTo>
                <a:cubicBezTo>
                  <a:pt x="32283" y="21794"/>
                  <a:pt x="29638" y="14487"/>
                  <a:pt x="28988" y="12580"/>
                </a:cubicBezTo>
                <a:lnTo>
                  <a:pt x="28988" y="9913"/>
                </a:lnTo>
                <a:cubicBezTo>
                  <a:pt x="29096" y="9891"/>
                  <a:pt x="29205" y="9848"/>
                  <a:pt x="29313" y="9783"/>
                </a:cubicBezTo>
                <a:cubicBezTo>
                  <a:pt x="29347" y="9774"/>
                  <a:pt x="29382" y="9770"/>
                  <a:pt x="29417" y="9770"/>
                </a:cubicBezTo>
                <a:cubicBezTo>
                  <a:pt x="29631" y="9770"/>
                  <a:pt x="29867" y="9916"/>
                  <a:pt x="30072" y="9935"/>
                </a:cubicBezTo>
                <a:cubicBezTo>
                  <a:pt x="30109" y="9942"/>
                  <a:pt x="30145" y="9945"/>
                  <a:pt x="30178" y="9945"/>
                </a:cubicBezTo>
                <a:cubicBezTo>
                  <a:pt x="30457" y="9945"/>
                  <a:pt x="30620" y="9723"/>
                  <a:pt x="30852" y="9588"/>
                </a:cubicBezTo>
                <a:cubicBezTo>
                  <a:pt x="30993" y="9512"/>
                  <a:pt x="31140" y="9474"/>
                  <a:pt x="31286" y="9474"/>
                </a:cubicBezTo>
                <a:cubicBezTo>
                  <a:pt x="31432" y="9474"/>
                  <a:pt x="31579" y="9512"/>
                  <a:pt x="31720" y="9588"/>
                </a:cubicBezTo>
                <a:cubicBezTo>
                  <a:pt x="31857" y="9660"/>
                  <a:pt x="31979" y="9694"/>
                  <a:pt x="32097" y="9694"/>
                </a:cubicBezTo>
                <a:cubicBezTo>
                  <a:pt x="32294" y="9694"/>
                  <a:pt x="32478" y="9599"/>
                  <a:pt x="32695" y="9436"/>
                </a:cubicBezTo>
                <a:cubicBezTo>
                  <a:pt x="32825" y="9327"/>
                  <a:pt x="32955" y="9197"/>
                  <a:pt x="33107" y="9089"/>
                </a:cubicBezTo>
                <a:cubicBezTo>
                  <a:pt x="33151" y="9046"/>
                  <a:pt x="33194" y="9024"/>
                  <a:pt x="33216" y="8959"/>
                </a:cubicBezTo>
                <a:lnTo>
                  <a:pt x="33216" y="8959"/>
                </a:lnTo>
                <a:cubicBezTo>
                  <a:pt x="33138" y="8968"/>
                  <a:pt x="33059" y="8972"/>
                  <a:pt x="32979" y="8972"/>
                </a:cubicBezTo>
                <a:cubicBezTo>
                  <a:pt x="32662" y="8972"/>
                  <a:pt x="32340" y="8903"/>
                  <a:pt x="32045" y="8764"/>
                </a:cubicBezTo>
                <a:cubicBezTo>
                  <a:pt x="31915" y="8699"/>
                  <a:pt x="31806" y="8634"/>
                  <a:pt x="31720" y="8525"/>
                </a:cubicBezTo>
                <a:cubicBezTo>
                  <a:pt x="31655" y="8439"/>
                  <a:pt x="31590" y="8374"/>
                  <a:pt x="31503" y="8330"/>
                </a:cubicBezTo>
                <a:cubicBezTo>
                  <a:pt x="31437" y="8292"/>
                  <a:pt x="31364" y="8278"/>
                  <a:pt x="31287" y="8278"/>
                </a:cubicBezTo>
                <a:cubicBezTo>
                  <a:pt x="31109" y="8278"/>
                  <a:pt x="30910" y="8350"/>
                  <a:pt x="30723" y="8350"/>
                </a:cubicBezTo>
                <a:cubicBezTo>
                  <a:pt x="30671" y="8350"/>
                  <a:pt x="30620" y="8344"/>
                  <a:pt x="30571" y="8330"/>
                </a:cubicBezTo>
                <a:cubicBezTo>
                  <a:pt x="30375" y="8287"/>
                  <a:pt x="30202" y="8178"/>
                  <a:pt x="30050" y="8070"/>
                </a:cubicBezTo>
                <a:cubicBezTo>
                  <a:pt x="29942" y="7962"/>
                  <a:pt x="29855" y="7831"/>
                  <a:pt x="29790" y="7680"/>
                </a:cubicBezTo>
                <a:cubicBezTo>
                  <a:pt x="29705" y="7524"/>
                  <a:pt x="29536" y="7479"/>
                  <a:pt x="29356" y="7479"/>
                </a:cubicBezTo>
                <a:cubicBezTo>
                  <a:pt x="29262" y="7479"/>
                  <a:pt x="29164" y="7491"/>
                  <a:pt x="29075" y="7506"/>
                </a:cubicBezTo>
                <a:cubicBezTo>
                  <a:pt x="29226" y="7420"/>
                  <a:pt x="29335" y="7268"/>
                  <a:pt x="29335" y="7094"/>
                </a:cubicBezTo>
                <a:cubicBezTo>
                  <a:pt x="29335" y="6758"/>
                  <a:pt x="29085" y="6590"/>
                  <a:pt x="28836" y="6590"/>
                </a:cubicBezTo>
                <a:cubicBezTo>
                  <a:pt x="28587" y="6590"/>
                  <a:pt x="28337" y="6758"/>
                  <a:pt x="28337" y="7094"/>
                </a:cubicBezTo>
                <a:cubicBezTo>
                  <a:pt x="28337" y="7289"/>
                  <a:pt x="28489" y="7485"/>
                  <a:pt x="28684" y="7550"/>
                </a:cubicBezTo>
                <a:lnTo>
                  <a:pt x="28684" y="12536"/>
                </a:lnTo>
                <a:cubicBezTo>
                  <a:pt x="28056" y="14357"/>
                  <a:pt x="25389" y="21772"/>
                  <a:pt x="22939" y="24417"/>
                </a:cubicBezTo>
                <a:lnTo>
                  <a:pt x="24565" y="24417"/>
                </a:lnTo>
                <a:lnTo>
                  <a:pt x="24565" y="24699"/>
                </a:lnTo>
                <a:lnTo>
                  <a:pt x="24327" y="24699"/>
                </a:lnTo>
                <a:lnTo>
                  <a:pt x="24327" y="25544"/>
                </a:lnTo>
                <a:lnTo>
                  <a:pt x="24565" y="25544"/>
                </a:lnTo>
                <a:lnTo>
                  <a:pt x="24565" y="26173"/>
                </a:lnTo>
                <a:lnTo>
                  <a:pt x="24327" y="26173"/>
                </a:lnTo>
                <a:lnTo>
                  <a:pt x="24327" y="27040"/>
                </a:lnTo>
                <a:lnTo>
                  <a:pt x="24565" y="27040"/>
                </a:lnTo>
                <a:lnTo>
                  <a:pt x="24565" y="27647"/>
                </a:lnTo>
                <a:lnTo>
                  <a:pt x="24327" y="27647"/>
                </a:lnTo>
                <a:lnTo>
                  <a:pt x="24327" y="28515"/>
                </a:lnTo>
                <a:lnTo>
                  <a:pt x="24565" y="28515"/>
                </a:lnTo>
                <a:lnTo>
                  <a:pt x="24565" y="29143"/>
                </a:lnTo>
                <a:lnTo>
                  <a:pt x="24327" y="29143"/>
                </a:lnTo>
                <a:lnTo>
                  <a:pt x="24327" y="29360"/>
                </a:lnTo>
                <a:lnTo>
                  <a:pt x="23698" y="29360"/>
                </a:lnTo>
                <a:lnTo>
                  <a:pt x="23698" y="30444"/>
                </a:lnTo>
                <a:lnTo>
                  <a:pt x="22744" y="30444"/>
                </a:lnTo>
                <a:lnTo>
                  <a:pt x="22744" y="29360"/>
                </a:lnTo>
                <a:lnTo>
                  <a:pt x="21855" y="29360"/>
                </a:lnTo>
                <a:lnTo>
                  <a:pt x="21855" y="30444"/>
                </a:lnTo>
                <a:lnTo>
                  <a:pt x="20901" y="30444"/>
                </a:lnTo>
                <a:lnTo>
                  <a:pt x="20901" y="29360"/>
                </a:lnTo>
                <a:lnTo>
                  <a:pt x="20381" y="29360"/>
                </a:lnTo>
                <a:lnTo>
                  <a:pt x="20381" y="28905"/>
                </a:lnTo>
                <a:lnTo>
                  <a:pt x="20120" y="28905"/>
                </a:lnTo>
                <a:lnTo>
                  <a:pt x="20120" y="28276"/>
                </a:lnTo>
                <a:lnTo>
                  <a:pt x="20381" y="28276"/>
                </a:lnTo>
                <a:lnTo>
                  <a:pt x="20381" y="27409"/>
                </a:lnTo>
                <a:lnTo>
                  <a:pt x="20120" y="27409"/>
                </a:lnTo>
                <a:lnTo>
                  <a:pt x="20120" y="26780"/>
                </a:lnTo>
                <a:lnTo>
                  <a:pt x="20381" y="26780"/>
                </a:lnTo>
                <a:lnTo>
                  <a:pt x="20381" y="25913"/>
                </a:lnTo>
                <a:lnTo>
                  <a:pt x="20120" y="25913"/>
                </a:lnTo>
                <a:lnTo>
                  <a:pt x="20120" y="25284"/>
                </a:lnTo>
                <a:lnTo>
                  <a:pt x="20381" y="25284"/>
                </a:lnTo>
                <a:lnTo>
                  <a:pt x="20381" y="24439"/>
                </a:lnTo>
                <a:lnTo>
                  <a:pt x="20120" y="24439"/>
                </a:lnTo>
                <a:lnTo>
                  <a:pt x="20120" y="23810"/>
                </a:lnTo>
                <a:lnTo>
                  <a:pt x="20381" y="23810"/>
                </a:lnTo>
                <a:lnTo>
                  <a:pt x="20381" y="22965"/>
                </a:lnTo>
                <a:lnTo>
                  <a:pt x="20120" y="22965"/>
                </a:lnTo>
                <a:lnTo>
                  <a:pt x="20120" y="22336"/>
                </a:lnTo>
                <a:lnTo>
                  <a:pt x="20381" y="22336"/>
                </a:lnTo>
                <a:lnTo>
                  <a:pt x="20381" y="21469"/>
                </a:lnTo>
                <a:lnTo>
                  <a:pt x="20120" y="21469"/>
                </a:lnTo>
                <a:lnTo>
                  <a:pt x="20120" y="21143"/>
                </a:lnTo>
                <a:lnTo>
                  <a:pt x="21942" y="21143"/>
                </a:lnTo>
                <a:cubicBezTo>
                  <a:pt x="19253" y="18216"/>
                  <a:pt x="16326" y="10173"/>
                  <a:pt x="15524" y="7897"/>
                </a:cubicBezTo>
                <a:lnTo>
                  <a:pt x="15524" y="3344"/>
                </a:lnTo>
                <a:cubicBezTo>
                  <a:pt x="15654" y="3322"/>
                  <a:pt x="15763" y="3279"/>
                  <a:pt x="15871" y="3235"/>
                </a:cubicBezTo>
                <a:cubicBezTo>
                  <a:pt x="15905" y="3225"/>
                  <a:pt x="15940" y="3221"/>
                  <a:pt x="15977" y="3221"/>
                </a:cubicBezTo>
                <a:cubicBezTo>
                  <a:pt x="16180" y="3221"/>
                  <a:pt x="16425" y="3350"/>
                  <a:pt x="16608" y="3387"/>
                </a:cubicBezTo>
                <a:cubicBezTo>
                  <a:pt x="16634" y="3390"/>
                  <a:pt x="16659" y="3392"/>
                  <a:pt x="16684" y="3392"/>
                </a:cubicBezTo>
                <a:cubicBezTo>
                  <a:pt x="16982" y="3392"/>
                  <a:pt x="17150" y="3159"/>
                  <a:pt x="17410" y="3018"/>
                </a:cubicBezTo>
                <a:cubicBezTo>
                  <a:pt x="17540" y="2953"/>
                  <a:pt x="17687" y="2921"/>
                  <a:pt x="17833" y="2921"/>
                </a:cubicBezTo>
                <a:cubicBezTo>
                  <a:pt x="17980" y="2921"/>
                  <a:pt x="18126" y="2953"/>
                  <a:pt x="18256" y="3018"/>
                </a:cubicBezTo>
                <a:cubicBezTo>
                  <a:pt x="18401" y="3091"/>
                  <a:pt x="18529" y="3125"/>
                  <a:pt x="18648" y="3125"/>
                </a:cubicBezTo>
                <a:cubicBezTo>
                  <a:pt x="18849" y="3125"/>
                  <a:pt x="19028" y="3030"/>
                  <a:pt x="19232" y="2867"/>
                </a:cubicBezTo>
                <a:cubicBezTo>
                  <a:pt x="19383" y="2758"/>
                  <a:pt x="19513" y="2628"/>
                  <a:pt x="19644" y="2520"/>
                </a:cubicBezTo>
                <a:cubicBezTo>
                  <a:pt x="19687" y="2476"/>
                  <a:pt x="19752" y="2455"/>
                  <a:pt x="19774" y="2390"/>
                </a:cubicBezTo>
                <a:lnTo>
                  <a:pt x="19774" y="2390"/>
                </a:lnTo>
                <a:cubicBezTo>
                  <a:pt x="19691" y="2398"/>
                  <a:pt x="19609" y="2403"/>
                  <a:pt x="19527" y="2403"/>
                </a:cubicBezTo>
                <a:cubicBezTo>
                  <a:pt x="19199" y="2403"/>
                  <a:pt x="18876" y="2333"/>
                  <a:pt x="18581" y="2195"/>
                </a:cubicBezTo>
                <a:cubicBezTo>
                  <a:pt x="18473" y="2151"/>
                  <a:pt x="18343" y="2064"/>
                  <a:pt x="18256" y="1956"/>
                </a:cubicBezTo>
                <a:cubicBezTo>
                  <a:pt x="18213" y="1869"/>
                  <a:pt x="18126" y="1804"/>
                  <a:pt x="18061" y="1761"/>
                </a:cubicBezTo>
                <a:cubicBezTo>
                  <a:pt x="17992" y="1729"/>
                  <a:pt x="17920" y="1718"/>
                  <a:pt x="17846" y="1718"/>
                </a:cubicBezTo>
                <a:cubicBezTo>
                  <a:pt x="17667" y="1718"/>
                  <a:pt x="17476" y="1782"/>
                  <a:pt x="17292" y="1782"/>
                </a:cubicBezTo>
                <a:cubicBezTo>
                  <a:pt x="17237" y="1782"/>
                  <a:pt x="17182" y="1776"/>
                  <a:pt x="17129" y="1761"/>
                </a:cubicBezTo>
                <a:cubicBezTo>
                  <a:pt x="16933" y="1696"/>
                  <a:pt x="16738" y="1609"/>
                  <a:pt x="16587" y="1479"/>
                </a:cubicBezTo>
                <a:cubicBezTo>
                  <a:pt x="16478" y="1371"/>
                  <a:pt x="16391" y="1241"/>
                  <a:pt x="16348" y="1111"/>
                </a:cubicBezTo>
                <a:cubicBezTo>
                  <a:pt x="16248" y="954"/>
                  <a:pt x="16083" y="900"/>
                  <a:pt x="15908" y="900"/>
                </a:cubicBezTo>
                <a:cubicBezTo>
                  <a:pt x="15816" y="900"/>
                  <a:pt x="15722" y="915"/>
                  <a:pt x="15633" y="937"/>
                </a:cubicBezTo>
                <a:cubicBezTo>
                  <a:pt x="15958" y="742"/>
                  <a:pt x="15958" y="265"/>
                  <a:pt x="15633" y="70"/>
                </a:cubicBezTo>
                <a:cubicBezTo>
                  <a:pt x="15553" y="22"/>
                  <a:pt x="15468" y="0"/>
                  <a:pt x="153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5"/>
          <p:cNvSpPr/>
          <p:nvPr/>
        </p:nvSpPr>
        <p:spPr>
          <a:xfrm>
            <a:off x="1300" y="3808226"/>
            <a:ext cx="9141458" cy="3539904"/>
          </a:xfrm>
          <a:custGeom>
            <a:rect b="b" l="l" r="r" t="t"/>
            <a:pathLst>
              <a:path extrusionOk="0" h="24720" w="63837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5"/>
          <p:cNvSpPr/>
          <p:nvPr/>
        </p:nvSpPr>
        <p:spPr>
          <a:xfrm flipH="1">
            <a:off x="6578053" y="4004015"/>
            <a:ext cx="2657121" cy="2217418"/>
          </a:xfrm>
          <a:custGeom>
            <a:rect b="b" l="l" r="r" t="t"/>
            <a:pathLst>
              <a:path extrusionOk="0" h="21733" w="2597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45"/>
          <p:cNvSpPr/>
          <p:nvPr/>
        </p:nvSpPr>
        <p:spPr>
          <a:xfrm>
            <a:off x="-1" y="2863798"/>
            <a:ext cx="2777440" cy="2328039"/>
          </a:xfrm>
          <a:custGeom>
            <a:rect b="b" l="l" r="r" t="t"/>
            <a:pathLst>
              <a:path extrusionOk="0" h="17639" w="21044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45"/>
          <p:cNvSpPr/>
          <p:nvPr/>
        </p:nvSpPr>
        <p:spPr>
          <a:xfrm>
            <a:off x="-9" y="3702940"/>
            <a:ext cx="2657121" cy="2217418"/>
          </a:xfrm>
          <a:custGeom>
            <a:rect b="b" l="l" r="r" t="t"/>
            <a:pathLst>
              <a:path extrusionOk="0" h="21733" w="2597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3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6"/>
          <p:cNvSpPr/>
          <p:nvPr/>
        </p:nvSpPr>
        <p:spPr>
          <a:xfrm>
            <a:off x="-155704" y="1185801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46"/>
          <p:cNvSpPr txBox="1"/>
          <p:nvPr>
            <p:ph idx="1" type="subTitle"/>
          </p:nvPr>
        </p:nvSpPr>
        <p:spPr>
          <a:xfrm>
            <a:off x="713175" y="2457300"/>
            <a:ext cx="2819700" cy="11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7" name="Google Shape;1027;p46"/>
          <p:cNvSpPr txBox="1"/>
          <p:nvPr>
            <p:ph type="title"/>
          </p:nvPr>
        </p:nvSpPr>
        <p:spPr>
          <a:xfrm>
            <a:off x="720000" y="1388000"/>
            <a:ext cx="1984200" cy="9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8" name="Google Shape;1028;p46"/>
          <p:cNvSpPr/>
          <p:nvPr/>
        </p:nvSpPr>
        <p:spPr>
          <a:xfrm>
            <a:off x="-276133" y="46037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6"/>
          <p:cNvSpPr/>
          <p:nvPr/>
        </p:nvSpPr>
        <p:spPr>
          <a:xfrm>
            <a:off x="4218594" y="147987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6"/>
          <p:cNvSpPr/>
          <p:nvPr/>
        </p:nvSpPr>
        <p:spPr>
          <a:xfrm>
            <a:off x="8560331" y="254713"/>
            <a:ext cx="197513" cy="118170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3_1"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7"/>
          <p:cNvSpPr txBox="1"/>
          <p:nvPr>
            <p:ph idx="1" type="subTitle"/>
          </p:nvPr>
        </p:nvSpPr>
        <p:spPr>
          <a:xfrm>
            <a:off x="5610000" y="2457300"/>
            <a:ext cx="2819700" cy="11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47"/>
          <p:cNvSpPr txBox="1"/>
          <p:nvPr>
            <p:ph type="title"/>
          </p:nvPr>
        </p:nvSpPr>
        <p:spPr>
          <a:xfrm>
            <a:off x="6445500" y="1388000"/>
            <a:ext cx="1984200" cy="9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4" name="Google Shape;1034;p47"/>
          <p:cNvSpPr/>
          <p:nvPr/>
        </p:nvSpPr>
        <p:spPr>
          <a:xfrm flipH="1">
            <a:off x="5659949" y="47199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7"/>
          <p:cNvSpPr/>
          <p:nvPr/>
        </p:nvSpPr>
        <p:spPr>
          <a:xfrm>
            <a:off x="6771611" y="261535"/>
            <a:ext cx="142905" cy="75612"/>
          </a:xfrm>
          <a:custGeom>
            <a:rect b="b" l="l" r="r" t="t"/>
            <a:pathLst>
              <a:path extrusionOk="0" h="518" w="979">
                <a:moveTo>
                  <a:pt x="923" y="1"/>
                </a:moveTo>
                <a:cubicBezTo>
                  <a:pt x="830" y="1"/>
                  <a:pt x="734" y="38"/>
                  <a:pt x="689" y="114"/>
                </a:cubicBezTo>
                <a:cubicBezTo>
                  <a:pt x="647" y="155"/>
                  <a:pt x="612" y="208"/>
                  <a:pt x="586" y="263"/>
                </a:cubicBezTo>
                <a:lnTo>
                  <a:pt x="586" y="263"/>
                </a:lnTo>
                <a:cubicBezTo>
                  <a:pt x="506" y="213"/>
                  <a:pt x="416" y="188"/>
                  <a:pt x="325" y="188"/>
                </a:cubicBezTo>
                <a:cubicBezTo>
                  <a:pt x="209" y="188"/>
                  <a:pt x="93" y="229"/>
                  <a:pt x="1" y="313"/>
                </a:cubicBezTo>
                <a:cubicBezTo>
                  <a:pt x="21" y="311"/>
                  <a:pt x="41" y="310"/>
                  <a:pt x="62" y="310"/>
                </a:cubicBezTo>
                <a:cubicBezTo>
                  <a:pt x="240" y="310"/>
                  <a:pt x="417" y="380"/>
                  <a:pt x="580" y="494"/>
                </a:cubicBezTo>
                <a:cubicBezTo>
                  <a:pt x="580" y="494"/>
                  <a:pt x="598" y="512"/>
                  <a:pt x="598" y="512"/>
                </a:cubicBezTo>
                <a:cubicBezTo>
                  <a:pt x="608" y="516"/>
                  <a:pt x="617" y="517"/>
                  <a:pt x="627" y="517"/>
                </a:cubicBezTo>
                <a:cubicBezTo>
                  <a:pt x="671" y="517"/>
                  <a:pt x="710" y="485"/>
                  <a:pt x="725" y="440"/>
                </a:cubicBezTo>
                <a:cubicBezTo>
                  <a:pt x="743" y="367"/>
                  <a:pt x="779" y="277"/>
                  <a:pt x="797" y="204"/>
                </a:cubicBezTo>
                <a:cubicBezTo>
                  <a:pt x="834" y="114"/>
                  <a:pt x="906" y="41"/>
                  <a:pt x="978" y="5"/>
                </a:cubicBezTo>
                <a:cubicBezTo>
                  <a:pt x="960" y="2"/>
                  <a:pt x="942" y="1"/>
                  <a:pt x="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6" name="Google Shape;1036;p47"/>
          <p:cNvGrpSpPr/>
          <p:nvPr/>
        </p:nvGrpSpPr>
        <p:grpSpPr>
          <a:xfrm flipH="1">
            <a:off x="-103928" y="11357"/>
            <a:ext cx="9489289" cy="4774777"/>
            <a:chOff x="-150589" y="11357"/>
            <a:chExt cx="9489289" cy="4774777"/>
          </a:xfrm>
        </p:grpSpPr>
        <p:sp>
          <p:nvSpPr>
            <p:cNvPr id="1037" name="Google Shape;1037;p47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4291185" y="11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6" name="Google Shape;1046;p47"/>
          <p:cNvSpPr/>
          <p:nvPr/>
        </p:nvSpPr>
        <p:spPr>
          <a:xfrm>
            <a:off x="0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3_1_1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8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8"/>
          <p:cNvSpPr txBox="1"/>
          <p:nvPr>
            <p:ph idx="1" type="subTitle"/>
          </p:nvPr>
        </p:nvSpPr>
        <p:spPr>
          <a:xfrm>
            <a:off x="1586850" y="1352700"/>
            <a:ext cx="59703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0" name="Google Shape;1050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1" name="Google Shape;1051;p48"/>
          <p:cNvSpPr/>
          <p:nvPr/>
        </p:nvSpPr>
        <p:spPr>
          <a:xfrm flipH="1" rot="-741629">
            <a:off x="272346" y="3654841"/>
            <a:ext cx="3095418" cy="1633706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8"/>
          <p:cNvSpPr/>
          <p:nvPr/>
        </p:nvSpPr>
        <p:spPr>
          <a:xfrm rot="335208">
            <a:off x="6328497" y="2806034"/>
            <a:ext cx="2866637" cy="2611557"/>
          </a:xfrm>
          <a:custGeom>
            <a:rect b="b" l="l" r="r" t="t"/>
            <a:pathLst>
              <a:path extrusionOk="0" h="76121" w="83556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8"/>
          <p:cNvSpPr/>
          <p:nvPr/>
        </p:nvSpPr>
        <p:spPr>
          <a:xfrm>
            <a:off x="-284024" y="3136638"/>
            <a:ext cx="2715067" cy="2283336"/>
          </a:xfrm>
          <a:custGeom>
            <a:rect b="b" l="l" r="r" t="t"/>
            <a:pathLst>
              <a:path extrusionOk="0" h="66555" w="72751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48"/>
          <p:cNvSpPr/>
          <p:nvPr/>
        </p:nvSpPr>
        <p:spPr>
          <a:xfrm>
            <a:off x="-444425" y="3638413"/>
            <a:ext cx="3378774" cy="1942765"/>
          </a:xfrm>
          <a:custGeom>
            <a:rect b="b" l="l" r="r" t="t"/>
            <a:pathLst>
              <a:path extrusionOk="0" h="56628" w="93092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8"/>
          <p:cNvSpPr/>
          <p:nvPr/>
        </p:nvSpPr>
        <p:spPr>
          <a:xfrm>
            <a:off x="4571988" y="3792960"/>
            <a:ext cx="3095429" cy="1633696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6" name="Google Shape;1056;p48"/>
          <p:cNvGrpSpPr/>
          <p:nvPr/>
        </p:nvGrpSpPr>
        <p:grpSpPr>
          <a:xfrm flipH="1">
            <a:off x="6564728" y="3392464"/>
            <a:ext cx="2579275" cy="2158467"/>
            <a:chOff x="-125002" y="3399213"/>
            <a:chExt cx="2579275" cy="2158467"/>
          </a:xfrm>
        </p:grpSpPr>
        <p:sp>
          <p:nvSpPr>
            <p:cNvPr id="1057" name="Google Shape;1057;p48"/>
            <p:cNvSpPr/>
            <p:nvPr/>
          </p:nvSpPr>
          <p:spPr>
            <a:xfrm>
              <a:off x="-125002" y="3399213"/>
              <a:ext cx="2579275" cy="2158467"/>
            </a:xfrm>
            <a:custGeom>
              <a:rect b="b" l="l" r="r" t="t"/>
              <a:pathLst>
                <a:path extrusionOk="0" h="21733" w="25970">
                  <a:moveTo>
                    <a:pt x="0" y="3840"/>
                  </a:moveTo>
                  <a:cubicBezTo>
                    <a:pt x="18" y="3822"/>
                    <a:pt x="18" y="3804"/>
                    <a:pt x="36" y="3804"/>
                  </a:cubicBezTo>
                  <a:cubicBezTo>
                    <a:pt x="36" y="3786"/>
                    <a:pt x="36" y="3786"/>
                    <a:pt x="36" y="3768"/>
                  </a:cubicBezTo>
                  <a:cubicBezTo>
                    <a:pt x="36" y="3713"/>
                    <a:pt x="127" y="3695"/>
                    <a:pt x="145" y="3750"/>
                  </a:cubicBezTo>
                  <a:lnTo>
                    <a:pt x="163" y="3768"/>
                  </a:lnTo>
                  <a:cubicBezTo>
                    <a:pt x="199" y="3822"/>
                    <a:pt x="235" y="3858"/>
                    <a:pt x="290" y="3876"/>
                  </a:cubicBezTo>
                  <a:cubicBezTo>
                    <a:pt x="326" y="3876"/>
                    <a:pt x="344" y="3894"/>
                    <a:pt x="344" y="3931"/>
                  </a:cubicBezTo>
                  <a:cubicBezTo>
                    <a:pt x="326" y="4112"/>
                    <a:pt x="362" y="4311"/>
                    <a:pt x="471" y="4474"/>
                  </a:cubicBezTo>
                  <a:cubicBezTo>
                    <a:pt x="489" y="4528"/>
                    <a:pt x="543" y="4583"/>
                    <a:pt x="616" y="4565"/>
                  </a:cubicBezTo>
                  <a:cubicBezTo>
                    <a:pt x="670" y="4546"/>
                    <a:pt x="634" y="4438"/>
                    <a:pt x="634" y="4383"/>
                  </a:cubicBezTo>
                  <a:cubicBezTo>
                    <a:pt x="616" y="4311"/>
                    <a:pt x="670" y="4257"/>
                    <a:pt x="724" y="4220"/>
                  </a:cubicBezTo>
                  <a:cubicBezTo>
                    <a:pt x="779" y="4220"/>
                    <a:pt x="815" y="4220"/>
                    <a:pt x="851" y="4257"/>
                  </a:cubicBezTo>
                  <a:lnTo>
                    <a:pt x="869" y="4275"/>
                  </a:lnTo>
                  <a:cubicBezTo>
                    <a:pt x="887" y="4275"/>
                    <a:pt x="924" y="4257"/>
                    <a:pt x="924" y="4239"/>
                  </a:cubicBezTo>
                  <a:lnTo>
                    <a:pt x="1068" y="4166"/>
                  </a:lnTo>
                  <a:cubicBezTo>
                    <a:pt x="1105" y="4148"/>
                    <a:pt x="1141" y="4130"/>
                    <a:pt x="1177" y="4112"/>
                  </a:cubicBezTo>
                  <a:cubicBezTo>
                    <a:pt x="1231" y="4057"/>
                    <a:pt x="1195" y="3985"/>
                    <a:pt x="1177" y="3931"/>
                  </a:cubicBezTo>
                  <a:cubicBezTo>
                    <a:pt x="1159" y="3840"/>
                    <a:pt x="1195" y="3768"/>
                    <a:pt x="1250" y="3713"/>
                  </a:cubicBezTo>
                  <a:cubicBezTo>
                    <a:pt x="1286" y="3677"/>
                    <a:pt x="1340" y="3659"/>
                    <a:pt x="1376" y="3677"/>
                  </a:cubicBezTo>
                  <a:cubicBezTo>
                    <a:pt x="1394" y="3623"/>
                    <a:pt x="1394" y="3587"/>
                    <a:pt x="1431" y="3550"/>
                  </a:cubicBezTo>
                  <a:cubicBezTo>
                    <a:pt x="1485" y="3496"/>
                    <a:pt x="1539" y="3478"/>
                    <a:pt x="1612" y="3460"/>
                  </a:cubicBezTo>
                  <a:cubicBezTo>
                    <a:pt x="1739" y="3442"/>
                    <a:pt x="1829" y="3369"/>
                    <a:pt x="1901" y="3279"/>
                  </a:cubicBezTo>
                  <a:cubicBezTo>
                    <a:pt x="1956" y="3188"/>
                    <a:pt x="1956" y="3061"/>
                    <a:pt x="2010" y="2953"/>
                  </a:cubicBezTo>
                  <a:cubicBezTo>
                    <a:pt x="2064" y="2862"/>
                    <a:pt x="2173" y="2790"/>
                    <a:pt x="2282" y="2772"/>
                  </a:cubicBezTo>
                  <a:cubicBezTo>
                    <a:pt x="2336" y="2754"/>
                    <a:pt x="2427" y="2699"/>
                    <a:pt x="2427" y="2627"/>
                  </a:cubicBezTo>
                  <a:cubicBezTo>
                    <a:pt x="2427" y="2609"/>
                    <a:pt x="2427" y="2609"/>
                    <a:pt x="2427" y="2591"/>
                  </a:cubicBezTo>
                  <a:cubicBezTo>
                    <a:pt x="2427" y="2572"/>
                    <a:pt x="2427" y="2572"/>
                    <a:pt x="2427" y="2572"/>
                  </a:cubicBezTo>
                  <a:cubicBezTo>
                    <a:pt x="2409" y="2536"/>
                    <a:pt x="2445" y="2500"/>
                    <a:pt x="2463" y="2536"/>
                  </a:cubicBezTo>
                  <a:lnTo>
                    <a:pt x="2463" y="2536"/>
                  </a:lnTo>
                  <a:lnTo>
                    <a:pt x="2553" y="2391"/>
                  </a:lnTo>
                  <a:cubicBezTo>
                    <a:pt x="2590" y="2337"/>
                    <a:pt x="2626" y="2283"/>
                    <a:pt x="2662" y="2210"/>
                  </a:cubicBezTo>
                  <a:cubicBezTo>
                    <a:pt x="2698" y="2084"/>
                    <a:pt x="2771" y="1975"/>
                    <a:pt x="2861" y="1884"/>
                  </a:cubicBezTo>
                  <a:cubicBezTo>
                    <a:pt x="2898" y="1848"/>
                    <a:pt x="2952" y="1812"/>
                    <a:pt x="3006" y="1812"/>
                  </a:cubicBezTo>
                  <a:cubicBezTo>
                    <a:pt x="3042" y="1794"/>
                    <a:pt x="3097" y="1794"/>
                    <a:pt x="3151" y="1812"/>
                  </a:cubicBezTo>
                  <a:cubicBezTo>
                    <a:pt x="3187" y="1812"/>
                    <a:pt x="3223" y="1830"/>
                    <a:pt x="3260" y="1812"/>
                  </a:cubicBezTo>
                  <a:cubicBezTo>
                    <a:pt x="3278" y="1794"/>
                    <a:pt x="3278" y="1758"/>
                    <a:pt x="3260" y="1721"/>
                  </a:cubicBezTo>
                  <a:cubicBezTo>
                    <a:pt x="3260" y="1631"/>
                    <a:pt x="3223" y="1540"/>
                    <a:pt x="3278" y="1468"/>
                  </a:cubicBezTo>
                  <a:cubicBezTo>
                    <a:pt x="3314" y="1432"/>
                    <a:pt x="3368" y="1413"/>
                    <a:pt x="3368" y="1359"/>
                  </a:cubicBezTo>
                  <a:cubicBezTo>
                    <a:pt x="3368" y="1305"/>
                    <a:pt x="3368" y="1250"/>
                    <a:pt x="3405" y="1196"/>
                  </a:cubicBezTo>
                  <a:cubicBezTo>
                    <a:pt x="3441" y="1106"/>
                    <a:pt x="3531" y="1051"/>
                    <a:pt x="3622" y="1069"/>
                  </a:cubicBezTo>
                  <a:cubicBezTo>
                    <a:pt x="3731" y="1087"/>
                    <a:pt x="3785" y="1196"/>
                    <a:pt x="3767" y="1287"/>
                  </a:cubicBezTo>
                  <a:cubicBezTo>
                    <a:pt x="3749" y="1341"/>
                    <a:pt x="3731" y="1377"/>
                    <a:pt x="3694" y="1413"/>
                  </a:cubicBezTo>
                  <a:cubicBezTo>
                    <a:pt x="3676" y="1432"/>
                    <a:pt x="3622" y="1468"/>
                    <a:pt x="3640" y="1486"/>
                  </a:cubicBezTo>
                  <a:cubicBezTo>
                    <a:pt x="3640" y="1504"/>
                    <a:pt x="3694" y="1522"/>
                    <a:pt x="3712" y="1540"/>
                  </a:cubicBezTo>
                  <a:cubicBezTo>
                    <a:pt x="3749" y="1558"/>
                    <a:pt x="3785" y="1595"/>
                    <a:pt x="3803" y="1631"/>
                  </a:cubicBezTo>
                  <a:cubicBezTo>
                    <a:pt x="3821" y="1649"/>
                    <a:pt x="3803" y="1667"/>
                    <a:pt x="3803" y="1685"/>
                  </a:cubicBezTo>
                  <a:cubicBezTo>
                    <a:pt x="3676" y="1776"/>
                    <a:pt x="3604" y="1902"/>
                    <a:pt x="3568" y="2047"/>
                  </a:cubicBezTo>
                  <a:cubicBezTo>
                    <a:pt x="3604" y="2047"/>
                    <a:pt x="3658" y="2047"/>
                    <a:pt x="3694" y="2047"/>
                  </a:cubicBezTo>
                  <a:cubicBezTo>
                    <a:pt x="3731" y="2047"/>
                    <a:pt x="3767" y="2065"/>
                    <a:pt x="3803" y="2084"/>
                  </a:cubicBezTo>
                  <a:cubicBezTo>
                    <a:pt x="3821" y="2084"/>
                    <a:pt x="3857" y="2102"/>
                    <a:pt x="3875" y="2084"/>
                  </a:cubicBezTo>
                  <a:cubicBezTo>
                    <a:pt x="3894" y="2047"/>
                    <a:pt x="3894" y="2029"/>
                    <a:pt x="3894" y="2011"/>
                  </a:cubicBezTo>
                  <a:cubicBezTo>
                    <a:pt x="3912" y="1975"/>
                    <a:pt x="3912" y="1939"/>
                    <a:pt x="3930" y="1921"/>
                  </a:cubicBezTo>
                  <a:cubicBezTo>
                    <a:pt x="3948" y="1848"/>
                    <a:pt x="4020" y="1812"/>
                    <a:pt x="4075" y="1830"/>
                  </a:cubicBezTo>
                  <a:cubicBezTo>
                    <a:pt x="4111" y="1830"/>
                    <a:pt x="4129" y="1848"/>
                    <a:pt x="4129" y="1884"/>
                  </a:cubicBezTo>
                  <a:cubicBezTo>
                    <a:pt x="4129" y="1921"/>
                    <a:pt x="4183" y="1957"/>
                    <a:pt x="4238" y="1957"/>
                  </a:cubicBezTo>
                  <a:cubicBezTo>
                    <a:pt x="4256" y="1957"/>
                    <a:pt x="4274" y="1921"/>
                    <a:pt x="4274" y="1902"/>
                  </a:cubicBezTo>
                  <a:cubicBezTo>
                    <a:pt x="4274" y="1884"/>
                    <a:pt x="4238" y="1866"/>
                    <a:pt x="4220" y="1866"/>
                  </a:cubicBezTo>
                  <a:cubicBezTo>
                    <a:pt x="4165" y="1812"/>
                    <a:pt x="4093" y="1739"/>
                    <a:pt x="4147" y="1667"/>
                  </a:cubicBezTo>
                  <a:cubicBezTo>
                    <a:pt x="4165" y="1613"/>
                    <a:pt x="4238" y="1576"/>
                    <a:pt x="4292" y="1558"/>
                  </a:cubicBezTo>
                  <a:cubicBezTo>
                    <a:pt x="4292" y="1558"/>
                    <a:pt x="4292" y="1540"/>
                    <a:pt x="4292" y="1522"/>
                  </a:cubicBezTo>
                  <a:cubicBezTo>
                    <a:pt x="4310" y="1468"/>
                    <a:pt x="4364" y="1432"/>
                    <a:pt x="4419" y="1413"/>
                  </a:cubicBezTo>
                  <a:cubicBezTo>
                    <a:pt x="4455" y="1395"/>
                    <a:pt x="4473" y="1395"/>
                    <a:pt x="4473" y="1341"/>
                  </a:cubicBezTo>
                  <a:cubicBezTo>
                    <a:pt x="4455" y="1305"/>
                    <a:pt x="4455" y="1250"/>
                    <a:pt x="4455" y="1214"/>
                  </a:cubicBezTo>
                  <a:cubicBezTo>
                    <a:pt x="4455" y="1160"/>
                    <a:pt x="4491" y="1124"/>
                    <a:pt x="4527" y="1087"/>
                  </a:cubicBezTo>
                  <a:cubicBezTo>
                    <a:pt x="4564" y="1069"/>
                    <a:pt x="4600" y="1069"/>
                    <a:pt x="4636" y="1051"/>
                  </a:cubicBezTo>
                  <a:cubicBezTo>
                    <a:pt x="4690" y="1033"/>
                    <a:pt x="4690" y="997"/>
                    <a:pt x="4708" y="961"/>
                  </a:cubicBezTo>
                  <a:cubicBezTo>
                    <a:pt x="4727" y="906"/>
                    <a:pt x="4763" y="870"/>
                    <a:pt x="4799" y="870"/>
                  </a:cubicBezTo>
                  <a:cubicBezTo>
                    <a:pt x="4853" y="834"/>
                    <a:pt x="4908" y="834"/>
                    <a:pt x="4962" y="870"/>
                  </a:cubicBezTo>
                  <a:cubicBezTo>
                    <a:pt x="4962" y="834"/>
                    <a:pt x="4980" y="798"/>
                    <a:pt x="4998" y="762"/>
                  </a:cubicBezTo>
                  <a:cubicBezTo>
                    <a:pt x="4998" y="725"/>
                    <a:pt x="5034" y="707"/>
                    <a:pt x="5071" y="725"/>
                  </a:cubicBezTo>
                  <a:lnTo>
                    <a:pt x="5234" y="816"/>
                  </a:lnTo>
                  <a:lnTo>
                    <a:pt x="5306" y="852"/>
                  </a:lnTo>
                  <a:lnTo>
                    <a:pt x="5306" y="852"/>
                  </a:lnTo>
                  <a:cubicBezTo>
                    <a:pt x="5288" y="816"/>
                    <a:pt x="5270" y="780"/>
                    <a:pt x="5270" y="743"/>
                  </a:cubicBezTo>
                  <a:cubicBezTo>
                    <a:pt x="5288" y="707"/>
                    <a:pt x="5288" y="653"/>
                    <a:pt x="5306" y="617"/>
                  </a:cubicBezTo>
                  <a:cubicBezTo>
                    <a:pt x="5324" y="580"/>
                    <a:pt x="5360" y="544"/>
                    <a:pt x="5397" y="526"/>
                  </a:cubicBezTo>
                  <a:cubicBezTo>
                    <a:pt x="5433" y="508"/>
                    <a:pt x="5505" y="562"/>
                    <a:pt x="5542" y="599"/>
                  </a:cubicBezTo>
                  <a:lnTo>
                    <a:pt x="5632" y="671"/>
                  </a:lnTo>
                  <a:cubicBezTo>
                    <a:pt x="5650" y="635"/>
                    <a:pt x="5686" y="580"/>
                    <a:pt x="5704" y="544"/>
                  </a:cubicBezTo>
                  <a:cubicBezTo>
                    <a:pt x="5686" y="526"/>
                    <a:pt x="5686" y="490"/>
                    <a:pt x="5704" y="472"/>
                  </a:cubicBezTo>
                  <a:lnTo>
                    <a:pt x="5777" y="399"/>
                  </a:lnTo>
                  <a:cubicBezTo>
                    <a:pt x="5849" y="327"/>
                    <a:pt x="5922" y="254"/>
                    <a:pt x="5976" y="164"/>
                  </a:cubicBezTo>
                  <a:cubicBezTo>
                    <a:pt x="5994" y="128"/>
                    <a:pt x="6030" y="128"/>
                    <a:pt x="6049" y="146"/>
                  </a:cubicBezTo>
                  <a:lnTo>
                    <a:pt x="6085" y="200"/>
                  </a:lnTo>
                  <a:cubicBezTo>
                    <a:pt x="6103" y="146"/>
                    <a:pt x="6139" y="91"/>
                    <a:pt x="6157" y="55"/>
                  </a:cubicBezTo>
                  <a:cubicBezTo>
                    <a:pt x="6157" y="19"/>
                    <a:pt x="6175" y="1"/>
                    <a:pt x="6212" y="19"/>
                  </a:cubicBezTo>
                  <a:cubicBezTo>
                    <a:pt x="6284" y="37"/>
                    <a:pt x="6320" y="91"/>
                    <a:pt x="6320" y="164"/>
                  </a:cubicBezTo>
                  <a:cubicBezTo>
                    <a:pt x="6320" y="218"/>
                    <a:pt x="6320" y="273"/>
                    <a:pt x="6338" y="327"/>
                  </a:cubicBezTo>
                  <a:cubicBezTo>
                    <a:pt x="6356" y="363"/>
                    <a:pt x="6411" y="381"/>
                    <a:pt x="6447" y="399"/>
                  </a:cubicBezTo>
                  <a:cubicBezTo>
                    <a:pt x="6465" y="417"/>
                    <a:pt x="6501" y="436"/>
                    <a:pt x="6519" y="490"/>
                  </a:cubicBezTo>
                  <a:cubicBezTo>
                    <a:pt x="6556" y="562"/>
                    <a:pt x="6538" y="635"/>
                    <a:pt x="6501" y="707"/>
                  </a:cubicBezTo>
                  <a:cubicBezTo>
                    <a:pt x="6483" y="762"/>
                    <a:pt x="6429" y="798"/>
                    <a:pt x="6393" y="834"/>
                  </a:cubicBezTo>
                  <a:lnTo>
                    <a:pt x="6574" y="888"/>
                  </a:lnTo>
                  <a:cubicBezTo>
                    <a:pt x="6592" y="888"/>
                    <a:pt x="6610" y="906"/>
                    <a:pt x="6610" y="925"/>
                  </a:cubicBezTo>
                  <a:lnTo>
                    <a:pt x="6592" y="1359"/>
                  </a:lnTo>
                  <a:cubicBezTo>
                    <a:pt x="6664" y="1359"/>
                    <a:pt x="6755" y="1377"/>
                    <a:pt x="6827" y="1413"/>
                  </a:cubicBezTo>
                  <a:cubicBezTo>
                    <a:pt x="6864" y="1432"/>
                    <a:pt x="6864" y="1468"/>
                    <a:pt x="6845" y="1486"/>
                  </a:cubicBezTo>
                  <a:lnTo>
                    <a:pt x="6773" y="1558"/>
                  </a:lnTo>
                  <a:cubicBezTo>
                    <a:pt x="6864" y="1649"/>
                    <a:pt x="6882" y="1776"/>
                    <a:pt x="6809" y="1884"/>
                  </a:cubicBezTo>
                  <a:cubicBezTo>
                    <a:pt x="6791" y="1902"/>
                    <a:pt x="6773" y="1921"/>
                    <a:pt x="6755" y="1921"/>
                  </a:cubicBezTo>
                  <a:cubicBezTo>
                    <a:pt x="6755" y="1921"/>
                    <a:pt x="6719" y="1939"/>
                    <a:pt x="6719" y="1957"/>
                  </a:cubicBezTo>
                  <a:cubicBezTo>
                    <a:pt x="6719" y="1975"/>
                    <a:pt x="6755" y="2011"/>
                    <a:pt x="6755" y="2011"/>
                  </a:cubicBezTo>
                  <a:cubicBezTo>
                    <a:pt x="6773" y="2047"/>
                    <a:pt x="6773" y="2065"/>
                    <a:pt x="6773" y="2084"/>
                  </a:cubicBezTo>
                  <a:cubicBezTo>
                    <a:pt x="6791" y="2138"/>
                    <a:pt x="6809" y="2192"/>
                    <a:pt x="6809" y="2246"/>
                  </a:cubicBezTo>
                  <a:cubicBezTo>
                    <a:pt x="6864" y="2246"/>
                    <a:pt x="6936" y="2301"/>
                    <a:pt x="6936" y="2373"/>
                  </a:cubicBezTo>
                  <a:cubicBezTo>
                    <a:pt x="6936" y="2446"/>
                    <a:pt x="6936" y="2536"/>
                    <a:pt x="6900" y="2609"/>
                  </a:cubicBezTo>
                  <a:cubicBezTo>
                    <a:pt x="6882" y="2645"/>
                    <a:pt x="6845" y="2681"/>
                    <a:pt x="6827" y="2717"/>
                  </a:cubicBezTo>
                  <a:cubicBezTo>
                    <a:pt x="6827" y="2717"/>
                    <a:pt x="6791" y="2735"/>
                    <a:pt x="6791" y="2754"/>
                  </a:cubicBezTo>
                  <a:lnTo>
                    <a:pt x="6791" y="2754"/>
                  </a:lnTo>
                  <a:cubicBezTo>
                    <a:pt x="6827" y="2735"/>
                    <a:pt x="6864" y="2772"/>
                    <a:pt x="6864" y="2808"/>
                  </a:cubicBezTo>
                  <a:lnTo>
                    <a:pt x="6845" y="2844"/>
                  </a:lnTo>
                  <a:cubicBezTo>
                    <a:pt x="6827" y="2880"/>
                    <a:pt x="6809" y="2917"/>
                    <a:pt x="6791" y="2953"/>
                  </a:cubicBezTo>
                  <a:cubicBezTo>
                    <a:pt x="6827" y="2971"/>
                    <a:pt x="6864" y="2989"/>
                    <a:pt x="6882" y="3025"/>
                  </a:cubicBezTo>
                  <a:cubicBezTo>
                    <a:pt x="6918" y="3080"/>
                    <a:pt x="6936" y="3152"/>
                    <a:pt x="6918" y="3224"/>
                  </a:cubicBezTo>
                  <a:cubicBezTo>
                    <a:pt x="6900" y="3297"/>
                    <a:pt x="6882" y="3351"/>
                    <a:pt x="6864" y="3405"/>
                  </a:cubicBezTo>
                  <a:cubicBezTo>
                    <a:pt x="6827" y="3460"/>
                    <a:pt x="6791" y="3496"/>
                    <a:pt x="6737" y="3514"/>
                  </a:cubicBezTo>
                  <a:cubicBezTo>
                    <a:pt x="6719" y="3514"/>
                    <a:pt x="6701" y="3514"/>
                    <a:pt x="6701" y="3550"/>
                  </a:cubicBezTo>
                  <a:cubicBezTo>
                    <a:pt x="6701" y="3568"/>
                    <a:pt x="6737" y="3587"/>
                    <a:pt x="6737" y="3605"/>
                  </a:cubicBezTo>
                  <a:cubicBezTo>
                    <a:pt x="6773" y="3641"/>
                    <a:pt x="6791" y="3677"/>
                    <a:pt x="6809" y="3731"/>
                  </a:cubicBezTo>
                  <a:cubicBezTo>
                    <a:pt x="6827" y="3822"/>
                    <a:pt x="6791" y="3913"/>
                    <a:pt x="6737" y="3985"/>
                  </a:cubicBezTo>
                  <a:cubicBezTo>
                    <a:pt x="6719" y="4021"/>
                    <a:pt x="6664" y="4094"/>
                    <a:pt x="6664" y="4166"/>
                  </a:cubicBezTo>
                  <a:cubicBezTo>
                    <a:pt x="6737" y="4148"/>
                    <a:pt x="6809" y="4094"/>
                    <a:pt x="6882" y="4076"/>
                  </a:cubicBezTo>
                  <a:cubicBezTo>
                    <a:pt x="6972" y="4076"/>
                    <a:pt x="7063" y="4130"/>
                    <a:pt x="7081" y="4220"/>
                  </a:cubicBezTo>
                  <a:cubicBezTo>
                    <a:pt x="7117" y="4311"/>
                    <a:pt x="7081" y="4420"/>
                    <a:pt x="7008" y="4474"/>
                  </a:cubicBezTo>
                  <a:cubicBezTo>
                    <a:pt x="6936" y="4528"/>
                    <a:pt x="6864" y="4546"/>
                    <a:pt x="6773" y="4528"/>
                  </a:cubicBezTo>
                  <a:cubicBezTo>
                    <a:pt x="6773" y="4583"/>
                    <a:pt x="6827" y="4637"/>
                    <a:pt x="6864" y="4673"/>
                  </a:cubicBezTo>
                  <a:cubicBezTo>
                    <a:pt x="6936" y="4727"/>
                    <a:pt x="6990" y="4800"/>
                    <a:pt x="7026" y="4890"/>
                  </a:cubicBezTo>
                  <a:cubicBezTo>
                    <a:pt x="7063" y="5017"/>
                    <a:pt x="7045" y="5162"/>
                    <a:pt x="6990" y="5271"/>
                  </a:cubicBezTo>
                  <a:cubicBezTo>
                    <a:pt x="7063" y="5307"/>
                    <a:pt x="7117" y="5379"/>
                    <a:pt x="7117" y="5470"/>
                  </a:cubicBezTo>
                  <a:cubicBezTo>
                    <a:pt x="7117" y="5597"/>
                    <a:pt x="7026" y="5669"/>
                    <a:pt x="6954" y="5760"/>
                  </a:cubicBezTo>
                  <a:cubicBezTo>
                    <a:pt x="6918" y="5778"/>
                    <a:pt x="6900" y="5832"/>
                    <a:pt x="6882" y="5886"/>
                  </a:cubicBezTo>
                  <a:cubicBezTo>
                    <a:pt x="6882" y="5923"/>
                    <a:pt x="6918" y="5941"/>
                    <a:pt x="6954" y="5959"/>
                  </a:cubicBezTo>
                  <a:cubicBezTo>
                    <a:pt x="7045" y="6013"/>
                    <a:pt x="7135" y="6068"/>
                    <a:pt x="7117" y="6194"/>
                  </a:cubicBezTo>
                  <a:cubicBezTo>
                    <a:pt x="7117" y="6249"/>
                    <a:pt x="7081" y="6285"/>
                    <a:pt x="7081" y="6339"/>
                  </a:cubicBezTo>
                  <a:cubicBezTo>
                    <a:pt x="7063" y="6394"/>
                    <a:pt x="7081" y="6430"/>
                    <a:pt x="7099" y="6430"/>
                  </a:cubicBezTo>
                  <a:cubicBezTo>
                    <a:pt x="7135" y="6448"/>
                    <a:pt x="7153" y="6484"/>
                    <a:pt x="7117" y="6520"/>
                  </a:cubicBezTo>
                  <a:cubicBezTo>
                    <a:pt x="6972" y="6647"/>
                    <a:pt x="6864" y="6810"/>
                    <a:pt x="6809" y="7009"/>
                  </a:cubicBezTo>
                  <a:cubicBezTo>
                    <a:pt x="6773" y="7136"/>
                    <a:pt x="6737" y="7245"/>
                    <a:pt x="6719" y="7353"/>
                  </a:cubicBezTo>
                  <a:lnTo>
                    <a:pt x="6737" y="7371"/>
                  </a:lnTo>
                  <a:cubicBezTo>
                    <a:pt x="6791" y="7390"/>
                    <a:pt x="6827" y="7408"/>
                    <a:pt x="6882" y="7408"/>
                  </a:cubicBezTo>
                  <a:cubicBezTo>
                    <a:pt x="6954" y="7426"/>
                    <a:pt x="7026" y="7480"/>
                    <a:pt x="7099" y="7534"/>
                  </a:cubicBezTo>
                  <a:cubicBezTo>
                    <a:pt x="7117" y="7553"/>
                    <a:pt x="7135" y="7589"/>
                    <a:pt x="7153" y="7607"/>
                  </a:cubicBezTo>
                  <a:cubicBezTo>
                    <a:pt x="7280" y="7371"/>
                    <a:pt x="7425" y="7154"/>
                    <a:pt x="7588" y="6937"/>
                  </a:cubicBezTo>
                  <a:cubicBezTo>
                    <a:pt x="7642" y="6864"/>
                    <a:pt x="7715" y="6792"/>
                    <a:pt x="7769" y="6738"/>
                  </a:cubicBezTo>
                  <a:cubicBezTo>
                    <a:pt x="7841" y="6665"/>
                    <a:pt x="7914" y="6611"/>
                    <a:pt x="8004" y="6538"/>
                  </a:cubicBezTo>
                  <a:cubicBezTo>
                    <a:pt x="8113" y="6430"/>
                    <a:pt x="8258" y="6339"/>
                    <a:pt x="8403" y="6267"/>
                  </a:cubicBezTo>
                  <a:cubicBezTo>
                    <a:pt x="8475" y="6249"/>
                    <a:pt x="8566" y="6249"/>
                    <a:pt x="8656" y="6267"/>
                  </a:cubicBezTo>
                  <a:cubicBezTo>
                    <a:pt x="8693" y="6285"/>
                    <a:pt x="8747" y="6285"/>
                    <a:pt x="8783" y="6303"/>
                  </a:cubicBezTo>
                  <a:cubicBezTo>
                    <a:pt x="8801" y="6303"/>
                    <a:pt x="8837" y="6285"/>
                    <a:pt x="8856" y="6285"/>
                  </a:cubicBezTo>
                  <a:cubicBezTo>
                    <a:pt x="8946" y="6249"/>
                    <a:pt x="9019" y="6194"/>
                    <a:pt x="9073" y="6104"/>
                  </a:cubicBezTo>
                  <a:cubicBezTo>
                    <a:pt x="9182" y="5977"/>
                    <a:pt x="9345" y="5742"/>
                    <a:pt x="9526" y="5778"/>
                  </a:cubicBezTo>
                  <a:cubicBezTo>
                    <a:pt x="9598" y="5742"/>
                    <a:pt x="9689" y="5760"/>
                    <a:pt x="9743" y="5832"/>
                  </a:cubicBezTo>
                  <a:cubicBezTo>
                    <a:pt x="9761" y="5850"/>
                    <a:pt x="9761" y="5886"/>
                    <a:pt x="9779" y="5923"/>
                  </a:cubicBezTo>
                  <a:cubicBezTo>
                    <a:pt x="9797" y="5905"/>
                    <a:pt x="9815" y="5905"/>
                    <a:pt x="9833" y="5886"/>
                  </a:cubicBezTo>
                  <a:lnTo>
                    <a:pt x="9833" y="5850"/>
                  </a:lnTo>
                  <a:cubicBezTo>
                    <a:pt x="9779" y="5814"/>
                    <a:pt x="9761" y="5760"/>
                    <a:pt x="9761" y="5705"/>
                  </a:cubicBezTo>
                  <a:cubicBezTo>
                    <a:pt x="9761" y="5633"/>
                    <a:pt x="9761" y="5579"/>
                    <a:pt x="9797" y="5506"/>
                  </a:cubicBezTo>
                  <a:cubicBezTo>
                    <a:pt x="9815" y="5452"/>
                    <a:pt x="9852" y="5379"/>
                    <a:pt x="9906" y="5343"/>
                  </a:cubicBezTo>
                  <a:cubicBezTo>
                    <a:pt x="9942" y="5325"/>
                    <a:pt x="9978" y="5325"/>
                    <a:pt x="10033" y="5325"/>
                  </a:cubicBezTo>
                  <a:cubicBezTo>
                    <a:pt x="10015" y="5289"/>
                    <a:pt x="10015" y="5253"/>
                    <a:pt x="10033" y="5198"/>
                  </a:cubicBezTo>
                  <a:lnTo>
                    <a:pt x="10033" y="5162"/>
                  </a:lnTo>
                  <a:cubicBezTo>
                    <a:pt x="10033" y="5126"/>
                    <a:pt x="10069" y="5126"/>
                    <a:pt x="10105" y="5144"/>
                  </a:cubicBezTo>
                  <a:lnTo>
                    <a:pt x="10105" y="5144"/>
                  </a:lnTo>
                  <a:lnTo>
                    <a:pt x="10105" y="5090"/>
                  </a:lnTo>
                  <a:cubicBezTo>
                    <a:pt x="10087" y="5053"/>
                    <a:pt x="10087" y="5017"/>
                    <a:pt x="10087" y="4963"/>
                  </a:cubicBezTo>
                  <a:cubicBezTo>
                    <a:pt x="10087" y="4890"/>
                    <a:pt x="10123" y="4800"/>
                    <a:pt x="10178" y="4746"/>
                  </a:cubicBezTo>
                  <a:cubicBezTo>
                    <a:pt x="10214" y="4691"/>
                    <a:pt x="10286" y="4655"/>
                    <a:pt x="10341" y="4691"/>
                  </a:cubicBezTo>
                  <a:cubicBezTo>
                    <a:pt x="10359" y="4637"/>
                    <a:pt x="10395" y="4601"/>
                    <a:pt x="10431" y="4565"/>
                  </a:cubicBezTo>
                  <a:lnTo>
                    <a:pt x="10485" y="4510"/>
                  </a:lnTo>
                  <a:cubicBezTo>
                    <a:pt x="10485" y="4510"/>
                    <a:pt x="10540" y="4492"/>
                    <a:pt x="10540" y="4474"/>
                  </a:cubicBezTo>
                  <a:cubicBezTo>
                    <a:pt x="10540" y="4456"/>
                    <a:pt x="10540" y="4438"/>
                    <a:pt x="10522" y="4438"/>
                  </a:cubicBezTo>
                  <a:cubicBezTo>
                    <a:pt x="10522" y="4420"/>
                    <a:pt x="10504" y="4402"/>
                    <a:pt x="10504" y="4383"/>
                  </a:cubicBezTo>
                  <a:cubicBezTo>
                    <a:pt x="10485" y="4257"/>
                    <a:pt x="10558" y="4130"/>
                    <a:pt x="10685" y="4112"/>
                  </a:cubicBezTo>
                  <a:cubicBezTo>
                    <a:pt x="10667" y="4076"/>
                    <a:pt x="10667" y="4039"/>
                    <a:pt x="10648" y="4003"/>
                  </a:cubicBezTo>
                  <a:cubicBezTo>
                    <a:pt x="10648" y="3985"/>
                    <a:pt x="10667" y="3949"/>
                    <a:pt x="10703" y="3949"/>
                  </a:cubicBezTo>
                  <a:cubicBezTo>
                    <a:pt x="10775" y="3949"/>
                    <a:pt x="10866" y="3967"/>
                    <a:pt x="10938" y="4021"/>
                  </a:cubicBezTo>
                  <a:cubicBezTo>
                    <a:pt x="11011" y="3876"/>
                    <a:pt x="11065" y="3750"/>
                    <a:pt x="11119" y="3623"/>
                  </a:cubicBezTo>
                  <a:cubicBezTo>
                    <a:pt x="11137" y="3605"/>
                    <a:pt x="11155" y="3587"/>
                    <a:pt x="11174" y="3587"/>
                  </a:cubicBezTo>
                  <a:lnTo>
                    <a:pt x="11355" y="3641"/>
                  </a:lnTo>
                  <a:cubicBezTo>
                    <a:pt x="11337" y="3587"/>
                    <a:pt x="11318" y="3532"/>
                    <a:pt x="11318" y="3460"/>
                  </a:cubicBezTo>
                  <a:cubicBezTo>
                    <a:pt x="11318" y="3387"/>
                    <a:pt x="11355" y="3315"/>
                    <a:pt x="11409" y="3261"/>
                  </a:cubicBezTo>
                  <a:cubicBezTo>
                    <a:pt x="11445" y="3243"/>
                    <a:pt x="11481" y="3224"/>
                    <a:pt x="11518" y="3206"/>
                  </a:cubicBezTo>
                  <a:cubicBezTo>
                    <a:pt x="11554" y="3206"/>
                    <a:pt x="11608" y="3224"/>
                    <a:pt x="11644" y="3206"/>
                  </a:cubicBezTo>
                  <a:cubicBezTo>
                    <a:pt x="11681" y="3170"/>
                    <a:pt x="11717" y="3134"/>
                    <a:pt x="11735" y="3080"/>
                  </a:cubicBezTo>
                  <a:cubicBezTo>
                    <a:pt x="11771" y="3025"/>
                    <a:pt x="11826" y="2989"/>
                    <a:pt x="11898" y="2989"/>
                  </a:cubicBezTo>
                  <a:cubicBezTo>
                    <a:pt x="11934" y="2989"/>
                    <a:pt x="11952" y="3025"/>
                    <a:pt x="11934" y="3043"/>
                  </a:cubicBezTo>
                  <a:cubicBezTo>
                    <a:pt x="11934" y="3098"/>
                    <a:pt x="11934" y="3152"/>
                    <a:pt x="11916" y="3206"/>
                  </a:cubicBezTo>
                  <a:lnTo>
                    <a:pt x="11988" y="3188"/>
                  </a:lnTo>
                  <a:cubicBezTo>
                    <a:pt x="12007" y="3188"/>
                    <a:pt x="12043" y="3206"/>
                    <a:pt x="12043" y="3243"/>
                  </a:cubicBezTo>
                  <a:cubicBezTo>
                    <a:pt x="12043" y="3333"/>
                    <a:pt x="12061" y="3442"/>
                    <a:pt x="12097" y="3532"/>
                  </a:cubicBezTo>
                  <a:cubicBezTo>
                    <a:pt x="12115" y="3568"/>
                    <a:pt x="12115" y="3587"/>
                    <a:pt x="12133" y="3623"/>
                  </a:cubicBezTo>
                  <a:cubicBezTo>
                    <a:pt x="12151" y="3659"/>
                    <a:pt x="12133" y="3695"/>
                    <a:pt x="12115" y="3695"/>
                  </a:cubicBezTo>
                  <a:lnTo>
                    <a:pt x="12115" y="3840"/>
                  </a:lnTo>
                  <a:lnTo>
                    <a:pt x="12242" y="3822"/>
                  </a:lnTo>
                  <a:cubicBezTo>
                    <a:pt x="12278" y="3804"/>
                    <a:pt x="12351" y="3786"/>
                    <a:pt x="12387" y="3822"/>
                  </a:cubicBezTo>
                  <a:cubicBezTo>
                    <a:pt x="12423" y="3858"/>
                    <a:pt x="12423" y="3894"/>
                    <a:pt x="12423" y="3949"/>
                  </a:cubicBezTo>
                  <a:cubicBezTo>
                    <a:pt x="12423" y="3985"/>
                    <a:pt x="12405" y="4021"/>
                    <a:pt x="12405" y="4057"/>
                  </a:cubicBezTo>
                  <a:cubicBezTo>
                    <a:pt x="12387" y="4112"/>
                    <a:pt x="12351" y="4130"/>
                    <a:pt x="12314" y="4148"/>
                  </a:cubicBezTo>
                  <a:lnTo>
                    <a:pt x="12586" y="4148"/>
                  </a:lnTo>
                  <a:cubicBezTo>
                    <a:pt x="12622" y="4148"/>
                    <a:pt x="12640" y="4184"/>
                    <a:pt x="12640" y="4202"/>
                  </a:cubicBezTo>
                  <a:cubicBezTo>
                    <a:pt x="12640" y="4239"/>
                    <a:pt x="12622" y="4275"/>
                    <a:pt x="12622" y="4311"/>
                  </a:cubicBezTo>
                  <a:cubicBezTo>
                    <a:pt x="12677" y="4329"/>
                    <a:pt x="12731" y="4347"/>
                    <a:pt x="12767" y="4383"/>
                  </a:cubicBezTo>
                  <a:cubicBezTo>
                    <a:pt x="12785" y="4420"/>
                    <a:pt x="12803" y="4474"/>
                    <a:pt x="12803" y="4510"/>
                  </a:cubicBezTo>
                  <a:cubicBezTo>
                    <a:pt x="12803" y="4565"/>
                    <a:pt x="12785" y="4601"/>
                    <a:pt x="12822" y="4619"/>
                  </a:cubicBezTo>
                  <a:cubicBezTo>
                    <a:pt x="12840" y="4655"/>
                    <a:pt x="12876" y="4691"/>
                    <a:pt x="12894" y="4709"/>
                  </a:cubicBezTo>
                  <a:cubicBezTo>
                    <a:pt x="12930" y="4764"/>
                    <a:pt x="12930" y="4800"/>
                    <a:pt x="12912" y="4854"/>
                  </a:cubicBezTo>
                  <a:cubicBezTo>
                    <a:pt x="12894" y="4890"/>
                    <a:pt x="12858" y="4927"/>
                    <a:pt x="12822" y="4963"/>
                  </a:cubicBezTo>
                  <a:cubicBezTo>
                    <a:pt x="12803" y="4999"/>
                    <a:pt x="12822" y="5035"/>
                    <a:pt x="12858" y="5053"/>
                  </a:cubicBezTo>
                  <a:cubicBezTo>
                    <a:pt x="12894" y="5108"/>
                    <a:pt x="12912" y="5162"/>
                    <a:pt x="12894" y="5216"/>
                  </a:cubicBezTo>
                  <a:cubicBezTo>
                    <a:pt x="12894" y="5216"/>
                    <a:pt x="12894" y="5235"/>
                    <a:pt x="12894" y="5253"/>
                  </a:cubicBezTo>
                  <a:cubicBezTo>
                    <a:pt x="12948" y="5289"/>
                    <a:pt x="12985" y="5343"/>
                    <a:pt x="12985" y="5398"/>
                  </a:cubicBezTo>
                  <a:cubicBezTo>
                    <a:pt x="12985" y="5488"/>
                    <a:pt x="12894" y="5524"/>
                    <a:pt x="12822" y="5542"/>
                  </a:cubicBezTo>
                  <a:cubicBezTo>
                    <a:pt x="12785" y="5542"/>
                    <a:pt x="12749" y="5542"/>
                    <a:pt x="12749" y="5561"/>
                  </a:cubicBezTo>
                  <a:cubicBezTo>
                    <a:pt x="12731" y="5579"/>
                    <a:pt x="12749" y="5597"/>
                    <a:pt x="12767" y="5615"/>
                  </a:cubicBezTo>
                  <a:cubicBezTo>
                    <a:pt x="12803" y="5651"/>
                    <a:pt x="12858" y="5651"/>
                    <a:pt x="12894" y="5597"/>
                  </a:cubicBezTo>
                  <a:cubicBezTo>
                    <a:pt x="12912" y="5579"/>
                    <a:pt x="12930" y="5579"/>
                    <a:pt x="12966" y="5579"/>
                  </a:cubicBezTo>
                  <a:cubicBezTo>
                    <a:pt x="13021" y="5597"/>
                    <a:pt x="13057" y="5651"/>
                    <a:pt x="13057" y="5724"/>
                  </a:cubicBezTo>
                  <a:cubicBezTo>
                    <a:pt x="13057" y="5760"/>
                    <a:pt x="13039" y="5796"/>
                    <a:pt x="13039" y="5814"/>
                  </a:cubicBezTo>
                  <a:cubicBezTo>
                    <a:pt x="13039" y="5850"/>
                    <a:pt x="13021" y="5868"/>
                    <a:pt x="13039" y="5905"/>
                  </a:cubicBezTo>
                  <a:cubicBezTo>
                    <a:pt x="13057" y="5923"/>
                    <a:pt x="13075" y="5923"/>
                    <a:pt x="13111" y="5923"/>
                  </a:cubicBezTo>
                  <a:cubicBezTo>
                    <a:pt x="13148" y="5923"/>
                    <a:pt x="13184" y="5941"/>
                    <a:pt x="13220" y="5941"/>
                  </a:cubicBezTo>
                  <a:cubicBezTo>
                    <a:pt x="13256" y="5959"/>
                    <a:pt x="13292" y="5977"/>
                    <a:pt x="13310" y="6013"/>
                  </a:cubicBezTo>
                  <a:cubicBezTo>
                    <a:pt x="13365" y="5868"/>
                    <a:pt x="13347" y="5724"/>
                    <a:pt x="13292" y="5579"/>
                  </a:cubicBezTo>
                  <a:cubicBezTo>
                    <a:pt x="13274" y="5561"/>
                    <a:pt x="13292" y="5542"/>
                    <a:pt x="13292" y="5524"/>
                  </a:cubicBezTo>
                  <a:cubicBezTo>
                    <a:pt x="13329" y="5506"/>
                    <a:pt x="13383" y="5488"/>
                    <a:pt x="13419" y="5488"/>
                  </a:cubicBezTo>
                  <a:lnTo>
                    <a:pt x="13528" y="5488"/>
                  </a:lnTo>
                  <a:cubicBezTo>
                    <a:pt x="13546" y="5488"/>
                    <a:pt x="13528" y="5416"/>
                    <a:pt x="13510" y="5398"/>
                  </a:cubicBezTo>
                  <a:cubicBezTo>
                    <a:pt x="13492" y="5361"/>
                    <a:pt x="13473" y="5307"/>
                    <a:pt x="13492" y="5253"/>
                  </a:cubicBezTo>
                  <a:cubicBezTo>
                    <a:pt x="13528" y="5162"/>
                    <a:pt x="13618" y="5108"/>
                    <a:pt x="13709" y="5126"/>
                  </a:cubicBezTo>
                  <a:cubicBezTo>
                    <a:pt x="13818" y="5162"/>
                    <a:pt x="13872" y="5253"/>
                    <a:pt x="13872" y="5361"/>
                  </a:cubicBezTo>
                  <a:cubicBezTo>
                    <a:pt x="13854" y="5416"/>
                    <a:pt x="13836" y="5470"/>
                    <a:pt x="13818" y="5506"/>
                  </a:cubicBezTo>
                  <a:cubicBezTo>
                    <a:pt x="13781" y="5561"/>
                    <a:pt x="13818" y="5597"/>
                    <a:pt x="13836" y="5651"/>
                  </a:cubicBezTo>
                  <a:cubicBezTo>
                    <a:pt x="13854" y="5742"/>
                    <a:pt x="13781" y="5814"/>
                    <a:pt x="13727" y="5868"/>
                  </a:cubicBezTo>
                  <a:cubicBezTo>
                    <a:pt x="13727" y="5905"/>
                    <a:pt x="13691" y="5923"/>
                    <a:pt x="13709" y="5959"/>
                  </a:cubicBezTo>
                  <a:cubicBezTo>
                    <a:pt x="13727" y="5977"/>
                    <a:pt x="13781" y="5995"/>
                    <a:pt x="13799" y="6013"/>
                  </a:cubicBezTo>
                  <a:cubicBezTo>
                    <a:pt x="13854" y="6013"/>
                    <a:pt x="13890" y="6031"/>
                    <a:pt x="13944" y="6068"/>
                  </a:cubicBezTo>
                  <a:cubicBezTo>
                    <a:pt x="13981" y="6104"/>
                    <a:pt x="13999" y="6158"/>
                    <a:pt x="14017" y="6194"/>
                  </a:cubicBezTo>
                  <a:cubicBezTo>
                    <a:pt x="14053" y="6321"/>
                    <a:pt x="14071" y="6466"/>
                    <a:pt x="14053" y="6593"/>
                  </a:cubicBezTo>
                  <a:cubicBezTo>
                    <a:pt x="14053" y="6665"/>
                    <a:pt x="14053" y="6738"/>
                    <a:pt x="14053" y="6810"/>
                  </a:cubicBezTo>
                  <a:cubicBezTo>
                    <a:pt x="14053" y="6864"/>
                    <a:pt x="14053" y="6919"/>
                    <a:pt x="14071" y="6955"/>
                  </a:cubicBezTo>
                  <a:lnTo>
                    <a:pt x="14071" y="6955"/>
                  </a:lnTo>
                  <a:cubicBezTo>
                    <a:pt x="14107" y="6955"/>
                    <a:pt x="14125" y="6991"/>
                    <a:pt x="14107" y="7009"/>
                  </a:cubicBezTo>
                  <a:cubicBezTo>
                    <a:pt x="14089" y="7009"/>
                    <a:pt x="14089" y="7027"/>
                    <a:pt x="14071" y="7027"/>
                  </a:cubicBezTo>
                  <a:cubicBezTo>
                    <a:pt x="14071" y="7046"/>
                    <a:pt x="14071" y="7064"/>
                    <a:pt x="14053" y="7064"/>
                  </a:cubicBezTo>
                  <a:cubicBezTo>
                    <a:pt x="14053" y="7136"/>
                    <a:pt x="14071" y="7208"/>
                    <a:pt x="14125" y="7263"/>
                  </a:cubicBezTo>
                  <a:cubicBezTo>
                    <a:pt x="14216" y="7335"/>
                    <a:pt x="14270" y="7444"/>
                    <a:pt x="14288" y="7553"/>
                  </a:cubicBezTo>
                  <a:cubicBezTo>
                    <a:pt x="14288" y="7661"/>
                    <a:pt x="14216" y="7770"/>
                    <a:pt x="14216" y="7879"/>
                  </a:cubicBezTo>
                  <a:cubicBezTo>
                    <a:pt x="14234" y="8005"/>
                    <a:pt x="14307" y="8114"/>
                    <a:pt x="14397" y="8186"/>
                  </a:cubicBezTo>
                  <a:cubicBezTo>
                    <a:pt x="14451" y="8223"/>
                    <a:pt x="14488" y="8277"/>
                    <a:pt x="14524" y="8349"/>
                  </a:cubicBezTo>
                  <a:cubicBezTo>
                    <a:pt x="14524" y="8386"/>
                    <a:pt x="14524" y="8440"/>
                    <a:pt x="14506" y="8476"/>
                  </a:cubicBezTo>
                  <a:cubicBezTo>
                    <a:pt x="14542" y="8494"/>
                    <a:pt x="14578" y="8530"/>
                    <a:pt x="14596" y="8585"/>
                  </a:cubicBezTo>
                  <a:cubicBezTo>
                    <a:pt x="14632" y="8657"/>
                    <a:pt x="14614" y="8730"/>
                    <a:pt x="14560" y="8784"/>
                  </a:cubicBezTo>
                  <a:cubicBezTo>
                    <a:pt x="14524" y="8838"/>
                    <a:pt x="14470" y="8893"/>
                    <a:pt x="14488" y="8947"/>
                  </a:cubicBezTo>
                  <a:cubicBezTo>
                    <a:pt x="14506" y="8983"/>
                    <a:pt x="14524" y="9019"/>
                    <a:pt x="14560" y="9056"/>
                  </a:cubicBezTo>
                  <a:cubicBezTo>
                    <a:pt x="14578" y="9110"/>
                    <a:pt x="14614" y="9146"/>
                    <a:pt x="14632" y="9182"/>
                  </a:cubicBezTo>
                  <a:cubicBezTo>
                    <a:pt x="14669" y="9237"/>
                    <a:pt x="14669" y="9237"/>
                    <a:pt x="14687" y="9255"/>
                  </a:cubicBezTo>
                  <a:lnTo>
                    <a:pt x="14705" y="9255"/>
                  </a:lnTo>
                  <a:cubicBezTo>
                    <a:pt x="14741" y="9237"/>
                    <a:pt x="14795" y="9237"/>
                    <a:pt x="14832" y="9273"/>
                  </a:cubicBezTo>
                  <a:cubicBezTo>
                    <a:pt x="14868" y="9327"/>
                    <a:pt x="14886" y="9400"/>
                    <a:pt x="14832" y="9472"/>
                  </a:cubicBezTo>
                  <a:cubicBezTo>
                    <a:pt x="14814" y="9508"/>
                    <a:pt x="14723" y="9581"/>
                    <a:pt x="14777" y="9635"/>
                  </a:cubicBezTo>
                  <a:cubicBezTo>
                    <a:pt x="14832" y="9689"/>
                    <a:pt x="14904" y="9653"/>
                    <a:pt x="14940" y="9617"/>
                  </a:cubicBezTo>
                  <a:cubicBezTo>
                    <a:pt x="15103" y="9508"/>
                    <a:pt x="15230" y="9364"/>
                    <a:pt x="15321" y="9182"/>
                  </a:cubicBezTo>
                  <a:cubicBezTo>
                    <a:pt x="15321" y="9164"/>
                    <a:pt x="15357" y="9146"/>
                    <a:pt x="15375" y="9164"/>
                  </a:cubicBezTo>
                  <a:cubicBezTo>
                    <a:pt x="15429" y="9164"/>
                    <a:pt x="15484" y="9164"/>
                    <a:pt x="15538" y="9128"/>
                  </a:cubicBezTo>
                  <a:lnTo>
                    <a:pt x="15556" y="9128"/>
                  </a:lnTo>
                  <a:cubicBezTo>
                    <a:pt x="15610" y="9092"/>
                    <a:pt x="15683" y="9146"/>
                    <a:pt x="15647" y="9201"/>
                  </a:cubicBezTo>
                  <a:cubicBezTo>
                    <a:pt x="15647" y="9201"/>
                    <a:pt x="15647" y="9219"/>
                    <a:pt x="15647" y="9219"/>
                  </a:cubicBezTo>
                  <a:cubicBezTo>
                    <a:pt x="15647" y="9255"/>
                    <a:pt x="15647" y="9273"/>
                    <a:pt x="15683" y="9291"/>
                  </a:cubicBezTo>
                  <a:cubicBezTo>
                    <a:pt x="15701" y="9309"/>
                    <a:pt x="15719" y="9327"/>
                    <a:pt x="15737" y="9345"/>
                  </a:cubicBezTo>
                  <a:cubicBezTo>
                    <a:pt x="15755" y="9382"/>
                    <a:pt x="15755" y="9400"/>
                    <a:pt x="15737" y="9436"/>
                  </a:cubicBezTo>
                  <a:cubicBezTo>
                    <a:pt x="15719" y="9472"/>
                    <a:pt x="15683" y="9527"/>
                    <a:pt x="15647" y="9563"/>
                  </a:cubicBezTo>
                  <a:cubicBezTo>
                    <a:pt x="15647" y="9563"/>
                    <a:pt x="15610" y="9581"/>
                    <a:pt x="15610" y="9599"/>
                  </a:cubicBezTo>
                  <a:cubicBezTo>
                    <a:pt x="15610" y="9617"/>
                    <a:pt x="15610" y="9635"/>
                    <a:pt x="15629" y="9653"/>
                  </a:cubicBezTo>
                  <a:cubicBezTo>
                    <a:pt x="15647" y="9671"/>
                    <a:pt x="15647" y="9708"/>
                    <a:pt x="15665" y="9726"/>
                  </a:cubicBezTo>
                  <a:cubicBezTo>
                    <a:pt x="15665" y="9708"/>
                    <a:pt x="15665" y="9689"/>
                    <a:pt x="15683" y="9689"/>
                  </a:cubicBezTo>
                  <a:lnTo>
                    <a:pt x="15936" y="9563"/>
                  </a:lnTo>
                  <a:lnTo>
                    <a:pt x="16045" y="9508"/>
                  </a:lnTo>
                  <a:cubicBezTo>
                    <a:pt x="16063" y="9490"/>
                    <a:pt x="16081" y="9490"/>
                    <a:pt x="16099" y="9472"/>
                  </a:cubicBezTo>
                  <a:lnTo>
                    <a:pt x="16117" y="9472"/>
                  </a:lnTo>
                  <a:lnTo>
                    <a:pt x="16117" y="9472"/>
                  </a:lnTo>
                  <a:cubicBezTo>
                    <a:pt x="16117" y="9418"/>
                    <a:pt x="16154" y="9400"/>
                    <a:pt x="16190" y="9400"/>
                  </a:cubicBezTo>
                  <a:cubicBezTo>
                    <a:pt x="16280" y="9418"/>
                    <a:pt x="16371" y="9472"/>
                    <a:pt x="16425" y="9563"/>
                  </a:cubicBezTo>
                  <a:cubicBezTo>
                    <a:pt x="16462" y="9599"/>
                    <a:pt x="16480" y="9653"/>
                    <a:pt x="16462" y="9708"/>
                  </a:cubicBezTo>
                  <a:cubicBezTo>
                    <a:pt x="16534" y="9708"/>
                    <a:pt x="16588" y="9726"/>
                    <a:pt x="16643" y="9780"/>
                  </a:cubicBezTo>
                  <a:cubicBezTo>
                    <a:pt x="16679" y="9816"/>
                    <a:pt x="16697" y="9871"/>
                    <a:pt x="16697" y="9925"/>
                  </a:cubicBezTo>
                  <a:cubicBezTo>
                    <a:pt x="16697" y="9961"/>
                    <a:pt x="16697" y="10015"/>
                    <a:pt x="16697" y="10070"/>
                  </a:cubicBezTo>
                  <a:cubicBezTo>
                    <a:pt x="16715" y="10124"/>
                    <a:pt x="16806" y="10178"/>
                    <a:pt x="16824" y="10233"/>
                  </a:cubicBezTo>
                  <a:cubicBezTo>
                    <a:pt x="16860" y="10269"/>
                    <a:pt x="16860" y="10323"/>
                    <a:pt x="16842" y="10360"/>
                  </a:cubicBezTo>
                  <a:cubicBezTo>
                    <a:pt x="16842" y="10378"/>
                    <a:pt x="16824" y="10414"/>
                    <a:pt x="16806" y="10432"/>
                  </a:cubicBezTo>
                  <a:cubicBezTo>
                    <a:pt x="16788" y="10450"/>
                    <a:pt x="16769" y="10468"/>
                    <a:pt x="16751" y="10486"/>
                  </a:cubicBezTo>
                  <a:cubicBezTo>
                    <a:pt x="16751" y="10523"/>
                    <a:pt x="16751" y="10577"/>
                    <a:pt x="16788" y="10595"/>
                  </a:cubicBezTo>
                  <a:cubicBezTo>
                    <a:pt x="16860" y="10631"/>
                    <a:pt x="16914" y="10631"/>
                    <a:pt x="16987" y="10631"/>
                  </a:cubicBezTo>
                  <a:cubicBezTo>
                    <a:pt x="17023" y="10631"/>
                    <a:pt x="17041" y="10667"/>
                    <a:pt x="17041" y="10704"/>
                  </a:cubicBezTo>
                  <a:cubicBezTo>
                    <a:pt x="17041" y="10812"/>
                    <a:pt x="17005" y="10921"/>
                    <a:pt x="16951" y="11030"/>
                  </a:cubicBezTo>
                  <a:cubicBezTo>
                    <a:pt x="16969" y="11066"/>
                    <a:pt x="16969" y="11120"/>
                    <a:pt x="16969" y="11174"/>
                  </a:cubicBezTo>
                  <a:cubicBezTo>
                    <a:pt x="17023" y="11156"/>
                    <a:pt x="17077" y="11120"/>
                    <a:pt x="17095" y="11084"/>
                  </a:cubicBezTo>
                  <a:cubicBezTo>
                    <a:pt x="17150" y="11030"/>
                    <a:pt x="17204" y="10975"/>
                    <a:pt x="17276" y="10957"/>
                  </a:cubicBezTo>
                  <a:cubicBezTo>
                    <a:pt x="17313" y="10939"/>
                    <a:pt x="17349" y="10939"/>
                    <a:pt x="17385" y="10957"/>
                  </a:cubicBezTo>
                  <a:cubicBezTo>
                    <a:pt x="17421" y="10957"/>
                    <a:pt x="17421" y="10921"/>
                    <a:pt x="17421" y="10885"/>
                  </a:cubicBezTo>
                  <a:cubicBezTo>
                    <a:pt x="17439" y="10794"/>
                    <a:pt x="17421" y="10704"/>
                    <a:pt x="17385" y="10613"/>
                  </a:cubicBezTo>
                  <a:cubicBezTo>
                    <a:pt x="17385" y="10577"/>
                    <a:pt x="17403" y="10541"/>
                    <a:pt x="17439" y="10541"/>
                  </a:cubicBezTo>
                  <a:cubicBezTo>
                    <a:pt x="17494" y="10541"/>
                    <a:pt x="17530" y="10523"/>
                    <a:pt x="17584" y="10504"/>
                  </a:cubicBezTo>
                  <a:cubicBezTo>
                    <a:pt x="17584" y="10486"/>
                    <a:pt x="17584" y="10468"/>
                    <a:pt x="17584" y="10450"/>
                  </a:cubicBezTo>
                  <a:cubicBezTo>
                    <a:pt x="17566" y="10414"/>
                    <a:pt x="17566" y="10378"/>
                    <a:pt x="17566" y="10341"/>
                  </a:cubicBezTo>
                  <a:cubicBezTo>
                    <a:pt x="17566" y="10305"/>
                    <a:pt x="17584" y="10269"/>
                    <a:pt x="17621" y="10251"/>
                  </a:cubicBezTo>
                  <a:cubicBezTo>
                    <a:pt x="17639" y="10233"/>
                    <a:pt x="17657" y="10215"/>
                    <a:pt x="17657" y="10197"/>
                  </a:cubicBezTo>
                  <a:cubicBezTo>
                    <a:pt x="17675" y="10142"/>
                    <a:pt x="17693" y="10070"/>
                    <a:pt x="17711" y="10015"/>
                  </a:cubicBezTo>
                  <a:cubicBezTo>
                    <a:pt x="17711" y="9979"/>
                    <a:pt x="17729" y="9961"/>
                    <a:pt x="17765" y="9943"/>
                  </a:cubicBezTo>
                  <a:cubicBezTo>
                    <a:pt x="17802" y="9925"/>
                    <a:pt x="17820" y="9907"/>
                    <a:pt x="17856" y="9907"/>
                  </a:cubicBezTo>
                  <a:cubicBezTo>
                    <a:pt x="17892" y="9907"/>
                    <a:pt x="17910" y="9871"/>
                    <a:pt x="17928" y="9852"/>
                  </a:cubicBezTo>
                  <a:cubicBezTo>
                    <a:pt x="17947" y="9834"/>
                    <a:pt x="17965" y="9816"/>
                    <a:pt x="18001" y="9798"/>
                  </a:cubicBezTo>
                  <a:cubicBezTo>
                    <a:pt x="18110" y="9744"/>
                    <a:pt x="18236" y="9762"/>
                    <a:pt x="18327" y="9834"/>
                  </a:cubicBezTo>
                  <a:cubicBezTo>
                    <a:pt x="18417" y="9943"/>
                    <a:pt x="18454" y="10070"/>
                    <a:pt x="18399" y="10215"/>
                  </a:cubicBezTo>
                  <a:cubicBezTo>
                    <a:pt x="18381" y="10269"/>
                    <a:pt x="18381" y="10323"/>
                    <a:pt x="18399" y="10378"/>
                  </a:cubicBezTo>
                  <a:cubicBezTo>
                    <a:pt x="18417" y="10396"/>
                    <a:pt x="18417" y="10414"/>
                    <a:pt x="18435" y="10432"/>
                  </a:cubicBezTo>
                  <a:cubicBezTo>
                    <a:pt x="18454" y="10450"/>
                    <a:pt x="18508" y="10432"/>
                    <a:pt x="18526" y="10450"/>
                  </a:cubicBezTo>
                  <a:cubicBezTo>
                    <a:pt x="18598" y="10468"/>
                    <a:pt x="18653" y="10504"/>
                    <a:pt x="18653" y="10577"/>
                  </a:cubicBezTo>
                  <a:cubicBezTo>
                    <a:pt x="18671" y="10613"/>
                    <a:pt x="18671" y="10667"/>
                    <a:pt x="18689" y="10704"/>
                  </a:cubicBezTo>
                  <a:lnTo>
                    <a:pt x="18689" y="10704"/>
                  </a:lnTo>
                  <a:lnTo>
                    <a:pt x="18689" y="10704"/>
                  </a:lnTo>
                  <a:lnTo>
                    <a:pt x="18689" y="10704"/>
                  </a:lnTo>
                  <a:cubicBezTo>
                    <a:pt x="18725" y="10722"/>
                    <a:pt x="18761" y="10740"/>
                    <a:pt x="18798" y="10758"/>
                  </a:cubicBezTo>
                  <a:cubicBezTo>
                    <a:pt x="18834" y="10812"/>
                    <a:pt x="18834" y="10885"/>
                    <a:pt x="18798" y="10939"/>
                  </a:cubicBezTo>
                  <a:cubicBezTo>
                    <a:pt x="18761" y="10993"/>
                    <a:pt x="18725" y="11030"/>
                    <a:pt x="18689" y="11084"/>
                  </a:cubicBezTo>
                  <a:cubicBezTo>
                    <a:pt x="18689" y="11102"/>
                    <a:pt x="18689" y="11102"/>
                    <a:pt x="18689" y="11120"/>
                  </a:cubicBezTo>
                  <a:lnTo>
                    <a:pt x="18689" y="11120"/>
                  </a:lnTo>
                  <a:lnTo>
                    <a:pt x="18689" y="11120"/>
                  </a:lnTo>
                  <a:cubicBezTo>
                    <a:pt x="18725" y="11138"/>
                    <a:pt x="18743" y="11156"/>
                    <a:pt x="18780" y="11174"/>
                  </a:cubicBezTo>
                  <a:cubicBezTo>
                    <a:pt x="18834" y="11229"/>
                    <a:pt x="18834" y="11319"/>
                    <a:pt x="18816" y="11392"/>
                  </a:cubicBezTo>
                  <a:cubicBezTo>
                    <a:pt x="18798" y="11428"/>
                    <a:pt x="18798" y="11464"/>
                    <a:pt x="18816" y="11500"/>
                  </a:cubicBezTo>
                  <a:lnTo>
                    <a:pt x="18816" y="11500"/>
                  </a:lnTo>
                  <a:cubicBezTo>
                    <a:pt x="18816" y="11500"/>
                    <a:pt x="18834" y="11500"/>
                    <a:pt x="18834" y="11500"/>
                  </a:cubicBezTo>
                  <a:lnTo>
                    <a:pt x="18834" y="11500"/>
                  </a:lnTo>
                  <a:cubicBezTo>
                    <a:pt x="18870" y="11500"/>
                    <a:pt x="18888" y="11519"/>
                    <a:pt x="18888" y="11537"/>
                  </a:cubicBezTo>
                  <a:cubicBezTo>
                    <a:pt x="18924" y="11537"/>
                    <a:pt x="18961" y="11537"/>
                    <a:pt x="18997" y="11519"/>
                  </a:cubicBezTo>
                  <a:cubicBezTo>
                    <a:pt x="19015" y="11500"/>
                    <a:pt x="19033" y="11482"/>
                    <a:pt x="19033" y="11446"/>
                  </a:cubicBezTo>
                  <a:cubicBezTo>
                    <a:pt x="19033" y="11410"/>
                    <a:pt x="19051" y="11356"/>
                    <a:pt x="19087" y="11337"/>
                  </a:cubicBezTo>
                  <a:cubicBezTo>
                    <a:pt x="19142" y="11319"/>
                    <a:pt x="19196" y="11319"/>
                    <a:pt x="19250" y="11319"/>
                  </a:cubicBezTo>
                  <a:lnTo>
                    <a:pt x="19413" y="11319"/>
                  </a:lnTo>
                  <a:cubicBezTo>
                    <a:pt x="19486" y="11301"/>
                    <a:pt x="19576" y="11337"/>
                    <a:pt x="19631" y="11392"/>
                  </a:cubicBezTo>
                  <a:cubicBezTo>
                    <a:pt x="19685" y="11464"/>
                    <a:pt x="19685" y="11555"/>
                    <a:pt x="19631" y="11609"/>
                  </a:cubicBezTo>
                  <a:cubicBezTo>
                    <a:pt x="19613" y="11645"/>
                    <a:pt x="19594" y="11682"/>
                    <a:pt x="19576" y="11718"/>
                  </a:cubicBezTo>
                  <a:cubicBezTo>
                    <a:pt x="19576" y="11736"/>
                    <a:pt x="19594" y="11754"/>
                    <a:pt x="19613" y="11772"/>
                  </a:cubicBezTo>
                  <a:cubicBezTo>
                    <a:pt x="19685" y="11845"/>
                    <a:pt x="19739" y="11917"/>
                    <a:pt x="19739" y="12008"/>
                  </a:cubicBezTo>
                  <a:cubicBezTo>
                    <a:pt x="19739" y="12116"/>
                    <a:pt x="19667" y="12207"/>
                    <a:pt x="19576" y="12225"/>
                  </a:cubicBezTo>
                  <a:cubicBezTo>
                    <a:pt x="19486" y="12279"/>
                    <a:pt x="19395" y="12297"/>
                    <a:pt x="19341" y="12370"/>
                  </a:cubicBezTo>
                  <a:cubicBezTo>
                    <a:pt x="19323" y="12406"/>
                    <a:pt x="19305" y="12460"/>
                    <a:pt x="19305" y="12496"/>
                  </a:cubicBezTo>
                  <a:cubicBezTo>
                    <a:pt x="19305" y="12515"/>
                    <a:pt x="19305" y="12533"/>
                    <a:pt x="19305" y="12551"/>
                  </a:cubicBezTo>
                  <a:cubicBezTo>
                    <a:pt x="19305" y="12569"/>
                    <a:pt x="19305" y="12569"/>
                    <a:pt x="19305" y="12587"/>
                  </a:cubicBezTo>
                  <a:cubicBezTo>
                    <a:pt x="19305" y="12569"/>
                    <a:pt x="19323" y="12569"/>
                    <a:pt x="19323" y="12569"/>
                  </a:cubicBezTo>
                  <a:cubicBezTo>
                    <a:pt x="19359" y="12569"/>
                    <a:pt x="19395" y="12569"/>
                    <a:pt x="19413" y="12587"/>
                  </a:cubicBezTo>
                  <a:cubicBezTo>
                    <a:pt x="19468" y="12605"/>
                    <a:pt x="19504" y="12659"/>
                    <a:pt x="19486" y="12714"/>
                  </a:cubicBezTo>
                  <a:cubicBezTo>
                    <a:pt x="19486" y="12768"/>
                    <a:pt x="19450" y="12822"/>
                    <a:pt x="19413" y="12859"/>
                  </a:cubicBezTo>
                  <a:cubicBezTo>
                    <a:pt x="19359" y="12895"/>
                    <a:pt x="19305" y="12913"/>
                    <a:pt x="19269" y="12931"/>
                  </a:cubicBezTo>
                  <a:cubicBezTo>
                    <a:pt x="19232" y="12949"/>
                    <a:pt x="19196" y="12985"/>
                    <a:pt x="19214" y="13022"/>
                  </a:cubicBezTo>
                  <a:cubicBezTo>
                    <a:pt x="19214" y="13040"/>
                    <a:pt x="19232" y="13076"/>
                    <a:pt x="19269" y="13076"/>
                  </a:cubicBezTo>
                  <a:cubicBezTo>
                    <a:pt x="19305" y="13076"/>
                    <a:pt x="19341" y="13076"/>
                    <a:pt x="19359" y="13094"/>
                  </a:cubicBezTo>
                  <a:cubicBezTo>
                    <a:pt x="19395" y="13112"/>
                    <a:pt x="19413" y="13148"/>
                    <a:pt x="19432" y="13185"/>
                  </a:cubicBezTo>
                  <a:cubicBezTo>
                    <a:pt x="19432" y="13239"/>
                    <a:pt x="19450" y="13293"/>
                    <a:pt x="19450" y="13366"/>
                  </a:cubicBezTo>
                  <a:cubicBezTo>
                    <a:pt x="19450" y="13420"/>
                    <a:pt x="19450" y="13492"/>
                    <a:pt x="19413" y="13547"/>
                  </a:cubicBezTo>
                  <a:cubicBezTo>
                    <a:pt x="19413" y="13583"/>
                    <a:pt x="19395" y="13601"/>
                    <a:pt x="19377" y="13637"/>
                  </a:cubicBezTo>
                  <a:cubicBezTo>
                    <a:pt x="19450" y="13692"/>
                    <a:pt x="19468" y="13764"/>
                    <a:pt x="19468" y="13855"/>
                  </a:cubicBezTo>
                  <a:cubicBezTo>
                    <a:pt x="19450" y="13945"/>
                    <a:pt x="19395" y="14036"/>
                    <a:pt x="19305" y="14090"/>
                  </a:cubicBezTo>
                  <a:lnTo>
                    <a:pt x="19450" y="14163"/>
                  </a:lnTo>
                  <a:lnTo>
                    <a:pt x="19558" y="14199"/>
                  </a:lnTo>
                  <a:lnTo>
                    <a:pt x="19613" y="14235"/>
                  </a:lnTo>
                  <a:cubicBezTo>
                    <a:pt x="19631" y="14235"/>
                    <a:pt x="19631" y="14235"/>
                    <a:pt x="19631" y="14253"/>
                  </a:cubicBezTo>
                  <a:cubicBezTo>
                    <a:pt x="19739" y="14253"/>
                    <a:pt x="19794" y="14380"/>
                    <a:pt x="19866" y="14452"/>
                  </a:cubicBezTo>
                  <a:lnTo>
                    <a:pt x="19884" y="14470"/>
                  </a:lnTo>
                  <a:lnTo>
                    <a:pt x="19902" y="14470"/>
                  </a:lnTo>
                  <a:lnTo>
                    <a:pt x="19920" y="14470"/>
                  </a:lnTo>
                  <a:lnTo>
                    <a:pt x="19957" y="14470"/>
                  </a:lnTo>
                  <a:cubicBezTo>
                    <a:pt x="19957" y="14470"/>
                    <a:pt x="19975" y="14452"/>
                    <a:pt x="19993" y="14452"/>
                  </a:cubicBezTo>
                  <a:cubicBezTo>
                    <a:pt x="20047" y="14380"/>
                    <a:pt x="20047" y="14289"/>
                    <a:pt x="20083" y="14217"/>
                  </a:cubicBezTo>
                  <a:cubicBezTo>
                    <a:pt x="20102" y="14181"/>
                    <a:pt x="20120" y="14163"/>
                    <a:pt x="20138" y="14126"/>
                  </a:cubicBezTo>
                  <a:cubicBezTo>
                    <a:pt x="20138" y="14108"/>
                    <a:pt x="20174" y="14090"/>
                    <a:pt x="20174" y="14072"/>
                  </a:cubicBezTo>
                  <a:cubicBezTo>
                    <a:pt x="20192" y="14054"/>
                    <a:pt x="20174" y="13981"/>
                    <a:pt x="20174" y="13945"/>
                  </a:cubicBezTo>
                  <a:cubicBezTo>
                    <a:pt x="20156" y="13891"/>
                    <a:pt x="20192" y="13855"/>
                    <a:pt x="20246" y="13855"/>
                  </a:cubicBezTo>
                  <a:lnTo>
                    <a:pt x="20265" y="13855"/>
                  </a:lnTo>
                  <a:lnTo>
                    <a:pt x="20301" y="13855"/>
                  </a:lnTo>
                  <a:cubicBezTo>
                    <a:pt x="20319" y="13855"/>
                    <a:pt x="20355" y="13837"/>
                    <a:pt x="20373" y="13800"/>
                  </a:cubicBezTo>
                  <a:cubicBezTo>
                    <a:pt x="20409" y="13764"/>
                    <a:pt x="20464" y="13710"/>
                    <a:pt x="20536" y="13674"/>
                  </a:cubicBezTo>
                  <a:cubicBezTo>
                    <a:pt x="20609" y="13637"/>
                    <a:pt x="20681" y="13619"/>
                    <a:pt x="20754" y="13619"/>
                  </a:cubicBezTo>
                  <a:cubicBezTo>
                    <a:pt x="20790" y="13619"/>
                    <a:pt x="20808" y="13601"/>
                    <a:pt x="20826" y="13583"/>
                  </a:cubicBezTo>
                  <a:cubicBezTo>
                    <a:pt x="20862" y="13547"/>
                    <a:pt x="20862" y="13511"/>
                    <a:pt x="20862" y="13474"/>
                  </a:cubicBezTo>
                  <a:cubicBezTo>
                    <a:pt x="20862" y="13402"/>
                    <a:pt x="20916" y="13311"/>
                    <a:pt x="20989" y="13275"/>
                  </a:cubicBezTo>
                  <a:lnTo>
                    <a:pt x="21079" y="13221"/>
                  </a:lnTo>
                  <a:cubicBezTo>
                    <a:pt x="21098" y="13221"/>
                    <a:pt x="21116" y="13221"/>
                    <a:pt x="21116" y="13203"/>
                  </a:cubicBez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185"/>
                  </a:lnTo>
                  <a:cubicBezTo>
                    <a:pt x="21116" y="13167"/>
                    <a:pt x="21116" y="13148"/>
                    <a:pt x="21098" y="13112"/>
                  </a:cubicBezTo>
                  <a:cubicBezTo>
                    <a:pt x="21079" y="13076"/>
                    <a:pt x="21079" y="13004"/>
                    <a:pt x="21098" y="12949"/>
                  </a:cubicBezTo>
                  <a:cubicBezTo>
                    <a:pt x="21134" y="12877"/>
                    <a:pt x="21188" y="12804"/>
                    <a:pt x="21279" y="12786"/>
                  </a:cubicBezTo>
                  <a:cubicBezTo>
                    <a:pt x="21442" y="12732"/>
                    <a:pt x="21641" y="12822"/>
                    <a:pt x="21677" y="13004"/>
                  </a:cubicBezTo>
                  <a:cubicBezTo>
                    <a:pt x="21695" y="13094"/>
                    <a:pt x="21677" y="13203"/>
                    <a:pt x="21641" y="13275"/>
                  </a:cubicBezTo>
                  <a:cubicBezTo>
                    <a:pt x="21605" y="13348"/>
                    <a:pt x="21550" y="13420"/>
                    <a:pt x="21568" y="13511"/>
                  </a:cubicBezTo>
                  <a:cubicBezTo>
                    <a:pt x="21568" y="13547"/>
                    <a:pt x="21605" y="13547"/>
                    <a:pt x="21641" y="13583"/>
                  </a:cubicBezTo>
                  <a:cubicBezTo>
                    <a:pt x="21695" y="13619"/>
                    <a:pt x="21713" y="13655"/>
                    <a:pt x="21731" y="13710"/>
                  </a:cubicBezTo>
                  <a:cubicBezTo>
                    <a:pt x="21731" y="13800"/>
                    <a:pt x="21695" y="13891"/>
                    <a:pt x="21659" y="13981"/>
                  </a:cubicBezTo>
                  <a:cubicBezTo>
                    <a:pt x="21605" y="14036"/>
                    <a:pt x="21605" y="14108"/>
                    <a:pt x="21659" y="14181"/>
                  </a:cubicBezTo>
                  <a:cubicBezTo>
                    <a:pt x="21695" y="14217"/>
                    <a:pt x="21750" y="14271"/>
                    <a:pt x="21786" y="14307"/>
                  </a:cubicBezTo>
                  <a:cubicBezTo>
                    <a:pt x="21840" y="14362"/>
                    <a:pt x="21858" y="14416"/>
                    <a:pt x="21876" y="14489"/>
                  </a:cubicBezTo>
                  <a:cubicBezTo>
                    <a:pt x="21876" y="14579"/>
                    <a:pt x="21840" y="14651"/>
                    <a:pt x="21768" y="14724"/>
                  </a:cubicBezTo>
                  <a:cubicBezTo>
                    <a:pt x="21731" y="14742"/>
                    <a:pt x="21695" y="14778"/>
                    <a:pt x="21659" y="14814"/>
                  </a:cubicBezTo>
                  <a:cubicBezTo>
                    <a:pt x="21641" y="14851"/>
                    <a:pt x="21659" y="14887"/>
                    <a:pt x="21659" y="14905"/>
                  </a:cubicBezTo>
                  <a:cubicBezTo>
                    <a:pt x="21677" y="14941"/>
                    <a:pt x="21695" y="14977"/>
                    <a:pt x="21695" y="15014"/>
                  </a:cubicBezTo>
                  <a:cubicBezTo>
                    <a:pt x="21750" y="15014"/>
                    <a:pt x="21804" y="15032"/>
                    <a:pt x="21840" y="15068"/>
                  </a:cubicBezTo>
                  <a:cubicBezTo>
                    <a:pt x="21913" y="15140"/>
                    <a:pt x="21858" y="15249"/>
                    <a:pt x="21822" y="15322"/>
                  </a:cubicBezTo>
                  <a:cubicBezTo>
                    <a:pt x="21804" y="15340"/>
                    <a:pt x="21786" y="15358"/>
                    <a:pt x="21786" y="15376"/>
                  </a:cubicBezTo>
                  <a:cubicBezTo>
                    <a:pt x="21786" y="15376"/>
                    <a:pt x="21786" y="15376"/>
                    <a:pt x="21786" y="15376"/>
                  </a:cubicBezTo>
                  <a:cubicBezTo>
                    <a:pt x="21786" y="15412"/>
                    <a:pt x="21822" y="15412"/>
                    <a:pt x="21822" y="15448"/>
                  </a:cubicBezTo>
                  <a:cubicBezTo>
                    <a:pt x="21840" y="15466"/>
                    <a:pt x="21840" y="15503"/>
                    <a:pt x="21822" y="15539"/>
                  </a:cubicBezTo>
                  <a:cubicBezTo>
                    <a:pt x="21804" y="15593"/>
                    <a:pt x="21750" y="15611"/>
                    <a:pt x="21695" y="15629"/>
                  </a:cubicBezTo>
                  <a:cubicBezTo>
                    <a:pt x="21659" y="15629"/>
                    <a:pt x="21605" y="15629"/>
                    <a:pt x="21568" y="15648"/>
                  </a:cubicBezTo>
                  <a:cubicBezTo>
                    <a:pt x="21550" y="15684"/>
                    <a:pt x="21568" y="15720"/>
                    <a:pt x="21605" y="15738"/>
                  </a:cubicBezTo>
                  <a:cubicBezTo>
                    <a:pt x="21641" y="15774"/>
                    <a:pt x="21695" y="15810"/>
                    <a:pt x="21750" y="15810"/>
                  </a:cubicBezTo>
                  <a:cubicBezTo>
                    <a:pt x="21768" y="15810"/>
                    <a:pt x="21786" y="15829"/>
                    <a:pt x="21786" y="15847"/>
                  </a:cubicBezTo>
                  <a:cubicBezTo>
                    <a:pt x="21786" y="15937"/>
                    <a:pt x="21750" y="16028"/>
                    <a:pt x="21659" y="16082"/>
                  </a:cubicBezTo>
                  <a:cubicBezTo>
                    <a:pt x="21623" y="16100"/>
                    <a:pt x="21587" y="16136"/>
                    <a:pt x="21568" y="16155"/>
                  </a:cubicBezTo>
                  <a:cubicBezTo>
                    <a:pt x="21532" y="16191"/>
                    <a:pt x="21532" y="16227"/>
                    <a:pt x="21568" y="16263"/>
                  </a:cubicBezTo>
                  <a:cubicBezTo>
                    <a:pt x="21587" y="16299"/>
                    <a:pt x="21587" y="16354"/>
                    <a:pt x="21587" y="16390"/>
                  </a:cubicBezTo>
                  <a:cubicBezTo>
                    <a:pt x="21587" y="16426"/>
                    <a:pt x="21550" y="16462"/>
                    <a:pt x="21550" y="16499"/>
                  </a:cubicBezTo>
                  <a:cubicBezTo>
                    <a:pt x="21568" y="16589"/>
                    <a:pt x="21695" y="16589"/>
                    <a:pt x="21786" y="16607"/>
                  </a:cubicBezTo>
                  <a:cubicBezTo>
                    <a:pt x="21822" y="16607"/>
                    <a:pt x="21840" y="16625"/>
                    <a:pt x="21840" y="16680"/>
                  </a:cubicBezTo>
                  <a:cubicBezTo>
                    <a:pt x="21804" y="16879"/>
                    <a:pt x="21605" y="16970"/>
                    <a:pt x="21460" y="17096"/>
                  </a:cubicBezTo>
                  <a:cubicBezTo>
                    <a:pt x="21442" y="17132"/>
                    <a:pt x="21405" y="17187"/>
                    <a:pt x="21387" y="17223"/>
                  </a:cubicBezTo>
                  <a:cubicBezTo>
                    <a:pt x="21405" y="17223"/>
                    <a:pt x="21424" y="17223"/>
                    <a:pt x="21460" y="17205"/>
                  </a:cubicBezTo>
                  <a:cubicBezTo>
                    <a:pt x="21496" y="17187"/>
                    <a:pt x="21550" y="17169"/>
                    <a:pt x="21587" y="17169"/>
                  </a:cubicBezTo>
                  <a:cubicBezTo>
                    <a:pt x="21641" y="17151"/>
                    <a:pt x="21695" y="17169"/>
                    <a:pt x="21731" y="17223"/>
                  </a:cubicBezTo>
                  <a:cubicBezTo>
                    <a:pt x="21804" y="17187"/>
                    <a:pt x="21876" y="17187"/>
                    <a:pt x="21949" y="17259"/>
                  </a:cubicBezTo>
                  <a:cubicBezTo>
                    <a:pt x="22003" y="17314"/>
                    <a:pt x="22003" y="17422"/>
                    <a:pt x="21949" y="17495"/>
                  </a:cubicBezTo>
                  <a:cubicBezTo>
                    <a:pt x="22021" y="17549"/>
                    <a:pt x="22112" y="17567"/>
                    <a:pt x="22202" y="17567"/>
                  </a:cubicBezTo>
                  <a:cubicBezTo>
                    <a:pt x="22220" y="17567"/>
                    <a:pt x="22257" y="17585"/>
                    <a:pt x="22257" y="17603"/>
                  </a:cubicBezTo>
                  <a:cubicBezTo>
                    <a:pt x="22275" y="17694"/>
                    <a:pt x="22275" y="17784"/>
                    <a:pt x="22238" y="17857"/>
                  </a:cubicBezTo>
                  <a:cubicBezTo>
                    <a:pt x="22257" y="17875"/>
                    <a:pt x="22293" y="17875"/>
                    <a:pt x="22311" y="17857"/>
                  </a:cubicBezTo>
                  <a:cubicBezTo>
                    <a:pt x="22329" y="17839"/>
                    <a:pt x="22365" y="17857"/>
                    <a:pt x="22383" y="17893"/>
                  </a:cubicBezTo>
                  <a:cubicBezTo>
                    <a:pt x="22420" y="17966"/>
                    <a:pt x="22492" y="18038"/>
                    <a:pt x="22492" y="18129"/>
                  </a:cubicBezTo>
                  <a:cubicBezTo>
                    <a:pt x="22510" y="18165"/>
                    <a:pt x="22492" y="18201"/>
                    <a:pt x="22474" y="18237"/>
                  </a:cubicBezTo>
                  <a:cubicBezTo>
                    <a:pt x="22510" y="18219"/>
                    <a:pt x="22528" y="18219"/>
                    <a:pt x="22564" y="18219"/>
                  </a:cubicBezTo>
                  <a:cubicBezTo>
                    <a:pt x="22637" y="18237"/>
                    <a:pt x="22691" y="18273"/>
                    <a:pt x="22709" y="18346"/>
                  </a:cubicBezTo>
                  <a:cubicBezTo>
                    <a:pt x="22764" y="18473"/>
                    <a:pt x="22673" y="18581"/>
                    <a:pt x="22564" y="18654"/>
                  </a:cubicBezTo>
                  <a:cubicBezTo>
                    <a:pt x="22601" y="18708"/>
                    <a:pt x="22637" y="18744"/>
                    <a:pt x="22655" y="18799"/>
                  </a:cubicBezTo>
                  <a:cubicBezTo>
                    <a:pt x="22673" y="18817"/>
                    <a:pt x="22691" y="18853"/>
                    <a:pt x="22727" y="18871"/>
                  </a:cubicBezTo>
                  <a:cubicBezTo>
                    <a:pt x="22727" y="18889"/>
                    <a:pt x="22746" y="18907"/>
                    <a:pt x="22764" y="18925"/>
                  </a:cubicBezTo>
                  <a:cubicBezTo>
                    <a:pt x="22782" y="18907"/>
                    <a:pt x="22818" y="18907"/>
                    <a:pt x="22836" y="18925"/>
                  </a:cubicBezTo>
                  <a:cubicBezTo>
                    <a:pt x="22854" y="18943"/>
                    <a:pt x="22854" y="18998"/>
                    <a:pt x="22836" y="19034"/>
                  </a:cubicBezTo>
                  <a:cubicBezTo>
                    <a:pt x="22818" y="19070"/>
                    <a:pt x="22818" y="19106"/>
                    <a:pt x="22818" y="19143"/>
                  </a:cubicBezTo>
                  <a:lnTo>
                    <a:pt x="22854" y="19143"/>
                  </a:lnTo>
                  <a:cubicBezTo>
                    <a:pt x="22909" y="19143"/>
                    <a:pt x="22927" y="19197"/>
                    <a:pt x="22909" y="19233"/>
                  </a:cubicBezTo>
                  <a:cubicBezTo>
                    <a:pt x="22890" y="19233"/>
                    <a:pt x="22890" y="19233"/>
                    <a:pt x="22890" y="19251"/>
                  </a:cubicBezTo>
                  <a:cubicBezTo>
                    <a:pt x="22836" y="19306"/>
                    <a:pt x="22890" y="19396"/>
                    <a:pt x="22963" y="19378"/>
                  </a:cubicBezTo>
                  <a:cubicBezTo>
                    <a:pt x="23072" y="19360"/>
                    <a:pt x="23090" y="19233"/>
                    <a:pt x="22999" y="19179"/>
                  </a:cubicBezTo>
                  <a:cubicBezTo>
                    <a:pt x="22963" y="19161"/>
                    <a:pt x="22963" y="19106"/>
                    <a:pt x="22999" y="19088"/>
                  </a:cubicBezTo>
                  <a:lnTo>
                    <a:pt x="23126" y="18998"/>
                  </a:lnTo>
                  <a:cubicBezTo>
                    <a:pt x="23108" y="18962"/>
                    <a:pt x="23090" y="18907"/>
                    <a:pt x="23108" y="18871"/>
                  </a:cubicBezTo>
                  <a:cubicBezTo>
                    <a:pt x="23108" y="18835"/>
                    <a:pt x="23144" y="18817"/>
                    <a:pt x="23162" y="18835"/>
                  </a:cubicBezTo>
                  <a:cubicBezTo>
                    <a:pt x="23216" y="18835"/>
                    <a:pt x="23271" y="18853"/>
                    <a:pt x="23307" y="18889"/>
                  </a:cubicBezTo>
                  <a:cubicBezTo>
                    <a:pt x="23307" y="18708"/>
                    <a:pt x="23343" y="18509"/>
                    <a:pt x="23397" y="18346"/>
                  </a:cubicBezTo>
                  <a:cubicBezTo>
                    <a:pt x="23397" y="18328"/>
                    <a:pt x="23416" y="18310"/>
                    <a:pt x="23434" y="18310"/>
                  </a:cubicBezTo>
                  <a:lnTo>
                    <a:pt x="23434" y="18310"/>
                  </a:lnTo>
                  <a:cubicBezTo>
                    <a:pt x="23488" y="18237"/>
                    <a:pt x="23579" y="18201"/>
                    <a:pt x="23669" y="18201"/>
                  </a:cubicBezTo>
                  <a:cubicBezTo>
                    <a:pt x="23760" y="18201"/>
                    <a:pt x="23868" y="18237"/>
                    <a:pt x="23941" y="18310"/>
                  </a:cubicBezTo>
                  <a:cubicBezTo>
                    <a:pt x="23959" y="18346"/>
                    <a:pt x="23977" y="18400"/>
                    <a:pt x="23977" y="18454"/>
                  </a:cubicBezTo>
                  <a:cubicBezTo>
                    <a:pt x="23995" y="18473"/>
                    <a:pt x="24031" y="18509"/>
                    <a:pt x="24049" y="18545"/>
                  </a:cubicBezTo>
                  <a:cubicBezTo>
                    <a:pt x="24086" y="18599"/>
                    <a:pt x="24086" y="18690"/>
                    <a:pt x="24049" y="18762"/>
                  </a:cubicBezTo>
                  <a:cubicBezTo>
                    <a:pt x="24013" y="18835"/>
                    <a:pt x="23959" y="18889"/>
                    <a:pt x="23977" y="18980"/>
                  </a:cubicBezTo>
                  <a:cubicBezTo>
                    <a:pt x="24013" y="19052"/>
                    <a:pt x="24104" y="19052"/>
                    <a:pt x="24140" y="19125"/>
                  </a:cubicBezTo>
                  <a:cubicBezTo>
                    <a:pt x="24176" y="19197"/>
                    <a:pt x="24176" y="19306"/>
                    <a:pt x="24140" y="19378"/>
                  </a:cubicBezTo>
                  <a:cubicBezTo>
                    <a:pt x="24104" y="19469"/>
                    <a:pt x="24068" y="19541"/>
                    <a:pt x="24049" y="19632"/>
                  </a:cubicBezTo>
                  <a:cubicBezTo>
                    <a:pt x="24013" y="19686"/>
                    <a:pt x="24013" y="19740"/>
                    <a:pt x="24031" y="19795"/>
                  </a:cubicBezTo>
                  <a:cubicBezTo>
                    <a:pt x="24049" y="19849"/>
                    <a:pt x="24086" y="19903"/>
                    <a:pt x="24140" y="19921"/>
                  </a:cubicBezTo>
                  <a:cubicBezTo>
                    <a:pt x="24231" y="19939"/>
                    <a:pt x="24303" y="20012"/>
                    <a:pt x="24285" y="20102"/>
                  </a:cubicBezTo>
                  <a:cubicBezTo>
                    <a:pt x="24267" y="20175"/>
                    <a:pt x="24231" y="20247"/>
                    <a:pt x="24158" y="20284"/>
                  </a:cubicBezTo>
                  <a:lnTo>
                    <a:pt x="24068" y="20428"/>
                  </a:lnTo>
                  <a:cubicBezTo>
                    <a:pt x="24104" y="20410"/>
                    <a:pt x="24122" y="20392"/>
                    <a:pt x="24140" y="20392"/>
                  </a:cubicBezTo>
                  <a:cubicBezTo>
                    <a:pt x="24176" y="20356"/>
                    <a:pt x="24231" y="20356"/>
                    <a:pt x="24267" y="20356"/>
                  </a:cubicBezTo>
                  <a:cubicBezTo>
                    <a:pt x="24321" y="20374"/>
                    <a:pt x="24357" y="20410"/>
                    <a:pt x="24375" y="20465"/>
                  </a:cubicBezTo>
                  <a:cubicBezTo>
                    <a:pt x="24394" y="20501"/>
                    <a:pt x="24394" y="20555"/>
                    <a:pt x="24375" y="20610"/>
                  </a:cubicBezTo>
                  <a:lnTo>
                    <a:pt x="24466" y="20646"/>
                  </a:lnTo>
                  <a:lnTo>
                    <a:pt x="24520" y="20664"/>
                  </a:lnTo>
                  <a:cubicBezTo>
                    <a:pt x="24520" y="20591"/>
                    <a:pt x="24538" y="20519"/>
                    <a:pt x="24557" y="20447"/>
                  </a:cubicBezTo>
                  <a:lnTo>
                    <a:pt x="24557" y="20410"/>
                  </a:lnTo>
                  <a:cubicBezTo>
                    <a:pt x="24557" y="20356"/>
                    <a:pt x="24629" y="20356"/>
                    <a:pt x="24665" y="20392"/>
                  </a:cubicBezTo>
                  <a:cubicBezTo>
                    <a:pt x="24738" y="20465"/>
                    <a:pt x="24864" y="20483"/>
                    <a:pt x="24937" y="20410"/>
                  </a:cubicBezTo>
                  <a:cubicBezTo>
                    <a:pt x="24973" y="20374"/>
                    <a:pt x="25045" y="20410"/>
                    <a:pt x="25045" y="20465"/>
                  </a:cubicBezTo>
                  <a:cubicBezTo>
                    <a:pt x="25045" y="20465"/>
                    <a:pt x="25045" y="20483"/>
                    <a:pt x="25045" y="20501"/>
                  </a:cubicBezTo>
                  <a:cubicBezTo>
                    <a:pt x="25045" y="20573"/>
                    <a:pt x="25027" y="20664"/>
                    <a:pt x="25009" y="20736"/>
                  </a:cubicBezTo>
                  <a:cubicBezTo>
                    <a:pt x="25064" y="20772"/>
                    <a:pt x="25100" y="20827"/>
                    <a:pt x="25100" y="20899"/>
                  </a:cubicBezTo>
                  <a:cubicBezTo>
                    <a:pt x="25100" y="20954"/>
                    <a:pt x="25082" y="21008"/>
                    <a:pt x="25064" y="21062"/>
                  </a:cubicBezTo>
                  <a:lnTo>
                    <a:pt x="25064" y="21117"/>
                  </a:lnTo>
                  <a:cubicBezTo>
                    <a:pt x="25154" y="21044"/>
                    <a:pt x="25263" y="21026"/>
                    <a:pt x="25371" y="21044"/>
                  </a:cubicBezTo>
                  <a:cubicBezTo>
                    <a:pt x="25480" y="21098"/>
                    <a:pt x="25553" y="21225"/>
                    <a:pt x="25498" y="21352"/>
                  </a:cubicBezTo>
                  <a:lnTo>
                    <a:pt x="25498" y="21352"/>
                  </a:lnTo>
                  <a:cubicBezTo>
                    <a:pt x="25534" y="21406"/>
                    <a:pt x="25589" y="21424"/>
                    <a:pt x="25661" y="21424"/>
                  </a:cubicBezTo>
                  <a:cubicBezTo>
                    <a:pt x="25716" y="21424"/>
                    <a:pt x="25770" y="21370"/>
                    <a:pt x="25824" y="21388"/>
                  </a:cubicBezTo>
                  <a:cubicBezTo>
                    <a:pt x="25915" y="21388"/>
                    <a:pt x="25969" y="21461"/>
                    <a:pt x="25969" y="21551"/>
                  </a:cubicBezTo>
                  <a:cubicBezTo>
                    <a:pt x="25969" y="21606"/>
                    <a:pt x="25969" y="21678"/>
                    <a:pt x="25933" y="21732"/>
                  </a:cubicBezTo>
                  <a:lnTo>
                    <a:pt x="0" y="15358"/>
                  </a:lnTo>
                  <a:close/>
                  <a:moveTo>
                    <a:pt x="19395" y="12696"/>
                  </a:moveTo>
                  <a:close/>
                  <a:moveTo>
                    <a:pt x="21587" y="15068"/>
                  </a:moveTo>
                  <a:close/>
                  <a:moveTo>
                    <a:pt x="19323" y="13239"/>
                  </a:moveTo>
                  <a:close/>
                  <a:moveTo>
                    <a:pt x="19305" y="12605"/>
                  </a:moveTo>
                  <a:lnTo>
                    <a:pt x="19305" y="12605"/>
                  </a:lnTo>
                  <a:close/>
                  <a:moveTo>
                    <a:pt x="15592" y="10034"/>
                  </a:moveTo>
                  <a:lnTo>
                    <a:pt x="15592" y="10034"/>
                  </a:lnTo>
                  <a:cubicBezTo>
                    <a:pt x="15592" y="10052"/>
                    <a:pt x="15610" y="10088"/>
                    <a:pt x="15647" y="10106"/>
                  </a:cubicBezTo>
                  <a:lnTo>
                    <a:pt x="15665" y="10124"/>
                  </a:lnTo>
                  <a:lnTo>
                    <a:pt x="15665" y="9852"/>
                  </a:lnTo>
                  <a:cubicBezTo>
                    <a:pt x="15647" y="9871"/>
                    <a:pt x="15629" y="9889"/>
                    <a:pt x="15629" y="9925"/>
                  </a:cubicBezTo>
                  <a:cubicBezTo>
                    <a:pt x="15610" y="9943"/>
                    <a:pt x="15574" y="9997"/>
                    <a:pt x="15574" y="10034"/>
                  </a:cubicBezTo>
                  <a:close/>
                  <a:moveTo>
                    <a:pt x="14741" y="9345"/>
                  </a:moveTo>
                  <a:lnTo>
                    <a:pt x="14741" y="9345"/>
                  </a:lnTo>
                  <a:close/>
                  <a:moveTo>
                    <a:pt x="12803" y="5198"/>
                  </a:moveTo>
                  <a:lnTo>
                    <a:pt x="12803" y="5198"/>
                  </a:lnTo>
                  <a:close/>
                  <a:moveTo>
                    <a:pt x="12260" y="4148"/>
                  </a:moveTo>
                  <a:lnTo>
                    <a:pt x="12260" y="4148"/>
                  </a:lnTo>
                  <a:cubicBezTo>
                    <a:pt x="12260" y="4148"/>
                    <a:pt x="12242" y="4148"/>
                    <a:pt x="12260" y="4148"/>
                  </a:cubicBezTo>
                  <a:close/>
                  <a:moveTo>
                    <a:pt x="761" y="4329"/>
                  </a:moveTo>
                  <a:close/>
                  <a:moveTo>
                    <a:pt x="4419" y="1576"/>
                  </a:moveTo>
                  <a:close/>
                  <a:moveTo>
                    <a:pt x="5379" y="88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-124978" y="3537944"/>
              <a:ext cx="2090037" cy="1751861"/>
            </a:xfrm>
            <a:custGeom>
              <a:rect b="b" l="l" r="r" t="t"/>
              <a:pathLst>
                <a:path extrusionOk="0" h="17639" w="21044">
                  <a:moveTo>
                    <a:pt x="20265" y="17639"/>
                  </a:moveTo>
                  <a:cubicBezTo>
                    <a:pt x="20482" y="17476"/>
                    <a:pt x="20681" y="17295"/>
                    <a:pt x="20898" y="17132"/>
                  </a:cubicBezTo>
                  <a:lnTo>
                    <a:pt x="20916" y="17132"/>
                  </a:lnTo>
                  <a:cubicBezTo>
                    <a:pt x="20989" y="17168"/>
                    <a:pt x="21043" y="17077"/>
                    <a:pt x="20971" y="17041"/>
                  </a:cubicBezTo>
                  <a:cubicBezTo>
                    <a:pt x="20971" y="17023"/>
                    <a:pt x="20953" y="17023"/>
                    <a:pt x="20953" y="17023"/>
                  </a:cubicBezTo>
                  <a:lnTo>
                    <a:pt x="20772" y="16896"/>
                  </a:lnTo>
                  <a:cubicBezTo>
                    <a:pt x="20717" y="16860"/>
                    <a:pt x="20645" y="16806"/>
                    <a:pt x="20591" y="16769"/>
                  </a:cubicBezTo>
                  <a:cubicBezTo>
                    <a:pt x="20482" y="16661"/>
                    <a:pt x="20373" y="16552"/>
                    <a:pt x="20301" y="16425"/>
                  </a:cubicBezTo>
                  <a:cubicBezTo>
                    <a:pt x="20246" y="16280"/>
                    <a:pt x="20210" y="16136"/>
                    <a:pt x="20210" y="15991"/>
                  </a:cubicBezTo>
                  <a:cubicBezTo>
                    <a:pt x="20210" y="15900"/>
                    <a:pt x="20210" y="15810"/>
                    <a:pt x="20192" y="15719"/>
                  </a:cubicBezTo>
                  <a:cubicBezTo>
                    <a:pt x="20192" y="15647"/>
                    <a:pt x="20120" y="15574"/>
                    <a:pt x="20047" y="15592"/>
                  </a:cubicBezTo>
                  <a:cubicBezTo>
                    <a:pt x="19957" y="15592"/>
                    <a:pt x="19884" y="15610"/>
                    <a:pt x="19794" y="15629"/>
                  </a:cubicBezTo>
                  <a:lnTo>
                    <a:pt x="19649" y="15665"/>
                  </a:lnTo>
                  <a:lnTo>
                    <a:pt x="19631" y="15665"/>
                  </a:lnTo>
                  <a:lnTo>
                    <a:pt x="19631" y="15393"/>
                  </a:lnTo>
                  <a:cubicBezTo>
                    <a:pt x="19631" y="15303"/>
                    <a:pt x="19594" y="15230"/>
                    <a:pt x="19522" y="15212"/>
                  </a:cubicBezTo>
                  <a:cubicBezTo>
                    <a:pt x="19468" y="15212"/>
                    <a:pt x="19432" y="15212"/>
                    <a:pt x="19395" y="15212"/>
                  </a:cubicBezTo>
                  <a:cubicBezTo>
                    <a:pt x="19377" y="15230"/>
                    <a:pt x="19359" y="15212"/>
                    <a:pt x="19359" y="15212"/>
                  </a:cubicBezTo>
                  <a:cubicBezTo>
                    <a:pt x="19323" y="15158"/>
                    <a:pt x="19305" y="15103"/>
                    <a:pt x="19323" y="15067"/>
                  </a:cubicBezTo>
                  <a:cubicBezTo>
                    <a:pt x="19359" y="14995"/>
                    <a:pt x="19395" y="14922"/>
                    <a:pt x="19413" y="14868"/>
                  </a:cubicBezTo>
                  <a:cubicBezTo>
                    <a:pt x="19450" y="14795"/>
                    <a:pt x="19450" y="14723"/>
                    <a:pt x="19432" y="14651"/>
                  </a:cubicBezTo>
                  <a:cubicBezTo>
                    <a:pt x="19395" y="14578"/>
                    <a:pt x="19323" y="14542"/>
                    <a:pt x="19250" y="14560"/>
                  </a:cubicBezTo>
                  <a:cubicBezTo>
                    <a:pt x="19178" y="14560"/>
                    <a:pt x="19142" y="14633"/>
                    <a:pt x="19087" y="14633"/>
                  </a:cubicBezTo>
                  <a:cubicBezTo>
                    <a:pt x="19033" y="14651"/>
                    <a:pt x="18961" y="14633"/>
                    <a:pt x="18924" y="14596"/>
                  </a:cubicBezTo>
                  <a:lnTo>
                    <a:pt x="18924" y="14596"/>
                  </a:lnTo>
                  <a:cubicBezTo>
                    <a:pt x="18924" y="14470"/>
                    <a:pt x="18834" y="14361"/>
                    <a:pt x="18707" y="14343"/>
                  </a:cubicBezTo>
                  <a:cubicBezTo>
                    <a:pt x="18598" y="14343"/>
                    <a:pt x="18508" y="14397"/>
                    <a:pt x="18435" y="14470"/>
                  </a:cubicBezTo>
                  <a:cubicBezTo>
                    <a:pt x="18435" y="14451"/>
                    <a:pt x="18435" y="14433"/>
                    <a:pt x="18435" y="14415"/>
                  </a:cubicBezTo>
                  <a:cubicBezTo>
                    <a:pt x="18454" y="14361"/>
                    <a:pt x="18454" y="14307"/>
                    <a:pt x="18435" y="14252"/>
                  </a:cubicBezTo>
                  <a:cubicBezTo>
                    <a:pt x="18417" y="14180"/>
                    <a:pt x="18363" y="14144"/>
                    <a:pt x="18309" y="14125"/>
                  </a:cubicBezTo>
                  <a:cubicBezTo>
                    <a:pt x="18309" y="14035"/>
                    <a:pt x="18309" y="13962"/>
                    <a:pt x="18291" y="13890"/>
                  </a:cubicBezTo>
                  <a:cubicBezTo>
                    <a:pt x="18291" y="13872"/>
                    <a:pt x="18291" y="13854"/>
                    <a:pt x="18291" y="13836"/>
                  </a:cubicBezTo>
                  <a:cubicBezTo>
                    <a:pt x="18272" y="13799"/>
                    <a:pt x="18200" y="13781"/>
                    <a:pt x="18182" y="13818"/>
                  </a:cubicBezTo>
                  <a:cubicBezTo>
                    <a:pt x="18110" y="13908"/>
                    <a:pt x="17983" y="13926"/>
                    <a:pt x="17910" y="13854"/>
                  </a:cubicBezTo>
                  <a:cubicBezTo>
                    <a:pt x="17856" y="13836"/>
                    <a:pt x="17802" y="13854"/>
                    <a:pt x="17802" y="13908"/>
                  </a:cubicBezTo>
                  <a:lnTo>
                    <a:pt x="17802" y="13962"/>
                  </a:lnTo>
                  <a:lnTo>
                    <a:pt x="17802" y="14162"/>
                  </a:lnTo>
                  <a:lnTo>
                    <a:pt x="17765" y="14162"/>
                  </a:lnTo>
                  <a:lnTo>
                    <a:pt x="17675" y="14144"/>
                  </a:lnTo>
                  <a:cubicBezTo>
                    <a:pt x="17675" y="14107"/>
                    <a:pt x="17657" y="14053"/>
                    <a:pt x="17639" y="14017"/>
                  </a:cubicBezTo>
                  <a:cubicBezTo>
                    <a:pt x="17602" y="13962"/>
                    <a:pt x="17548" y="13944"/>
                    <a:pt x="17494" y="13926"/>
                  </a:cubicBezTo>
                  <a:cubicBezTo>
                    <a:pt x="17458" y="13944"/>
                    <a:pt x="17403" y="13962"/>
                    <a:pt x="17385" y="13999"/>
                  </a:cubicBezTo>
                  <a:cubicBezTo>
                    <a:pt x="17385" y="13999"/>
                    <a:pt x="17349" y="14035"/>
                    <a:pt x="17313" y="14053"/>
                  </a:cubicBezTo>
                  <a:cubicBezTo>
                    <a:pt x="17331" y="13999"/>
                    <a:pt x="17367" y="13944"/>
                    <a:pt x="17385" y="13890"/>
                  </a:cubicBezTo>
                  <a:cubicBezTo>
                    <a:pt x="17421" y="13836"/>
                    <a:pt x="17458" y="13763"/>
                    <a:pt x="17458" y="13691"/>
                  </a:cubicBezTo>
                  <a:cubicBezTo>
                    <a:pt x="17458" y="13582"/>
                    <a:pt x="17367" y="13546"/>
                    <a:pt x="17276" y="13528"/>
                  </a:cubicBezTo>
                  <a:cubicBezTo>
                    <a:pt x="17204" y="13528"/>
                    <a:pt x="17150" y="13510"/>
                    <a:pt x="17132" y="13455"/>
                  </a:cubicBezTo>
                  <a:cubicBezTo>
                    <a:pt x="17095" y="13401"/>
                    <a:pt x="17095" y="13347"/>
                    <a:pt x="17095" y="13274"/>
                  </a:cubicBezTo>
                  <a:cubicBezTo>
                    <a:pt x="17095" y="13184"/>
                    <a:pt x="17132" y="13111"/>
                    <a:pt x="17132" y="13021"/>
                  </a:cubicBezTo>
                  <a:cubicBezTo>
                    <a:pt x="17150" y="12930"/>
                    <a:pt x="17132" y="12840"/>
                    <a:pt x="17077" y="12767"/>
                  </a:cubicBezTo>
                  <a:cubicBezTo>
                    <a:pt x="17023" y="12713"/>
                    <a:pt x="16932" y="12731"/>
                    <a:pt x="16896" y="12659"/>
                  </a:cubicBezTo>
                  <a:cubicBezTo>
                    <a:pt x="16842" y="12586"/>
                    <a:pt x="16896" y="12514"/>
                    <a:pt x="16896" y="12423"/>
                  </a:cubicBezTo>
                  <a:cubicBezTo>
                    <a:pt x="16932" y="12351"/>
                    <a:pt x="16914" y="12260"/>
                    <a:pt x="16860" y="12206"/>
                  </a:cubicBezTo>
                  <a:cubicBezTo>
                    <a:pt x="16842" y="12170"/>
                    <a:pt x="16806" y="12152"/>
                    <a:pt x="16769" y="12152"/>
                  </a:cubicBezTo>
                  <a:cubicBezTo>
                    <a:pt x="16769" y="12097"/>
                    <a:pt x="16733" y="12043"/>
                    <a:pt x="16697" y="12007"/>
                  </a:cubicBezTo>
                  <a:cubicBezTo>
                    <a:pt x="16606" y="11952"/>
                    <a:pt x="16516" y="11934"/>
                    <a:pt x="16425" y="11970"/>
                  </a:cubicBezTo>
                  <a:cubicBezTo>
                    <a:pt x="16335" y="11989"/>
                    <a:pt x="16226" y="12025"/>
                    <a:pt x="16208" y="12115"/>
                  </a:cubicBezTo>
                  <a:lnTo>
                    <a:pt x="16208" y="12115"/>
                  </a:lnTo>
                  <a:cubicBezTo>
                    <a:pt x="16190" y="12133"/>
                    <a:pt x="16190" y="12152"/>
                    <a:pt x="16190" y="12170"/>
                  </a:cubicBezTo>
                  <a:cubicBezTo>
                    <a:pt x="16172" y="12351"/>
                    <a:pt x="16172" y="12532"/>
                    <a:pt x="16226" y="12713"/>
                  </a:cubicBezTo>
                  <a:cubicBezTo>
                    <a:pt x="16172" y="12695"/>
                    <a:pt x="16136" y="12695"/>
                    <a:pt x="16081" y="12695"/>
                  </a:cubicBezTo>
                  <a:cubicBezTo>
                    <a:pt x="16045" y="12695"/>
                    <a:pt x="16027" y="12713"/>
                    <a:pt x="16027" y="12749"/>
                  </a:cubicBezTo>
                  <a:cubicBezTo>
                    <a:pt x="16027" y="12785"/>
                    <a:pt x="16045" y="12840"/>
                    <a:pt x="16081" y="12858"/>
                  </a:cubicBezTo>
                  <a:lnTo>
                    <a:pt x="15973" y="12985"/>
                  </a:lnTo>
                  <a:cubicBezTo>
                    <a:pt x="15936" y="13021"/>
                    <a:pt x="15954" y="13075"/>
                    <a:pt x="15991" y="13075"/>
                  </a:cubicBezTo>
                  <a:cubicBezTo>
                    <a:pt x="16099" y="13093"/>
                    <a:pt x="16117" y="13238"/>
                    <a:pt x="16009" y="13274"/>
                  </a:cubicBezTo>
                  <a:cubicBezTo>
                    <a:pt x="15936" y="13311"/>
                    <a:pt x="15864" y="13238"/>
                    <a:pt x="15900" y="13166"/>
                  </a:cubicBezTo>
                  <a:cubicBezTo>
                    <a:pt x="15900" y="13166"/>
                    <a:pt x="15918" y="13148"/>
                    <a:pt x="15918" y="13148"/>
                  </a:cubicBezTo>
                  <a:cubicBezTo>
                    <a:pt x="15936" y="13129"/>
                    <a:pt x="15936" y="13111"/>
                    <a:pt x="15918" y="13075"/>
                  </a:cubicBezTo>
                  <a:cubicBezTo>
                    <a:pt x="15900" y="13075"/>
                    <a:pt x="15864" y="13075"/>
                    <a:pt x="15846" y="13075"/>
                  </a:cubicBezTo>
                  <a:lnTo>
                    <a:pt x="15828" y="13093"/>
                  </a:lnTo>
                  <a:cubicBezTo>
                    <a:pt x="15810" y="13057"/>
                    <a:pt x="15810" y="13021"/>
                    <a:pt x="15828" y="12985"/>
                  </a:cubicBezTo>
                  <a:cubicBezTo>
                    <a:pt x="15846" y="12948"/>
                    <a:pt x="15828" y="12894"/>
                    <a:pt x="15791" y="12876"/>
                  </a:cubicBezTo>
                  <a:cubicBezTo>
                    <a:pt x="15773" y="12858"/>
                    <a:pt x="15737" y="12876"/>
                    <a:pt x="15719" y="12912"/>
                  </a:cubicBezTo>
                  <a:cubicBezTo>
                    <a:pt x="15701" y="12894"/>
                    <a:pt x="15683" y="12876"/>
                    <a:pt x="15683" y="12858"/>
                  </a:cubicBezTo>
                  <a:cubicBezTo>
                    <a:pt x="15665" y="12858"/>
                    <a:pt x="15629" y="12822"/>
                    <a:pt x="15592" y="12803"/>
                  </a:cubicBezTo>
                  <a:cubicBezTo>
                    <a:pt x="15556" y="12767"/>
                    <a:pt x="15520" y="12731"/>
                    <a:pt x="15484" y="12695"/>
                  </a:cubicBezTo>
                  <a:cubicBezTo>
                    <a:pt x="15574" y="12604"/>
                    <a:pt x="15610" y="12459"/>
                    <a:pt x="15538" y="12351"/>
                  </a:cubicBezTo>
                  <a:cubicBezTo>
                    <a:pt x="15502" y="12296"/>
                    <a:pt x="15447" y="12260"/>
                    <a:pt x="15375" y="12260"/>
                  </a:cubicBezTo>
                  <a:cubicBezTo>
                    <a:pt x="15339" y="12278"/>
                    <a:pt x="15303" y="12296"/>
                    <a:pt x="15284" y="12314"/>
                  </a:cubicBezTo>
                  <a:cubicBezTo>
                    <a:pt x="15303" y="12278"/>
                    <a:pt x="15303" y="12224"/>
                    <a:pt x="15284" y="12188"/>
                  </a:cubicBezTo>
                  <a:cubicBezTo>
                    <a:pt x="15248" y="12097"/>
                    <a:pt x="15176" y="12061"/>
                    <a:pt x="15121" y="11989"/>
                  </a:cubicBezTo>
                  <a:cubicBezTo>
                    <a:pt x="15103" y="11952"/>
                    <a:pt x="15067" y="11952"/>
                    <a:pt x="15031" y="11970"/>
                  </a:cubicBezTo>
                  <a:cubicBezTo>
                    <a:pt x="15013" y="11989"/>
                    <a:pt x="14995" y="12007"/>
                    <a:pt x="14958" y="11989"/>
                  </a:cubicBezTo>
                  <a:cubicBezTo>
                    <a:pt x="14977" y="11898"/>
                    <a:pt x="14958" y="11807"/>
                    <a:pt x="14922" y="11735"/>
                  </a:cubicBezTo>
                  <a:cubicBezTo>
                    <a:pt x="14904" y="11717"/>
                    <a:pt x="14886" y="11717"/>
                    <a:pt x="14868" y="11717"/>
                  </a:cubicBezTo>
                  <a:cubicBezTo>
                    <a:pt x="14777" y="11735"/>
                    <a:pt x="14687" y="11735"/>
                    <a:pt x="14596" y="11717"/>
                  </a:cubicBezTo>
                  <a:cubicBezTo>
                    <a:pt x="14632" y="11626"/>
                    <a:pt x="14596" y="11536"/>
                    <a:pt x="14524" y="11481"/>
                  </a:cubicBezTo>
                  <a:cubicBezTo>
                    <a:pt x="14451" y="11427"/>
                    <a:pt x="14361" y="11445"/>
                    <a:pt x="14307" y="11500"/>
                  </a:cubicBezTo>
                  <a:cubicBezTo>
                    <a:pt x="14270" y="11463"/>
                    <a:pt x="14216" y="11445"/>
                    <a:pt x="14162" y="11481"/>
                  </a:cubicBezTo>
                  <a:cubicBezTo>
                    <a:pt x="14125" y="11500"/>
                    <a:pt x="14071" y="11518"/>
                    <a:pt x="14035" y="11554"/>
                  </a:cubicBezTo>
                  <a:cubicBezTo>
                    <a:pt x="14017" y="11572"/>
                    <a:pt x="13999" y="11572"/>
                    <a:pt x="13981" y="11572"/>
                  </a:cubicBezTo>
                  <a:cubicBezTo>
                    <a:pt x="13999" y="11536"/>
                    <a:pt x="13999" y="11481"/>
                    <a:pt x="14035" y="11445"/>
                  </a:cubicBezTo>
                  <a:cubicBezTo>
                    <a:pt x="14125" y="11282"/>
                    <a:pt x="14307" y="11137"/>
                    <a:pt x="14288" y="10938"/>
                  </a:cubicBezTo>
                  <a:cubicBezTo>
                    <a:pt x="14288" y="10902"/>
                    <a:pt x="14252" y="10884"/>
                    <a:pt x="14216" y="10884"/>
                  </a:cubicBezTo>
                  <a:cubicBezTo>
                    <a:pt x="14144" y="10902"/>
                    <a:pt x="14017" y="10920"/>
                    <a:pt x="13962" y="10848"/>
                  </a:cubicBezTo>
                  <a:cubicBezTo>
                    <a:pt x="13944" y="10811"/>
                    <a:pt x="13962" y="10757"/>
                    <a:pt x="13962" y="10721"/>
                  </a:cubicBezTo>
                  <a:cubicBezTo>
                    <a:pt x="13962" y="10685"/>
                    <a:pt x="13944" y="10630"/>
                    <a:pt x="13908" y="10612"/>
                  </a:cubicBezTo>
                  <a:cubicBezTo>
                    <a:pt x="13890" y="10576"/>
                    <a:pt x="13872" y="10540"/>
                    <a:pt x="13890" y="10504"/>
                  </a:cubicBezTo>
                  <a:cubicBezTo>
                    <a:pt x="13908" y="10467"/>
                    <a:pt x="13944" y="10431"/>
                    <a:pt x="13962" y="10395"/>
                  </a:cubicBezTo>
                  <a:cubicBezTo>
                    <a:pt x="14035" y="10341"/>
                    <a:pt x="14071" y="10232"/>
                    <a:pt x="14035" y="10141"/>
                  </a:cubicBezTo>
                  <a:cubicBezTo>
                    <a:pt x="14035" y="10123"/>
                    <a:pt x="14017" y="10123"/>
                    <a:pt x="13999" y="10123"/>
                  </a:cubicBezTo>
                  <a:cubicBezTo>
                    <a:pt x="13926" y="10123"/>
                    <a:pt x="13872" y="10123"/>
                    <a:pt x="13818" y="10087"/>
                  </a:cubicBezTo>
                  <a:cubicBezTo>
                    <a:pt x="13799" y="10069"/>
                    <a:pt x="13781" y="10033"/>
                    <a:pt x="13781" y="10015"/>
                  </a:cubicBezTo>
                  <a:cubicBezTo>
                    <a:pt x="13799" y="9978"/>
                    <a:pt x="13872" y="9960"/>
                    <a:pt x="13890" y="9960"/>
                  </a:cubicBezTo>
                  <a:cubicBezTo>
                    <a:pt x="13944" y="9924"/>
                    <a:pt x="13981" y="9888"/>
                    <a:pt x="13999" y="9833"/>
                  </a:cubicBezTo>
                  <a:cubicBezTo>
                    <a:pt x="13999" y="9797"/>
                    <a:pt x="13999" y="9761"/>
                    <a:pt x="13981" y="9743"/>
                  </a:cubicBezTo>
                  <a:cubicBezTo>
                    <a:pt x="13962" y="9725"/>
                    <a:pt x="13944" y="9707"/>
                    <a:pt x="13926" y="9689"/>
                  </a:cubicBezTo>
                  <a:cubicBezTo>
                    <a:pt x="13926" y="9689"/>
                    <a:pt x="13926" y="9689"/>
                    <a:pt x="13926" y="9671"/>
                  </a:cubicBezTo>
                  <a:cubicBezTo>
                    <a:pt x="13926" y="9652"/>
                    <a:pt x="13926" y="9634"/>
                    <a:pt x="13944" y="9616"/>
                  </a:cubicBezTo>
                  <a:cubicBezTo>
                    <a:pt x="13962" y="9544"/>
                    <a:pt x="13999" y="9435"/>
                    <a:pt x="13890" y="9381"/>
                  </a:cubicBezTo>
                  <a:cubicBezTo>
                    <a:pt x="13854" y="9345"/>
                    <a:pt x="13799" y="9345"/>
                    <a:pt x="13745" y="9363"/>
                  </a:cubicBezTo>
                  <a:cubicBezTo>
                    <a:pt x="13745" y="9326"/>
                    <a:pt x="13727" y="9290"/>
                    <a:pt x="13691" y="9272"/>
                  </a:cubicBezTo>
                  <a:cubicBezTo>
                    <a:pt x="13673" y="9236"/>
                    <a:pt x="13655" y="9200"/>
                    <a:pt x="13655" y="9163"/>
                  </a:cubicBezTo>
                  <a:cubicBezTo>
                    <a:pt x="13691" y="9127"/>
                    <a:pt x="13709" y="9091"/>
                    <a:pt x="13745" y="9055"/>
                  </a:cubicBezTo>
                  <a:cubicBezTo>
                    <a:pt x="13799" y="8982"/>
                    <a:pt x="13818" y="8892"/>
                    <a:pt x="13781" y="8801"/>
                  </a:cubicBezTo>
                  <a:cubicBezTo>
                    <a:pt x="13763" y="8729"/>
                    <a:pt x="13709" y="8693"/>
                    <a:pt x="13655" y="8656"/>
                  </a:cubicBezTo>
                  <a:cubicBezTo>
                    <a:pt x="13600" y="8602"/>
                    <a:pt x="13546" y="8584"/>
                    <a:pt x="13492" y="8548"/>
                  </a:cubicBezTo>
                  <a:cubicBezTo>
                    <a:pt x="13437" y="8493"/>
                    <a:pt x="13419" y="8421"/>
                    <a:pt x="13437" y="8367"/>
                  </a:cubicBezTo>
                  <a:cubicBezTo>
                    <a:pt x="13473" y="8276"/>
                    <a:pt x="13473" y="8167"/>
                    <a:pt x="13455" y="8077"/>
                  </a:cubicBezTo>
                  <a:cubicBezTo>
                    <a:pt x="13437" y="8041"/>
                    <a:pt x="13419" y="8004"/>
                    <a:pt x="13383" y="7968"/>
                  </a:cubicBezTo>
                  <a:cubicBezTo>
                    <a:pt x="13347" y="7950"/>
                    <a:pt x="13292" y="7950"/>
                    <a:pt x="13274" y="7914"/>
                  </a:cubicBezTo>
                  <a:cubicBezTo>
                    <a:pt x="13238" y="7841"/>
                    <a:pt x="13274" y="7751"/>
                    <a:pt x="13310" y="7678"/>
                  </a:cubicBezTo>
                  <a:cubicBezTo>
                    <a:pt x="13329" y="7588"/>
                    <a:pt x="13310" y="7497"/>
                    <a:pt x="13274" y="7407"/>
                  </a:cubicBezTo>
                  <a:cubicBezTo>
                    <a:pt x="13184" y="7244"/>
                    <a:pt x="12985" y="7190"/>
                    <a:pt x="12822" y="7298"/>
                  </a:cubicBezTo>
                  <a:cubicBezTo>
                    <a:pt x="12749" y="7334"/>
                    <a:pt x="12713" y="7425"/>
                    <a:pt x="12713" y="7497"/>
                  </a:cubicBezTo>
                  <a:cubicBezTo>
                    <a:pt x="12695" y="7552"/>
                    <a:pt x="12713" y="7606"/>
                    <a:pt x="12749" y="7660"/>
                  </a:cubicBezTo>
                  <a:cubicBezTo>
                    <a:pt x="12749" y="7678"/>
                    <a:pt x="12767" y="7697"/>
                    <a:pt x="12785" y="7715"/>
                  </a:cubicBez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cubicBezTo>
                    <a:pt x="12767" y="7751"/>
                    <a:pt x="12749" y="7751"/>
                    <a:pt x="12749" y="7769"/>
                  </a:cubicBezTo>
                  <a:cubicBezTo>
                    <a:pt x="12713" y="7787"/>
                    <a:pt x="12695" y="7805"/>
                    <a:pt x="12677" y="7823"/>
                  </a:cubicBezTo>
                  <a:cubicBezTo>
                    <a:pt x="12604" y="7896"/>
                    <a:pt x="12586" y="7968"/>
                    <a:pt x="12604" y="8059"/>
                  </a:cubicBezTo>
                  <a:cubicBezTo>
                    <a:pt x="12604" y="8095"/>
                    <a:pt x="12604" y="8131"/>
                    <a:pt x="12604" y="8167"/>
                  </a:cubicBezTo>
                  <a:cubicBezTo>
                    <a:pt x="12586" y="8186"/>
                    <a:pt x="12550" y="8204"/>
                    <a:pt x="12532" y="8222"/>
                  </a:cubicBezTo>
                  <a:cubicBezTo>
                    <a:pt x="12459" y="8240"/>
                    <a:pt x="12387" y="8276"/>
                    <a:pt x="12333" y="8330"/>
                  </a:cubicBezTo>
                  <a:cubicBezTo>
                    <a:pt x="12278" y="8367"/>
                    <a:pt x="12242" y="8421"/>
                    <a:pt x="12206" y="8493"/>
                  </a:cubicBezTo>
                  <a:cubicBezTo>
                    <a:pt x="12188" y="8511"/>
                    <a:pt x="12170" y="8530"/>
                    <a:pt x="12151" y="8548"/>
                  </a:cubicBezTo>
                  <a:lnTo>
                    <a:pt x="12133" y="8566"/>
                  </a:lnTo>
                  <a:lnTo>
                    <a:pt x="12097" y="8566"/>
                  </a:lnTo>
                  <a:cubicBezTo>
                    <a:pt x="12061" y="8566"/>
                    <a:pt x="12007" y="8620"/>
                    <a:pt x="12043" y="8674"/>
                  </a:cubicBezTo>
                  <a:cubicBezTo>
                    <a:pt x="12079" y="8711"/>
                    <a:pt x="12115" y="8747"/>
                    <a:pt x="12097" y="8801"/>
                  </a:cubicBezTo>
                  <a:cubicBezTo>
                    <a:pt x="12079" y="8837"/>
                    <a:pt x="12061" y="8837"/>
                    <a:pt x="12061" y="8856"/>
                  </a:cubicBezTo>
                  <a:cubicBezTo>
                    <a:pt x="12043" y="8892"/>
                    <a:pt x="12043" y="8910"/>
                    <a:pt x="12025" y="8946"/>
                  </a:cubicBezTo>
                  <a:cubicBezTo>
                    <a:pt x="12025" y="9037"/>
                    <a:pt x="12025" y="9127"/>
                    <a:pt x="11988" y="9200"/>
                  </a:cubicBezTo>
                  <a:cubicBezTo>
                    <a:pt x="11988" y="9218"/>
                    <a:pt x="11970" y="9218"/>
                    <a:pt x="11970" y="9236"/>
                  </a:cubicBezTo>
                  <a:lnTo>
                    <a:pt x="11952" y="9236"/>
                  </a:lnTo>
                  <a:lnTo>
                    <a:pt x="11934" y="9236"/>
                  </a:lnTo>
                  <a:lnTo>
                    <a:pt x="11916" y="9236"/>
                  </a:lnTo>
                  <a:lnTo>
                    <a:pt x="11898" y="9236"/>
                  </a:lnTo>
                  <a:lnTo>
                    <a:pt x="11880" y="9236"/>
                  </a:lnTo>
                  <a:cubicBezTo>
                    <a:pt x="11789" y="9182"/>
                    <a:pt x="11699" y="9073"/>
                    <a:pt x="11590" y="9073"/>
                  </a:cubicBezTo>
                  <a:lnTo>
                    <a:pt x="11572" y="9073"/>
                  </a:lnTo>
                  <a:cubicBezTo>
                    <a:pt x="11554" y="9073"/>
                    <a:pt x="11536" y="9073"/>
                    <a:pt x="11518" y="9073"/>
                  </a:cubicBezTo>
                  <a:lnTo>
                    <a:pt x="11391" y="9037"/>
                  </a:lnTo>
                  <a:lnTo>
                    <a:pt x="11246" y="9019"/>
                  </a:lnTo>
                  <a:cubicBezTo>
                    <a:pt x="11318" y="8946"/>
                    <a:pt x="11337" y="8856"/>
                    <a:pt x="11337" y="8747"/>
                  </a:cubicBezTo>
                  <a:cubicBezTo>
                    <a:pt x="11337" y="8656"/>
                    <a:pt x="11282" y="8584"/>
                    <a:pt x="11210" y="8548"/>
                  </a:cubicBezTo>
                  <a:cubicBezTo>
                    <a:pt x="11210" y="8511"/>
                    <a:pt x="11228" y="8493"/>
                    <a:pt x="11228" y="8457"/>
                  </a:cubicBezTo>
                  <a:cubicBezTo>
                    <a:pt x="11228" y="8385"/>
                    <a:pt x="11210" y="8330"/>
                    <a:pt x="11192" y="8258"/>
                  </a:cubicBezTo>
                  <a:cubicBezTo>
                    <a:pt x="11192" y="8204"/>
                    <a:pt x="11174" y="8149"/>
                    <a:pt x="11137" y="8095"/>
                  </a:cubicBezTo>
                  <a:cubicBezTo>
                    <a:pt x="11119" y="8077"/>
                    <a:pt x="11101" y="8041"/>
                    <a:pt x="11065" y="8023"/>
                  </a:cubicBezTo>
                  <a:cubicBezTo>
                    <a:pt x="11029" y="8023"/>
                    <a:pt x="10992" y="8023"/>
                    <a:pt x="10956" y="8023"/>
                  </a:cubicBezTo>
                  <a:cubicBezTo>
                    <a:pt x="10938" y="8041"/>
                    <a:pt x="10902" y="8023"/>
                    <a:pt x="10884" y="7986"/>
                  </a:cubicBezTo>
                  <a:cubicBezTo>
                    <a:pt x="10866" y="7950"/>
                    <a:pt x="10884" y="7932"/>
                    <a:pt x="10920" y="7896"/>
                  </a:cubicBezTo>
                  <a:cubicBezTo>
                    <a:pt x="10956" y="7860"/>
                    <a:pt x="11011" y="7823"/>
                    <a:pt x="11047" y="7787"/>
                  </a:cubicBezTo>
                  <a:cubicBezTo>
                    <a:pt x="11083" y="7751"/>
                    <a:pt x="11101" y="7697"/>
                    <a:pt x="11101" y="7624"/>
                  </a:cubicBezTo>
                  <a:cubicBezTo>
                    <a:pt x="11083" y="7570"/>
                    <a:pt x="11047" y="7534"/>
                    <a:pt x="10992" y="7515"/>
                  </a:cubicBezTo>
                  <a:cubicBezTo>
                    <a:pt x="10956" y="7515"/>
                    <a:pt x="10938" y="7515"/>
                    <a:pt x="10902" y="7515"/>
                  </a:cubicBezTo>
                  <a:lnTo>
                    <a:pt x="10884" y="7534"/>
                  </a:lnTo>
                  <a:cubicBezTo>
                    <a:pt x="10866" y="7534"/>
                    <a:pt x="10866" y="7515"/>
                    <a:pt x="10866" y="7515"/>
                  </a:cubicBezTo>
                  <a:cubicBezTo>
                    <a:pt x="10848" y="7497"/>
                    <a:pt x="10848" y="7479"/>
                    <a:pt x="10848" y="7461"/>
                  </a:cubicBezTo>
                  <a:cubicBezTo>
                    <a:pt x="10829" y="7407"/>
                    <a:pt x="10829" y="7371"/>
                    <a:pt x="10848" y="7334"/>
                  </a:cubicBezTo>
                  <a:cubicBezTo>
                    <a:pt x="10884" y="7244"/>
                    <a:pt x="10974" y="7190"/>
                    <a:pt x="11047" y="7135"/>
                  </a:cubicBezTo>
                  <a:cubicBezTo>
                    <a:pt x="11137" y="7081"/>
                    <a:pt x="11174" y="6972"/>
                    <a:pt x="11155" y="6882"/>
                  </a:cubicBezTo>
                  <a:cubicBezTo>
                    <a:pt x="11137" y="6791"/>
                    <a:pt x="11047" y="6737"/>
                    <a:pt x="10974" y="6682"/>
                  </a:cubicBezTo>
                  <a:cubicBezTo>
                    <a:pt x="10938" y="6682"/>
                    <a:pt x="10920" y="6664"/>
                    <a:pt x="10920" y="6628"/>
                  </a:cubicBezTo>
                  <a:cubicBezTo>
                    <a:pt x="10920" y="6592"/>
                    <a:pt x="10938" y="6556"/>
                    <a:pt x="10956" y="6519"/>
                  </a:cubicBezTo>
                  <a:cubicBezTo>
                    <a:pt x="10992" y="6447"/>
                    <a:pt x="10974" y="6356"/>
                    <a:pt x="10902" y="6302"/>
                  </a:cubicBezTo>
                  <a:cubicBezTo>
                    <a:pt x="10829" y="6266"/>
                    <a:pt x="10757" y="6248"/>
                    <a:pt x="10667" y="6284"/>
                  </a:cubicBezTo>
                  <a:cubicBezTo>
                    <a:pt x="10630" y="6284"/>
                    <a:pt x="10576" y="6302"/>
                    <a:pt x="10522" y="6320"/>
                  </a:cubicBezTo>
                  <a:cubicBezTo>
                    <a:pt x="10467" y="6338"/>
                    <a:pt x="10431" y="6356"/>
                    <a:pt x="10377" y="6375"/>
                  </a:cubicBezTo>
                  <a:cubicBezTo>
                    <a:pt x="10341" y="6411"/>
                    <a:pt x="10322" y="6447"/>
                    <a:pt x="10341" y="6501"/>
                  </a:cubicBezTo>
                  <a:cubicBezTo>
                    <a:pt x="10341" y="6519"/>
                    <a:pt x="10341" y="6556"/>
                    <a:pt x="10322" y="6574"/>
                  </a:cubicBezTo>
                  <a:cubicBezTo>
                    <a:pt x="10304" y="6592"/>
                    <a:pt x="10268" y="6610"/>
                    <a:pt x="10232" y="6610"/>
                  </a:cubicBezTo>
                  <a:cubicBezTo>
                    <a:pt x="10214" y="6592"/>
                    <a:pt x="10196" y="6592"/>
                    <a:pt x="10178" y="6592"/>
                  </a:cubicBezTo>
                  <a:lnTo>
                    <a:pt x="10178" y="6592"/>
                  </a:lnTo>
                  <a:cubicBezTo>
                    <a:pt x="10159" y="6592"/>
                    <a:pt x="10141" y="6592"/>
                    <a:pt x="10141" y="6592"/>
                  </a:cubicBezTo>
                  <a:lnTo>
                    <a:pt x="10141" y="6592"/>
                  </a:lnTo>
                  <a:cubicBezTo>
                    <a:pt x="10123" y="6556"/>
                    <a:pt x="10123" y="6519"/>
                    <a:pt x="10123" y="6483"/>
                  </a:cubicBezTo>
                  <a:cubicBezTo>
                    <a:pt x="10141" y="6411"/>
                    <a:pt x="10105" y="6338"/>
                    <a:pt x="10051" y="6284"/>
                  </a:cubicBezTo>
                  <a:cubicBezTo>
                    <a:pt x="10015" y="6266"/>
                    <a:pt x="9978" y="6266"/>
                    <a:pt x="9942" y="6266"/>
                  </a:cubicBezTo>
                  <a:lnTo>
                    <a:pt x="9942" y="6266"/>
                  </a:lnTo>
                  <a:cubicBezTo>
                    <a:pt x="9942" y="6248"/>
                    <a:pt x="9942" y="6248"/>
                    <a:pt x="9942" y="6248"/>
                  </a:cubicBezTo>
                  <a:cubicBezTo>
                    <a:pt x="9942" y="6248"/>
                    <a:pt x="9942" y="6230"/>
                    <a:pt x="9942" y="6212"/>
                  </a:cubicBezTo>
                  <a:cubicBezTo>
                    <a:pt x="9960" y="6157"/>
                    <a:pt x="9996" y="6103"/>
                    <a:pt x="10015" y="6049"/>
                  </a:cubicBezTo>
                  <a:cubicBezTo>
                    <a:pt x="10033" y="5994"/>
                    <a:pt x="10015" y="5922"/>
                    <a:pt x="9960" y="5886"/>
                  </a:cubicBezTo>
                  <a:cubicBezTo>
                    <a:pt x="9924" y="5849"/>
                    <a:pt x="9888" y="5849"/>
                    <a:pt x="9852" y="5849"/>
                  </a:cubicBezTo>
                  <a:lnTo>
                    <a:pt x="9833" y="5849"/>
                  </a:lnTo>
                  <a:lnTo>
                    <a:pt x="9833" y="5849"/>
                  </a:lnTo>
                  <a:lnTo>
                    <a:pt x="9833" y="5849"/>
                  </a:lnTo>
                  <a:cubicBezTo>
                    <a:pt x="9815" y="5813"/>
                    <a:pt x="9797" y="5759"/>
                    <a:pt x="9779" y="5723"/>
                  </a:cubicBezTo>
                  <a:cubicBezTo>
                    <a:pt x="9743" y="5668"/>
                    <a:pt x="9689" y="5632"/>
                    <a:pt x="9616" y="5632"/>
                  </a:cubicBezTo>
                  <a:cubicBezTo>
                    <a:pt x="9580" y="5632"/>
                    <a:pt x="9544" y="5650"/>
                    <a:pt x="9526" y="5632"/>
                  </a:cubicBezTo>
                  <a:cubicBezTo>
                    <a:pt x="9507" y="5632"/>
                    <a:pt x="9489" y="5614"/>
                    <a:pt x="9471" y="5596"/>
                  </a:cubicBezTo>
                  <a:cubicBezTo>
                    <a:pt x="9453" y="5560"/>
                    <a:pt x="9435" y="5487"/>
                    <a:pt x="9435" y="5433"/>
                  </a:cubicBezTo>
                  <a:cubicBezTo>
                    <a:pt x="9453" y="5288"/>
                    <a:pt x="9381" y="5161"/>
                    <a:pt x="9272" y="5089"/>
                  </a:cubicBezTo>
                  <a:cubicBezTo>
                    <a:pt x="9163" y="5034"/>
                    <a:pt x="9037" y="5053"/>
                    <a:pt x="8946" y="5125"/>
                  </a:cubicBezTo>
                  <a:cubicBezTo>
                    <a:pt x="8928" y="5143"/>
                    <a:pt x="8892" y="5179"/>
                    <a:pt x="8892" y="5197"/>
                  </a:cubicBezTo>
                  <a:cubicBezTo>
                    <a:pt x="8874" y="5234"/>
                    <a:pt x="8856" y="5252"/>
                    <a:pt x="8837" y="5270"/>
                  </a:cubicBezTo>
                  <a:cubicBezTo>
                    <a:pt x="8801" y="5288"/>
                    <a:pt x="8783" y="5306"/>
                    <a:pt x="8747" y="5324"/>
                  </a:cubicBezTo>
                  <a:cubicBezTo>
                    <a:pt x="8729" y="5360"/>
                    <a:pt x="8711" y="5379"/>
                    <a:pt x="8711" y="5415"/>
                  </a:cubicBezTo>
                  <a:lnTo>
                    <a:pt x="8711" y="5596"/>
                  </a:lnTo>
                  <a:cubicBezTo>
                    <a:pt x="8711" y="5614"/>
                    <a:pt x="8693" y="5650"/>
                    <a:pt x="8674" y="5668"/>
                  </a:cubicBezTo>
                  <a:cubicBezTo>
                    <a:pt x="8656" y="5686"/>
                    <a:pt x="8638" y="5741"/>
                    <a:pt x="8656" y="5777"/>
                  </a:cubicBezTo>
                  <a:cubicBezTo>
                    <a:pt x="8656" y="5795"/>
                    <a:pt x="8674" y="5831"/>
                    <a:pt x="8693" y="5868"/>
                  </a:cubicBezTo>
                  <a:cubicBezTo>
                    <a:pt x="8693" y="5886"/>
                    <a:pt x="8693" y="5904"/>
                    <a:pt x="8693" y="5922"/>
                  </a:cubicBezTo>
                  <a:cubicBezTo>
                    <a:pt x="8656" y="5958"/>
                    <a:pt x="8602" y="5976"/>
                    <a:pt x="8566" y="5994"/>
                  </a:cubicBezTo>
                  <a:cubicBezTo>
                    <a:pt x="8530" y="5994"/>
                    <a:pt x="8511" y="6030"/>
                    <a:pt x="8530" y="6067"/>
                  </a:cubicBezTo>
                  <a:cubicBezTo>
                    <a:pt x="8584" y="6139"/>
                    <a:pt x="8620" y="6230"/>
                    <a:pt x="8638" y="6338"/>
                  </a:cubicBezTo>
                  <a:cubicBezTo>
                    <a:pt x="8638" y="6356"/>
                    <a:pt x="8638" y="6393"/>
                    <a:pt x="8602" y="6393"/>
                  </a:cubicBezTo>
                  <a:cubicBezTo>
                    <a:pt x="8566" y="6393"/>
                    <a:pt x="8530" y="6411"/>
                    <a:pt x="8493" y="6429"/>
                  </a:cubicBezTo>
                  <a:cubicBezTo>
                    <a:pt x="8439" y="6465"/>
                    <a:pt x="8385" y="6538"/>
                    <a:pt x="8367" y="6610"/>
                  </a:cubicBezTo>
                  <a:cubicBezTo>
                    <a:pt x="8330" y="6646"/>
                    <a:pt x="8294" y="6682"/>
                    <a:pt x="8258" y="6701"/>
                  </a:cubicBezTo>
                  <a:cubicBezTo>
                    <a:pt x="8240" y="6664"/>
                    <a:pt x="8222" y="6610"/>
                    <a:pt x="8204" y="6574"/>
                  </a:cubicBezTo>
                  <a:cubicBezTo>
                    <a:pt x="8240" y="6465"/>
                    <a:pt x="8240" y="6356"/>
                    <a:pt x="8222" y="6230"/>
                  </a:cubicBezTo>
                  <a:cubicBezTo>
                    <a:pt x="8204" y="6212"/>
                    <a:pt x="8167" y="6175"/>
                    <a:pt x="8131" y="6193"/>
                  </a:cubicBezTo>
                  <a:cubicBezTo>
                    <a:pt x="8077" y="6212"/>
                    <a:pt x="8004" y="6212"/>
                    <a:pt x="7950" y="6193"/>
                  </a:cubicBezTo>
                  <a:cubicBezTo>
                    <a:pt x="7914" y="6175"/>
                    <a:pt x="7878" y="6139"/>
                    <a:pt x="7896" y="6103"/>
                  </a:cubicBezTo>
                  <a:cubicBezTo>
                    <a:pt x="7896" y="6067"/>
                    <a:pt x="7914" y="6049"/>
                    <a:pt x="7932" y="6030"/>
                  </a:cubicBezTo>
                  <a:cubicBezTo>
                    <a:pt x="7932" y="6012"/>
                    <a:pt x="7950" y="5976"/>
                    <a:pt x="7950" y="5958"/>
                  </a:cubicBezTo>
                  <a:cubicBezTo>
                    <a:pt x="7950" y="5904"/>
                    <a:pt x="7932" y="5868"/>
                    <a:pt x="7896" y="5831"/>
                  </a:cubicBezTo>
                  <a:cubicBezTo>
                    <a:pt x="7860" y="5777"/>
                    <a:pt x="7769" y="5759"/>
                    <a:pt x="7733" y="5705"/>
                  </a:cubicBezTo>
                  <a:cubicBezTo>
                    <a:pt x="7697" y="5632"/>
                    <a:pt x="7715" y="5596"/>
                    <a:pt x="7697" y="5560"/>
                  </a:cubicBezTo>
                  <a:cubicBezTo>
                    <a:pt x="7697" y="5505"/>
                    <a:pt x="7660" y="5469"/>
                    <a:pt x="7606" y="5433"/>
                  </a:cubicBezTo>
                  <a:cubicBezTo>
                    <a:pt x="7552" y="5397"/>
                    <a:pt x="7479" y="5397"/>
                    <a:pt x="7425" y="5415"/>
                  </a:cubicBezTo>
                  <a:cubicBezTo>
                    <a:pt x="7425" y="5360"/>
                    <a:pt x="7389" y="5306"/>
                    <a:pt x="7352" y="5270"/>
                  </a:cubicBezTo>
                  <a:cubicBezTo>
                    <a:pt x="7280" y="5216"/>
                    <a:pt x="7171" y="5179"/>
                    <a:pt x="7081" y="5179"/>
                  </a:cubicBezTo>
                  <a:cubicBezTo>
                    <a:pt x="7045" y="5179"/>
                    <a:pt x="7008" y="5216"/>
                    <a:pt x="7026" y="5252"/>
                  </a:cubicBezTo>
                  <a:lnTo>
                    <a:pt x="7026" y="5252"/>
                  </a:lnTo>
                  <a:cubicBezTo>
                    <a:pt x="7008" y="5270"/>
                    <a:pt x="7008" y="5270"/>
                    <a:pt x="7008" y="5270"/>
                  </a:cubicBezTo>
                  <a:lnTo>
                    <a:pt x="6972" y="5306"/>
                  </a:lnTo>
                  <a:cubicBezTo>
                    <a:pt x="6936" y="5342"/>
                    <a:pt x="6900" y="5360"/>
                    <a:pt x="6864" y="5397"/>
                  </a:cubicBezTo>
                  <a:lnTo>
                    <a:pt x="6646" y="5578"/>
                  </a:lnTo>
                  <a:cubicBezTo>
                    <a:pt x="6646" y="5578"/>
                    <a:pt x="6646" y="5596"/>
                    <a:pt x="6646" y="5614"/>
                  </a:cubicBezTo>
                  <a:lnTo>
                    <a:pt x="6592" y="5560"/>
                  </a:lnTo>
                  <a:cubicBezTo>
                    <a:pt x="6574" y="5542"/>
                    <a:pt x="6574" y="5523"/>
                    <a:pt x="6556" y="5505"/>
                  </a:cubicBezTo>
                  <a:cubicBezTo>
                    <a:pt x="6574" y="5487"/>
                    <a:pt x="6574" y="5469"/>
                    <a:pt x="6592" y="5451"/>
                  </a:cubicBezTo>
                  <a:cubicBezTo>
                    <a:pt x="6628" y="5415"/>
                    <a:pt x="6646" y="5360"/>
                    <a:pt x="6646" y="5306"/>
                  </a:cubicBezTo>
                  <a:cubicBezTo>
                    <a:pt x="6646" y="5288"/>
                    <a:pt x="6628" y="5252"/>
                    <a:pt x="6610" y="5234"/>
                  </a:cubicBezTo>
                  <a:cubicBezTo>
                    <a:pt x="6592" y="5216"/>
                    <a:pt x="6574" y="5197"/>
                    <a:pt x="6538" y="5197"/>
                  </a:cubicBezTo>
                  <a:cubicBezTo>
                    <a:pt x="6519" y="5179"/>
                    <a:pt x="6501" y="5161"/>
                    <a:pt x="6501" y="5143"/>
                  </a:cubicBezTo>
                  <a:cubicBezTo>
                    <a:pt x="6501" y="5125"/>
                    <a:pt x="6501" y="5125"/>
                    <a:pt x="6501" y="5107"/>
                  </a:cubicBezTo>
                  <a:cubicBezTo>
                    <a:pt x="6501" y="5053"/>
                    <a:pt x="6447" y="5016"/>
                    <a:pt x="6393" y="5053"/>
                  </a:cubicBezTo>
                  <a:lnTo>
                    <a:pt x="6375" y="5071"/>
                  </a:lnTo>
                  <a:cubicBezTo>
                    <a:pt x="6338" y="5107"/>
                    <a:pt x="6284" y="5125"/>
                    <a:pt x="6230" y="5125"/>
                  </a:cubicBezTo>
                  <a:cubicBezTo>
                    <a:pt x="6193" y="5143"/>
                    <a:pt x="6175" y="5143"/>
                    <a:pt x="6175" y="5179"/>
                  </a:cubicBezTo>
                  <a:cubicBezTo>
                    <a:pt x="6139" y="5360"/>
                    <a:pt x="6049" y="5542"/>
                    <a:pt x="5922" y="5686"/>
                  </a:cubicBezTo>
                  <a:cubicBezTo>
                    <a:pt x="5867" y="5723"/>
                    <a:pt x="5813" y="5759"/>
                    <a:pt x="5759" y="5741"/>
                  </a:cubicBezTo>
                  <a:cubicBezTo>
                    <a:pt x="5686" y="5705"/>
                    <a:pt x="5759" y="5614"/>
                    <a:pt x="5777" y="5560"/>
                  </a:cubicBezTo>
                  <a:cubicBezTo>
                    <a:pt x="5795" y="5487"/>
                    <a:pt x="5777" y="5415"/>
                    <a:pt x="5723" y="5379"/>
                  </a:cubicBezTo>
                  <a:cubicBezTo>
                    <a:pt x="5686" y="5360"/>
                    <a:pt x="5632" y="5360"/>
                    <a:pt x="5596" y="5379"/>
                  </a:cubicBezTo>
                  <a:lnTo>
                    <a:pt x="5578" y="5379"/>
                  </a:lnTo>
                  <a:cubicBezTo>
                    <a:pt x="5560" y="5379"/>
                    <a:pt x="5523" y="5342"/>
                    <a:pt x="5523" y="5324"/>
                  </a:cubicBezTo>
                  <a:lnTo>
                    <a:pt x="5397" y="5216"/>
                  </a:lnTo>
                  <a:cubicBezTo>
                    <a:pt x="5379" y="5197"/>
                    <a:pt x="5342" y="5161"/>
                    <a:pt x="5306" y="5143"/>
                  </a:cubicBezTo>
                  <a:cubicBezTo>
                    <a:pt x="5270" y="5071"/>
                    <a:pt x="5306" y="5016"/>
                    <a:pt x="5342" y="4962"/>
                  </a:cubicBezTo>
                  <a:cubicBezTo>
                    <a:pt x="5379" y="4890"/>
                    <a:pt x="5379" y="4799"/>
                    <a:pt x="5342" y="4745"/>
                  </a:cubicBezTo>
                  <a:cubicBezTo>
                    <a:pt x="5306" y="4709"/>
                    <a:pt x="5270" y="4672"/>
                    <a:pt x="5216" y="4654"/>
                  </a:cubicBezTo>
                  <a:cubicBezTo>
                    <a:pt x="5234" y="4618"/>
                    <a:pt x="5216" y="4582"/>
                    <a:pt x="5197" y="4546"/>
                  </a:cubicBezTo>
                  <a:cubicBezTo>
                    <a:pt x="5179" y="4473"/>
                    <a:pt x="5107" y="4437"/>
                    <a:pt x="5053" y="4401"/>
                  </a:cubicBezTo>
                  <a:cubicBezTo>
                    <a:pt x="4962" y="4346"/>
                    <a:pt x="4817" y="4274"/>
                    <a:pt x="4799" y="4165"/>
                  </a:cubicBezTo>
                  <a:cubicBezTo>
                    <a:pt x="4781" y="4057"/>
                    <a:pt x="4799" y="3930"/>
                    <a:pt x="4781" y="3821"/>
                  </a:cubicBezTo>
                  <a:cubicBezTo>
                    <a:pt x="4781" y="3712"/>
                    <a:pt x="4654" y="3640"/>
                    <a:pt x="4564" y="3586"/>
                  </a:cubicBezTo>
                  <a:cubicBezTo>
                    <a:pt x="4491" y="3549"/>
                    <a:pt x="4455" y="3477"/>
                    <a:pt x="4455" y="3405"/>
                  </a:cubicBezTo>
                  <a:cubicBezTo>
                    <a:pt x="4455" y="3387"/>
                    <a:pt x="4455" y="3368"/>
                    <a:pt x="4455" y="3368"/>
                  </a:cubicBezTo>
                  <a:cubicBezTo>
                    <a:pt x="4455" y="3350"/>
                    <a:pt x="4455" y="3350"/>
                    <a:pt x="4473" y="3350"/>
                  </a:cubicBezTo>
                  <a:cubicBezTo>
                    <a:pt x="4491" y="3332"/>
                    <a:pt x="4473" y="3278"/>
                    <a:pt x="4437" y="3296"/>
                  </a:cubicBezTo>
                  <a:lnTo>
                    <a:pt x="4437" y="3296"/>
                  </a:lnTo>
                  <a:cubicBezTo>
                    <a:pt x="4419" y="3260"/>
                    <a:pt x="4401" y="3205"/>
                    <a:pt x="4383" y="3151"/>
                  </a:cubicBezTo>
                  <a:cubicBezTo>
                    <a:pt x="4364" y="3079"/>
                    <a:pt x="4328" y="3024"/>
                    <a:pt x="4310" y="2952"/>
                  </a:cubicBezTo>
                  <a:cubicBezTo>
                    <a:pt x="4310" y="2807"/>
                    <a:pt x="4274" y="2680"/>
                    <a:pt x="4201" y="2572"/>
                  </a:cubicBezTo>
                  <a:cubicBezTo>
                    <a:pt x="4165" y="2535"/>
                    <a:pt x="4129" y="2499"/>
                    <a:pt x="4093" y="2463"/>
                  </a:cubicBezTo>
                  <a:cubicBezTo>
                    <a:pt x="4038" y="2445"/>
                    <a:pt x="3984" y="2427"/>
                    <a:pt x="3930" y="2427"/>
                  </a:cubicBezTo>
                  <a:cubicBezTo>
                    <a:pt x="3912" y="2427"/>
                    <a:pt x="3857" y="2427"/>
                    <a:pt x="3839" y="2409"/>
                  </a:cubicBezTo>
                  <a:cubicBezTo>
                    <a:pt x="3821" y="2390"/>
                    <a:pt x="3839" y="2354"/>
                    <a:pt x="3839" y="2336"/>
                  </a:cubicBezTo>
                  <a:cubicBezTo>
                    <a:pt x="3875" y="2246"/>
                    <a:pt x="3930" y="2155"/>
                    <a:pt x="3875" y="2083"/>
                  </a:cubicBezTo>
                  <a:cubicBezTo>
                    <a:pt x="3857" y="2028"/>
                    <a:pt x="3803" y="2010"/>
                    <a:pt x="3821" y="1956"/>
                  </a:cubicBezTo>
                  <a:cubicBezTo>
                    <a:pt x="3839" y="1902"/>
                    <a:pt x="3839" y="1847"/>
                    <a:pt x="3839" y="1793"/>
                  </a:cubicBezTo>
                  <a:cubicBezTo>
                    <a:pt x="3821" y="1684"/>
                    <a:pt x="3749" y="1612"/>
                    <a:pt x="3640" y="1594"/>
                  </a:cubicBezTo>
                  <a:cubicBezTo>
                    <a:pt x="3531" y="1594"/>
                    <a:pt x="3459" y="1666"/>
                    <a:pt x="3441" y="1775"/>
                  </a:cubicBezTo>
                  <a:cubicBezTo>
                    <a:pt x="3441" y="1829"/>
                    <a:pt x="3459" y="1865"/>
                    <a:pt x="3495" y="1920"/>
                  </a:cubicBezTo>
                  <a:cubicBezTo>
                    <a:pt x="3495" y="1938"/>
                    <a:pt x="3549" y="1974"/>
                    <a:pt x="3531" y="1992"/>
                  </a:cubicBezTo>
                  <a:cubicBezTo>
                    <a:pt x="3513" y="2028"/>
                    <a:pt x="3459" y="2028"/>
                    <a:pt x="3441" y="2028"/>
                  </a:cubicBezTo>
                  <a:cubicBezTo>
                    <a:pt x="3386" y="2046"/>
                    <a:pt x="3350" y="2065"/>
                    <a:pt x="3332" y="2101"/>
                  </a:cubicBezTo>
                  <a:cubicBezTo>
                    <a:pt x="3314" y="2119"/>
                    <a:pt x="3314" y="2137"/>
                    <a:pt x="3332" y="2155"/>
                  </a:cubicBezTo>
                  <a:cubicBezTo>
                    <a:pt x="3423" y="2264"/>
                    <a:pt x="3459" y="2409"/>
                    <a:pt x="3459" y="2553"/>
                  </a:cubicBezTo>
                  <a:cubicBezTo>
                    <a:pt x="3423" y="2535"/>
                    <a:pt x="3386" y="2535"/>
                    <a:pt x="3332" y="2517"/>
                  </a:cubicBezTo>
                  <a:cubicBezTo>
                    <a:pt x="3296" y="2517"/>
                    <a:pt x="3260" y="2517"/>
                    <a:pt x="3223" y="2517"/>
                  </a:cubicBezTo>
                  <a:cubicBezTo>
                    <a:pt x="3205" y="2517"/>
                    <a:pt x="3169" y="2535"/>
                    <a:pt x="3151" y="2517"/>
                  </a:cubicBezTo>
                  <a:cubicBezTo>
                    <a:pt x="3133" y="2517"/>
                    <a:pt x="3151" y="2463"/>
                    <a:pt x="3151" y="2445"/>
                  </a:cubicBezTo>
                  <a:cubicBezTo>
                    <a:pt x="3169" y="2409"/>
                    <a:pt x="3169" y="2372"/>
                    <a:pt x="3151" y="2354"/>
                  </a:cubicBezTo>
                  <a:cubicBezTo>
                    <a:pt x="3151" y="2282"/>
                    <a:pt x="3097" y="2228"/>
                    <a:pt x="3024" y="2228"/>
                  </a:cubicBezTo>
                  <a:cubicBezTo>
                    <a:pt x="3006" y="2228"/>
                    <a:pt x="2988" y="2246"/>
                    <a:pt x="2970" y="2264"/>
                  </a:cubicBezTo>
                  <a:cubicBezTo>
                    <a:pt x="2952" y="2318"/>
                    <a:pt x="2898" y="2336"/>
                    <a:pt x="2843" y="2318"/>
                  </a:cubicBezTo>
                  <a:cubicBezTo>
                    <a:pt x="2825" y="2318"/>
                    <a:pt x="2807" y="2282"/>
                    <a:pt x="2807" y="2264"/>
                  </a:cubicBezTo>
                  <a:cubicBezTo>
                    <a:pt x="2825" y="2246"/>
                    <a:pt x="2861" y="2228"/>
                    <a:pt x="2879" y="2228"/>
                  </a:cubicBezTo>
                  <a:cubicBezTo>
                    <a:pt x="2952" y="2191"/>
                    <a:pt x="3024" y="2137"/>
                    <a:pt x="3006" y="2046"/>
                  </a:cubicBezTo>
                  <a:cubicBezTo>
                    <a:pt x="2988" y="1992"/>
                    <a:pt x="2934" y="1938"/>
                    <a:pt x="2879" y="1920"/>
                  </a:cubicBezTo>
                  <a:cubicBezTo>
                    <a:pt x="2879" y="1902"/>
                    <a:pt x="2879" y="1902"/>
                    <a:pt x="2879" y="1883"/>
                  </a:cubicBezTo>
                  <a:cubicBezTo>
                    <a:pt x="2879" y="1829"/>
                    <a:pt x="2843" y="1775"/>
                    <a:pt x="2789" y="1757"/>
                  </a:cubicBezTo>
                  <a:cubicBezTo>
                    <a:pt x="2771" y="1720"/>
                    <a:pt x="2735" y="1702"/>
                    <a:pt x="2753" y="1666"/>
                  </a:cubicBezTo>
                  <a:cubicBezTo>
                    <a:pt x="2771" y="1612"/>
                    <a:pt x="2789" y="1576"/>
                    <a:pt x="2807" y="1539"/>
                  </a:cubicBezTo>
                  <a:cubicBezTo>
                    <a:pt x="2807" y="1485"/>
                    <a:pt x="2789" y="1431"/>
                    <a:pt x="2771" y="1413"/>
                  </a:cubicBezTo>
                  <a:cubicBezTo>
                    <a:pt x="2735" y="1376"/>
                    <a:pt x="2698" y="1358"/>
                    <a:pt x="2662" y="1340"/>
                  </a:cubicBezTo>
                  <a:cubicBezTo>
                    <a:pt x="2626" y="1322"/>
                    <a:pt x="2626" y="1286"/>
                    <a:pt x="2626" y="1231"/>
                  </a:cubicBezTo>
                  <a:cubicBezTo>
                    <a:pt x="2608" y="1195"/>
                    <a:pt x="2590" y="1141"/>
                    <a:pt x="2553" y="1123"/>
                  </a:cubicBezTo>
                  <a:cubicBezTo>
                    <a:pt x="2499" y="1087"/>
                    <a:pt x="2445" y="1068"/>
                    <a:pt x="2390" y="1087"/>
                  </a:cubicBezTo>
                  <a:lnTo>
                    <a:pt x="2390" y="978"/>
                  </a:lnTo>
                  <a:cubicBezTo>
                    <a:pt x="2390" y="887"/>
                    <a:pt x="2264" y="887"/>
                    <a:pt x="2264" y="978"/>
                  </a:cubicBezTo>
                  <a:lnTo>
                    <a:pt x="2083" y="1014"/>
                  </a:lnTo>
                  <a:lnTo>
                    <a:pt x="1992" y="1032"/>
                  </a:lnTo>
                  <a:lnTo>
                    <a:pt x="1992" y="1032"/>
                  </a:lnTo>
                  <a:cubicBezTo>
                    <a:pt x="2028" y="1014"/>
                    <a:pt x="2046" y="978"/>
                    <a:pt x="2064" y="942"/>
                  </a:cubicBezTo>
                  <a:cubicBezTo>
                    <a:pt x="2064" y="887"/>
                    <a:pt x="2064" y="851"/>
                    <a:pt x="2064" y="815"/>
                  </a:cubicBezTo>
                  <a:cubicBezTo>
                    <a:pt x="2046" y="761"/>
                    <a:pt x="2028" y="724"/>
                    <a:pt x="2010" y="688"/>
                  </a:cubicBezTo>
                  <a:cubicBezTo>
                    <a:pt x="1956" y="670"/>
                    <a:pt x="1901" y="688"/>
                    <a:pt x="1847" y="724"/>
                  </a:cubicBezTo>
                  <a:lnTo>
                    <a:pt x="1739" y="779"/>
                  </a:lnTo>
                  <a:cubicBezTo>
                    <a:pt x="1739" y="724"/>
                    <a:pt x="1720" y="688"/>
                    <a:pt x="1702" y="634"/>
                  </a:cubicBezTo>
                  <a:cubicBezTo>
                    <a:pt x="1720" y="616"/>
                    <a:pt x="1720" y="580"/>
                    <a:pt x="1702" y="561"/>
                  </a:cubicBezTo>
                  <a:cubicBezTo>
                    <a:pt x="1684" y="543"/>
                    <a:pt x="1666" y="507"/>
                    <a:pt x="1630" y="489"/>
                  </a:cubicBezTo>
                  <a:cubicBezTo>
                    <a:pt x="1576" y="398"/>
                    <a:pt x="1539" y="308"/>
                    <a:pt x="1521" y="199"/>
                  </a:cubicBezTo>
                  <a:cubicBezTo>
                    <a:pt x="1503" y="181"/>
                    <a:pt x="1467" y="163"/>
                    <a:pt x="1449" y="163"/>
                  </a:cubicBezTo>
                  <a:lnTo>
                    <a:pt x="1394" y="199"/>
                  </a:lnTo>
                  <a:lnTo>
                    <a:pt x="1376" y="54"/>
                  </a:lnTo>
                  <a:cubicBezTo>
                    <a:pt x="1358" y="18"/>
                    <a:pt x="1340" y="0"/>
                    <a:pt x="1322" y="0"/>
                  </a:cubicBezTo>
                  <a:cubicBezTo>
                    <a:pt x="1250" y="0"/>
                    <a:pt x="1195" y="54"/>
                    <a:pt x="1177" y="127"/>
                  </a:cubicBezTo>
                  <a:cubicBezTo>
                    <a:pt x="1159" y="181"/>
                    <a:pt x="1141" y="235"/>
                    <a:pt x="1123" y="272"/>
                  </a:cubicBezTo>
                  <a:cubicBezTo>
                    <a:pt x="1087" y="308"/>
                    <a:pt x="1032" y="308"/>
                    <a:pt x="996" y="308"/>
                  </a:cubicBezTo>
                  <a:cubicBezTo>
                    <a:pt x="960" y="326"/>
                    <a:pt x="924" y="344"/>
                    <a:pt x="905" y="380"/>
                  </a:cubicBezTo>
                  <a:cubicBezTo>
                    <a:pt x="851" y="453"/>
                    <a:pt x="833" y="525"/>
                    <a:pt x="869" y="616"/>
                  </a:cubicBezTo>
                  <a:cubicBezTo>
                    <a:pt x="869" y="670"/>
                    <a:pt x="905" y="724"/>
                    <a:pt x="942" y="761"/>
                  </a:cubicBezTo>
                  <a:lnTo>
                    <a:pt x="761" y="761"/>
                  </a:lnTo>
                  <a:cubicBezTo>
                    <a:pt x="742" y="761"/>
                    <a:pt x="724" y="779"/>
                    <a:pt x="706" y="797"/>
                  </a:cubicBezTo>
                  <a:lnTo>
                    <a:pt x="634" y="1231"/>
                  </a:lnTo>
                  <a:cubicBezTo>
                    <a:pt x="543" y="1213"/>
                    <a:pt x="453" y="1213"/>
                    <a:pt x="380" y="1231"/>
                  </a:cubicBezTo>
                  <a:cubicBezTo>
                    <a:pt x="344" y="1231"/>
                    <a:pt x="326" y="1268"/>
                    <a:pt x="344" y="1304"/>
                  </a:cubicBezTo>
                  <a:lnTo>
                    <a:pt x="398" y="1394"/>
                  </a:lnTo>
                  <a:cubicBezTo>
                    <a:pt x="290" y="1449"/>
                    <a:pt x="235" y="1576"/>
                    <a:pt x="290" y="1702"/>
                  </a:cubicBezTo>
                  <a:cubicBezTo>
                    <a:pt x="308" y="1720"/>
                    <a:pt x="308" y="1739"/>
                    <a:pt x="326" y="1739"/>
                  </a:cubicBezTo>
                  <a:cubicBezTo>
                    <a:pt x="326" y="1739"/>
                    <a:pt x="344" y="1775"/>
                    <a:pt x="344" y="1793"/>
                  </a:cubicBezTo>
                  <a:cubicBezTo>
                    <a:pt x="344" y="1793"/>
                    <a:pt x="308" y="1829"/>
                    <a:pt x="308" y="1829"/>
                  </a:cubicBezTo>
                  <a:cubicBezTo>
                    <a:pt x="290" y="1847"/>
                    <a:pt x="272" y="1865"/>
                    <a:pt x="272" y="1902"/>
                  </a:cubicBezTo>
                  <a:cubicBezTo>
                    <a:pt x="235" y="1938"/>
                    <a:pt x="217" y="1992"/>
                    <a:pt x="199" y="2046"/>
                  </a:cubicBezTo>
                  <a:cubicBezTo>
                    <a:pt x="145" y="2028"/>
                    <a:pt x="72" y="2065"/>
                    <a:pt x="54" y="2137"/>
                  </a:cubicBezTo>
                  <a:cubicBezTo>
                    <a:pt x="18" y="2209"/>
                    <a:pt x="18" y="2300"/>
                    <a:pt x="36" y="2372"/>
                  </a:cubicBezTo>
                  <a:cubicBezTo>
                    <a:pt x="36" y="2427"/>
                    <a:pt x="54" y="2463"/>
                    <a:pt x="72" y="2499"/>
                  </a:cubicBezTo>
                  <a:cubicBezTo>
                    <a:pt x="72" y="2499"/>
                    <a:pt x="91" y="2517"/>
                    <a:pt x="91" y="2535"/>
                  </a:cubicBezTo>
                  <a:lnTo>
                    <a:pt x="91" y="2535"/>
                  </a:lnTo>
                  <a:cubicBezTo>
                    <a:pt x="54" y="2517"/>
                    <a:pt x="18" y="2553"/>
                    <a:pt x="18" y="2590"/>
                  </a:cubicBezTo>
                  <a:lnTo>
                    <a:pt x="18" y="2626"/>
                  </a:lnTo>
                  <a:cubicBezTo>
                    <a:pt x="18" y="2662"/>
                    <a:pt x="36" y="2698"/>
                    <a:pt x="36" y="2735"/>
                  </a:cubicBezTo>
                  <a:lnTo>
                    <a:pt x="0" y="2753"/>
                  </a:lnTo>
                  <a:lnTo>
                    <a:pt x="0" y="17639"/>
                  </a:lnTo>
                  <a:close/>
                  <a:moveTo>
                    <a:pt x="10920" y="7660"/>
                  </a:moveTo>
                  <a:close/>
                  <a:moveTo>
                    <a:pt x="20065" y="15737"/>
                  </a:moveTo>
                  <a:cubicBezTo>
                    <a:pt x="20065" y="15737"/>
                    <a:pt x="20065" y="15719"/>
                    <a:pt x="20065" y="15737"/>
                  </a:cubicBezTo>
                  <a:close/>
                  <a:moveTo>
                    <a:pt x="13618" y="9435"/>
                  </a:moveTo>
                  <a:close/>
                  <a:moveTo>
                    <a:pt x="10974" y="8186"/>
                  </a:moveTo>
                  <a:close/>
                  <a:moveTo>
                    <a:pt x="10811" y="7588"/>
                  </a:moveTo>
                  <a:close/>
                  <a:moveTo>
                    <a:pt x="6574" y="5976"/>
                  </a:moveTo>
                  <a:cubicBezTo>
                    <a:pt x="6574" y="5940"/>
                    <a:pt x="6574" y="5886"/>
                    <a:pt x="6592" y="5849"/>
                  </a:cubicBezTo>
                  <a:cubicBezTo>
                    <a:pt x="6610" y="5813"/>
                    <a:pt x="6610" y="5795"/>
                    <a:pt x="6610" y="5777"/>
                  </a:cubicBezTo>
                  <a:cubicBezTo>
                    <a:pt x="6628" y="5868"/>
                    <a:pt x="6646" y="5958"/>
                    <a:pt x="6664" y="6049"/>
                  </a:cubicBezTo>
                  <a:lnTo>
                    <a:pt x="6646" y="6030"/>
                  </a:lnTo>
                  <a:cubicBezTo>
                    <a:pt x="6628" y="6012"/>
                    <a:pt x="6592" y="5994"/>
                    <a:pt x="6574" y="5976"/>
                  </a:cubicBezTo>
                  <a:close/>
                  <a:moveTo>
                    <a:pt x="5614" y="5505"/>
                  </a:moveTo>
                  <a:close/>
                  <a:moveTo>
                    <a:pt x="2716" y="1938"/>
                  </a:moveTo>
                  <a:close/>
                  <a:moveTo>
                    <a:pt x="1938" y="10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9" name="Google Shape;1059;p48"/>
          <p:cNvSpPr/>
          <p:nvPr/>
        </p:nvSpPr>
        <p:spPr>
          <a:xfrm flipH="1" rot="-381102">
            <a:off x="-79176" y="3912222"/>
            <a:ext cx="9383869" cy="3633774"/>
          </a:xfrm>
          <a:custGeom>
            <a:rect b="b" l="l" r="r" t="t"/>
            <a:pathLst>
              <a:path extrusionOk="0" h="24720" w="63837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8"/>
          <p:cNvSpPr/>
          <p:nvPr/>
        </p:nvSpPr>
        <p:spPr>
          <a:xfrm>
            <a:off x="1815984" y="300565"/>
            <a:ext cx="189072" cy="82566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8"/>
          <p:cNvSpPr/>
          <p:nvPr/>
        </p:nvSpPr>
        <p:spPr>
          <a:xfrm>
            <a:off x="223503" y="2540984"/>
            <a:ext cx="97452" cy="61540"/>
          </a:xfrm>
          <a:custGeom>
            <a:rect b="b" l="l" r="r" t="t"/>
            <a:pathLst>
              <a:path extrusionOk="0" h="401" w="635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8"/>
          <p:cNvSpPr/>
          <p:nvPr/>
        </p:nvSpPr>
        <p:spPr>
          <a:xfrm>
            <a:off x="8550806" y="2202113"/>
            <a:ext cx="197513" cy="118170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3_1_1_1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9"/>
          <p:cNvSpPr txBox="1"/>
          <p:nvPr>
            <p:ph idx="1" type="subTitle"/>
          </p:nvPr>
        </p:nvSpPr>
        <p:spPr>
          <a:xfrm>
            <a:off x="720000" y="1455450"/>
            <a:ext cx="3852000" cy="25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1065" name="Google Shape;1065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6" name="Google Shape;1066;p49"/>
          <p:cNvSpPr/>
          <p:nvPr/>
        </p:nvSpPr>
        <p:spPr>
          <a:xfrm flipH="1">
            <a:off x="71" y="1924637"/>
            <a:ext cx="9143866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9"/>
          <p:cNvSpPr/>
          <p:nvPr/>
        </p:nvSpPr>
        <p:spPr>
          <a:xfrm>
            <a:off x="8780842" y="2079348"/>
            <a:ext cx="150933" cy="56490"/>
          </a:xfrm>
          <a:custGeom>
            <a:rect b="b" l="l" r="r" t="t"/>
            <a:pathLst>
              <a:path extrusionOk="0" h="387" w="1034">
                <a:moveTo>
                  <a:pt x="186" y="1"/>
                </a:moveTo>
                <a:cubicBezTo>
                  <a:pt x="125" y="1"/>
                  <a:pt x="62" y="12"/>
                  <a:pt x="1" y="36"/>
                </a:cubicBezTo>
                <a:cubicBezTo>
                  <a:pt x="14" y="34"/>
                  <a:pt x="27" y="34"/>
                  <a:pt x="40" y="34"/>
                </a:cubicBezTo>
                <a:cubicBezTo>
                  <a:pt x="210" y="34"/>
                  <a:pt x="385" y="141"/>
                  <a:pt x="435" y="325"/>
                </a:cubicBezTo>
                <a:cubicBezTo>
                  <a:pt x="435" y="343"/>
                  <a:pt x="472" y="380"/>
                  <a:pt x="490" y="380"/>
                </a:cubicBezTo>
                <a:cubicBezTo>
                  <a:pt x="503" y="384"/>
                  <a:pt x="517" y="386"/>
                  <a:pt x="530" y="386"/>
                </a:cubicBezTo>
                <a:cubicBezTo>
                  <a:pt x="569" y="386"/>
                  <a:pt x="603" y="366"/>
                  <a:pt x="617" y="325"/>
                </a:cubicBezTo>
                <a:cubicBezTo>
                  <a:pt x="635" y="235"/>
                  <a:pt x="689" y="162"/>
                  <a:pt x="779" y="108"/>
                </a:cubicBezTo>
                <a:cubicBezTo>
                  <a:pt x="811" y="84"/>
                  <a:pt x="853" y="71"/>
                  <a:pt x="895" y="71"/>
                </a:cubicBezTo>
                <a:cubicBezTo>
                  <a:pt x="949" y="71"/>
                  <a:pt x="1002" y="93"/>
                  <a:pt x="1033" y="144"/>
                </a:cubicBezTo>
                <a:cubicBezTo>
                  <a:pt x="990" y="58"/>
                  <a:pt x="902" y="6"/>
                  <a:pt x="804" y="6"/>
                </a:cubicBezTo>
                <a:cubicBezTo>
                  <a:pt x="778" y="6"/>
                  <a:pt x="752" y="10"/>
                  <a:pt x="725" y="17"/>
                </a:cubicBezTo>
                <a:cubicBezTo>
                  <a:pt x="656" y="41"/>
                  <a:pt x="587" y="86"/>
                  <a:pt x="527" y="139"/>
                </a:cubicBezTo>
                <a:lnTo>
                  <a:pt x="527" y="139"/>
                </a:lnTo>
                <a:cubicBezTo>
                  <a:pt x="434" y="50"/>
                  <a:pt x="313" y="1"/>
                  <a:pt x="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9"/>
          <p:cNvSpPr/>
          <p:nvPr/>
        </p:nvSpPr>
        <p:spPr>
          <a:xfrm>
            <a:off x="8501156" y="384628"/>
            <a:ext cx="187863" cy="112397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9"/>
          <p:cNvSpPr/>
          <p:nvPr/>
        </p:nvSpPr>
        <p:spPr>
          <a:xfrm>
            <a:off x="8122198" y="306102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49"/>
          <p:cNvSpPr/>
          <p:nvPr/>
        </p:nvSpPr>
        <p:spPr>
          <a:xfrm>
            <a:off x="351083" y="2571759"/>
            <a:ext cx="197259" cy="67998"/>
          </a:xfrm>
          <a:custGeom>
            <a:rect b="b" l="l" r="r" t="t"/>
            <a:pathLst>
              <a:path extrusionOk="0" h="525" w="1523">
                <a:moveTo>
                  <a:pt x="1226" y="1"/>
                </a:moveTo>
                <a:cubicBezTo>
                  <a:pt x="1179" y="1"/>
                  <a:pt x="1130" y="9"/>
                  <a:pt x="1087" y="31"/>
                </a:cubicBezTo>
                <a:cubicBezTo>
                  <a:pt x="971" y="82"/>
                  <a:pt x="873" y="153"/>
                  <a:pt x="794" y="248"/>
                </a:cubicBezTo>
                <a:lnTo>
                  <a:pt x="794" y="248"/>
                </a:lnTo>
                <a:cubicBezTo>
                  <a:pt x="655" y="100"/>
                  <a:pt x="460" y="18"/>
                  <a:pt x="261" y="18"/>
                </a:cubicBezTo>
                <a:cubicBezTo>
                  <a:pt x="174" y="18"/>
                  <a:pt x="86" y="34"/>
                  <a:pt x="1" y="67"/>
                </a:cubicBezTo>
                <a:cubicBezTo>
                  <a:pt x="40" y="60"/>
                  <a:pt x="80" y="56"/>
                  <a:pt x="118" y="56"/>
                </a:cubicBezTo>
                <a:cubicBezTo>
                  <a:pt x="380" y="56"/>
                  <a:pt x="615" y="213"/>
                  <a:pt x="725" y="465"/>
                </a:cubicBezTo>
                <a:cubicBezTo>
                  <a:pt x="725" y="483"/>
                  <a:pt x="743" y="501"/>
                  <a:pt x="780" y="519"/>
                </a:cubicBezTo>
                <a:cubicBezTo>
                  <a:pt x="786" y="523"/>
                  <a:pt x="793" y="524"/>
                  <a:pt x="801" y="524"/>
                </a:cubicBezTo>
                <a:cubicBezTo>
                  <a:pt x="835" y="524"/>
                  <a:pt x="873" y="495"/>
                  <a:pt x="888" y="465"/>
                </a:cubicBezTo>
                <a:cubicBezTo>
                  <a:pt x="943" y="320"/>
                  <a:pt x="1015" y="193"/>
                  <a:pt x="1124" y="103"/>
                </a:cubicBezTo>
                <a:cubicBezTo>
                  <a:pt x="1178" y="72"/>
                  <a:pt x="1240" y="54"/>
                  <a:pt x="1300" y="54"/>
                </a:cubicBezTo>
                <a:cubicBezTo>
                  <a:pt x="1381" y="54"/>
                  <a:pt x="1460" y="85"/>
                  <a:pt x="1522" y="157"/>
                </a:cubicBezTo>
                <a:cubicBezTo>
                  <a:pt x="1486" y="67"/>
                  <a:pt x="1413" y="31"/>
                  <a:pt x="1323" y="12"/>
                </a:cubicBezTo>
                <a:cubicBezTo>
                  <a:pt x="1293" y="5"/>
                  <a:pt x="1260" y="1"/>
                  <a:pt x="12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9"/>
          <p:cNvSpPr/>
          <p:nvPr/>
        </p:nvSpPr>
        <p:spPr>
          <a:xfrm>
            <a:off x="104312" y="2827666"/>
            <a:ext cx="171355" cy="98176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49"/>
          <p:cNvSpPr/>
          <p:nvPr/>
        </p:nvSpPr>
        <p:spPr>
          <a:xfrm>
            <a:off x="357788" y="3261474"/>
            <a:ext cx="112682" cy="54010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49"/>
          <p:cNvSpPr/>
          <p:nvPr/>
        </p:nvSpPr>
        <p:spPr>
          <a:xfrm>
            <a:off x="8226816" y="361611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49"/>
          <p:cNvSpPr/>
          <p:nvPr/>
        </p:nvSpPr>
        <p:spPr>
          <a:xfrm>
            <a:off x="5807879" y="9441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0"/>
          <p:cNvSpPr txBox="1"/>
          <p:nvPr>
            <p:ph type="title"/>
          </p:nvPr>
        </p:nvSpPr>
        <p:spPr>
          <a:xfrm>
            <a:off x="1144650" y="1328325"/>
            <a:ext cx="68547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77" name="Google Shape;1077;p50"/>
          <p:cNvSpPr/>
          <p:nvPr/>
        </p:nvSpPr>
        <p:spPr>
          <a:xfrm>
            <a:off x="-68203" y="210082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50"/>
          <p:cNvSpPr/>
          <p:nvPr/>
        </p:nvSpPr>
        <p:spPr>
          <a:xfrm>
            <a:off x="8769386" y="111629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9" name="Google Shape;1079;p50"/>
          <p:cNvGrpSpPr/>
          <p:nvPr/>
        </p:nvGrpSpPr>
        <p:grpSpPr>
          <a:xfrm>
            <a:off x="6355440" y="2287624"/>
            <a:ext cx="2788563" cy="2894238"/>
            <a:chOff x="6355440" y="2287624"/>
            <a:chExt cx="2788563" cy="2894238"/>
          </a:xfrm>
        </p:grpSpPr>
        <p:sp>
          <p:nvSpPr>
            <p:cNvPr id="1080" name="Google Shape;1080;p50"/>
            <p:cNvSpPr/>
            <p:nvPr/>
          </p:nvSpPr>
          <p:spPr>
            <a:xfrm flipH="1">
              <a:off x="6355440" y="3220924"/>
              <a:ext cx="1084910" cy="1619094"/>
            </a:xfrm>
            <a:custGeom>
              <a:rect b="b" l="l" r="r" t="t"/>
              <a:pathLst>
                <a:path extrusionOk="0" h="39442" w="26429">
                  <a:moveTo>
                    <a:pt x="8339" y="0"/>
                  </a:moveTo>
                  <a:cubicBezTo>
                    <a:pt x="8269" y="0"/>
                    <a:pt x="8196" y="22"/>
                    <a:pt x="8130" y="70"/>
                  </a:cubicBezTo>
                  <a:cubicBezTo>
                    <a:pt x="7892" y="243"/>
                    <a:pt x="7957" y="612"/>
                    <a:pt x="8217" y="699"/>
                  </a:cubicBezTo>
                  <a:lnTo>
                    <a:pt x="8217" y="5490"/>
                  </a:lnTo>
                  <a:cubicBezTo>
                    <a:pt x="8065" y="5989"/>
                    <a:pt x="7567" y="7354"/>
                    <a:pt x="6916" y="8981"/>
                  </a:cubicBezTo>
                  <a:cubicBezTo>
                    <a:pt x="5984" y="11279"/>
                    <a:pt x="4705" y="14032"/>
                    <a:pt x="3491" y="15355"/>
                  </a:cubicBezTo>
                  <a:lnTo>
                    <a:pt x="4813" y="15355"/>
                  </a:lnTo>
                  <a:lnTo>
                    <a:pt x="4813" y="15593"/>
                  </a:lnTo>
                  <a:lnTo>
                    <a:pt x="4661" y="15593"/>
                  </a:lnTo>
                  <a:lnTo>
                    <a:pt x="4661" y="16222"/>
                  </a:lnTo>
                  <a:lnTo>
                    <a:pt x="4813" y="16222"/>
                  </a:lnTo>
                  <a:lnTo>
                    <a:pt x="4813" y="16677"/>
                  </a:lnTo>
                  <a:lnTo>
                    <a:pt x="4661" y="16677"/>
                  </a:lnTo>
                  <a:lnTo>
                    <a:pt x="4661" y="17306"/>
                  </a:lnTo>
                  <a:lnTo>
                    <a:pt x="4813" y="17306"/>
                  </a:lnTo>
                  <a:lnTo>
                    <a:pt x="4813" y="17761"/>
                  </a:lnTo>
                  <a:lnTo>
                    <a:pt x="4661" y="17761"/>
                  </a:lnTo>
                  <a:lnTo>
                    <a:pt x="4661" y="18368"/>
                  </a:lnTo>
                  <a:lnTo>
                    <a:pt x="4813" y="18368"/>
                  </a:lnTo>
                  <a:lnTo>
                    <a:pt x="4813" y="18823"/>
                  </a:lnTo>
                  <a:lnTo>
                    <a:pt x="4661" y="18823"/>
                  </a:lnTo>
                  <a:lnTo>
                    <a:pt x="4661" y="19452"/>
                  </a:lnTo>
                  <a:lnTo>
                    <a:pt x="4813" y="19452"/>
                  </a:lnTo>
                  <a:lnTo>
                    <a:pt x="4813" y="19907"/>
                  </a:lnTo>
                  <a:lnTo>
                    <a:pt x="4661" y="19907"/>
                  </a:lnTo>
                  <a:lnTo>
                    <a:pt x="4661" y="20536"/>
                  </a:lnTo>
                  <a:lnTo>
                    <a:pt x="4813" y="20536"/>
                  </a:lnTo>
                  <a:lnTo>
                    <a:pt x="4813" y="20970"/>
                  </a:lnTo>
                  <a:lnTo>
                    <a:pt x="4661" y="20970"/>
                  </a:lnTo>
                  <a:lnTo>
                    <a:pt x="4661" y="21599"/>
                  </a:lnTo>
                  <a:lnTo>
                    <a:pt x="4813" y="21599"/>
                  </a:lnTo>
                  <a:lnTo>
                    <a:pt x="4813" y="22097"/>
                  </a:lnTo>
                  <a:lnTo>
                    <a:pt x="4314" y="22097"/>
                  </a:lnTo>
                  <a:lnTo>
                    <a:pt x="4314" y="21317"/>
                  </a:lnTo>
                  <a:lnTo>
                    <a:pt x="3686" y="21317"/>
                  </a:lnTo>
                  <a:lnTo>
                    <a:pt x="3686" y="22097"/>
                  </a:lnTo>
                  <a:lnTo>
                    <a:pt x="2992" y="22097"/>
                  </a:lnTo>
                  <a:lnTo>
                    <a:pt x="2992" y="21317"/>
                  </a:lnTo>
                  <a:lnTo>
                    <a:pt x="2342" y="21317"/>
                  </a:lnTo>
                  <a:lnTo>
                    <a:pt x="2342" y="22097"/>
                  </a:lnTo>
                  <a:lnTo>
                    <a:pt x="1626" y="22097"/>
                  </a:lnTo>
                  <a:lnTo>
                    <a:pt x="1626" y="21707"/>
                  </a:lnTo>
                  <a:lnTo>
                    <a:pt x="1756" y="21707"/>
                  </a:lnTo>
                  <a:lnTo>
                    <a:pt x="1756" y="21078"/>
                  </a:lnTo>
                  <a:lnTo>
                    <a:pt x="1626" y="21078"/>
                  </a:lnTo>
                  <a:lnTo>
                    <a:pt x="1626" y="20623"/>
                  </a:lnTo>
                  <a:lnTo>
                    <a:pt x="1756" y="20623"/>
                  </a:lnTo>
                  <a:lnTo>
                    <a:pt x="1756" y="20016"/>
                  </a:lnTo>
                  <a:lnTo>
                    <a:pt x="1626" y="20016"/>
                  </a:lnTo>
                  <a:lnTo>
                    <a:pt x="1626" y="19561"/>
                  </a:lnTo>
                  <a:lnTo>
                    <a:pt x="1756" y="19561"/>
                  </a:lnTo>
                  <a:lnTo>
                    <a:pt x="1756" y="18932"/>
                  </a:lnTo>
                  <a:lnTo>
                    <a:pt x="1626" y="18932"/>
                  </a:lnTo>
                  <a:lnTo>
                    <a:pt x="1626" y="18477"/>
                  </a:lnTo>
                  <a:lnTo>
                    <a:pt x="1756" y="18477"/>
                  </a:lnTo>
                  <a:lnTo>
                    <a:pt x="1756" y="17848"/>
                  </a:lnTo>
                  <a:lnTo>
                    <a:pt x="1626" y="17848"/>
                  </a:lnTo>
                  <a:lnTo>
                    <a:pt x="1626" y="17739"/>
                  </a:lnTo>
                  <a:lnTo>
                    <a:pt x="2797" y="17739"/>
                  </a:lnTo>
                  <a:cubicBezTo>
                    <a:pt x="1821" y="16677"/>
                    <a:pt x="824" y="14574"/>
                    <a:pt x="0" y="12666"/>
                  </a:cubicBezTo>
                  <a:lnTo>
                    <a:pt x="0" y="39442"/>
                  </a:lnTo>
                  <a:lnTo>
                    <a:pt x="26429" y="39442"/>
                  </a:lnTo>
                  <a:lnTo>
                    <a:pt x="26429" y="26693"/>
                  </a:lnTo>
                  <a:lnTo>
                    <a:pt x="26233" y="26672"/>
                  </a:lnTo>
                  <a:lnTo>
                    <a:pt x="26233" y="25891"/>
                  </a:lnTo>
                  <a:lnTo>
                    <a:pt x="25605" y="25891"/>
                  </a:lnTo>
                  <a:lnTo>
                    <a:pt x="25605" y="26672"/>
                  </a:lnTo>
                  <a:lnTo>
                    <a:pt x="24889" y="26672"/>
                  </a:lnTo>
                  <a:lnTo>
                    <a:pt x="24889" y="25891"/>
                  </a:lnTo>
                  <a:lnTo>
                    <a:pt x="24499" y="25891"/>
                  </a:lnTo>
                  <a:lnTo>
                    <a:pt x="24499" y="25544"/>
                  </a:lnTo>
                  <a:lnTo>
                    <a:pt x="24391" y="25544"/>
                  </a:lnTo>
                  <a:lnTo>
                    <a:pt x="24391" y="25089"/>
                  </a:lnTo>
                  <a:lnTo>
                    <a:pt x="24499" y="25089"/>
                  </a:lnTo>
                  <a:lnTo>
                    <a:pt x="24499" y="24460"/>
                  </a:lnTo>
                  <a:lnTo>
                    <a:pt x="24391" y="24460"/>
                  </a:lnTo>
                  <a:lnTo>
                    <a:pt x="24391" y="24005"/>
                  </a:lnTo>
                  <a:lnTo>
                    <a:pt x="24499" y="24005"/>
                  </a:lnTo>
                  <a:lnTo>
                    <a:pt x="24499" y="23398"/>
                  </a:lnTo>
                  <a:lnTo>
                    <a:pt x="24391" y="23398"/>
                  </a:lnTo>
                  <a:lnTo>
                    <a:pt x="24391" y="22943"/>
                  </a:lnTo>
                  <a:lnTo>
                    <a:pt x="24499" y="22943"/>
                  </a:lnTo>
                  <a:lnTo>
                    <a:pt x="24499" y="22314"/>
                  </a:lnTo>
                  <a:lnTo>
                    <a:pt x="24391" y="22314"/>
                  </a:lnTo>
                  <a:lnTo>
                    <a:pt x="24391" y="21317"/>
                  </a:lnTo>
                  <a:lnTo>
                    <a:pt x="23762" y="21317"/>
                  </a:lnTo>
                  <a:lnTo>
                    <a:pt x="23762" y="22097"/>
                  </a:lnTo>
                  <a:lnTo>
                    <a:pt x="23068" y="22097"/>
                  </a:lnTo>
                  <a:lnTo>
                    <a:pt x="23068" y="21317"/>
                  </a:lnTo>
                  <a:lnTo>
                    <a:pt x="22439" y="21317"/>
                  </a:lnTo>
                  <a:lnTo>
                    <a:pt x="22439" y="22097"/>
                  </a:lnTo>
                  <a:lnTo>
                    <a:pt x="21724" y="22097"/>
                  </a:lnTo>
                  <a:lnTo>
                    <a:pt x="21724" y="21317"/>
                  </a:lnTo>
                  <a:lnTo>
                    <a:pt x="21420" y="21317"/>
                  </a:lnTo>
                  <a:lnTo>
                    <a:pt x="21420" y="21165"/>
                  </a:lnTo>
                  <a:lnTo>
                    <a:pt x="21225" y="21165"/>
                  </a:lnTo>
                  <a:lnTo>
                    <a:pt x="21225" y="20710"/>
                  </a:lnTo>
                  <a:lnTo>
                    <a:pt x="21420" y="20710"/>
                  </a:lnTo>
                  <a:lnTo>
                    <a:pt x="21420" y="20081"/>
                  </a:lnTo>
                  <a:lnTo>
                    <a:pt x="21225" y="20081"/>
                  </a:lnTo>
                  <a:lnTo>
                    <a:pt x="21225" y="19626"/>
                  </a:lnTo>
                  <a:lnTo>
                    <a:pt x="21420" y="19626"/>
                  </a:lnTo>
                  <a:lnTo>
                    <a:pt x="21420" y="18997"/>
                  </a:lnTo>
                  <a:lnTo>
                    <a:pt x="21225" y="18997"/>
                  </a:lnTo>
                  <a:lnTo>
                    <a:pt x="21225" y="18542"/>
                  </a:lnTo>
                  <a:lnTo>
                    <a:pt x="21420" y="18542"/>
                  </a:lnTo>
                  <a:lnTo>
                    <a:pt x="21420" y="17913"/>
                  </a:lnTo>
                  <a:lnTo>
                    <a:pt x="21204" y="17913"/>
                  </a:lnTo>
                  <a:lnTo>
                    <a:pt x="21204" y="17718"/>
                  </a:lnTo>
                  <a:lnTo>
                    <a:pt x="22374" y="17718"/>
                  </a:lnTo>
                  <a:cubicBezTo>
                    <a:pt x="20618" y="15810"/>
                    <a:pt x="18710" y="10498"/>
                    <a:pt x="18212" y="9111"/>
                  </a:cubicBezTo>
                  <a:lnTo>
                    <a:pt x="18212" y="7159"/>
                  </a:lnTo>
                  <a:cubicBezTo>
                    <a:pt x="18298" y="7138"/>
                    <a:pt x="18385" y="7116"/>
                    <a:pt x="18450" y="7073"/>
                  </a:cubicBezTo>
                  <a:cubicBezTo>
                    <a:pt x="18472" y="7067"/>
                    <a:pt x="18494" y="7065"/>
                    <a:pt x="18516" y="7065"/>
                  </a:cubicBezTo>
                  <a:cubicBezTo>
                    <a:pt x="18676" y="7065"/>
                    <a:pt x="18859" y="7184"/>
                    <a:pt x="18992" y="7203"/>
                  </a:cubicBezTo>
                  <a:cubicBezTo>
                    <a:pt x="19079" y="7203"/>
                    <a:pt x="19166" y="7203"/>
                    <a:pt x="19231" y="7159"/>
                  </a:cubicBezTo>
                  <a:cubicBezTo>
                    <a:pt x="19339" y="7116"/>
                    <a:pt x="19447" y="7008"/>
                    <a:pt x="19578" y="6943"/>
                  </a:cubicBezTo>
                  <a:cubicBezTo>
                    <a:pt x="19675" y="6888"/>
                    <a:pt x="19784" y="6861"/>
                    <a:pt x="19892" y="6861"/>
                  </a:cubicBezTo>
                  <a:cubicBezTo>
                    <a:pt x="20000" y="6861"/>
                    <a:pt x="20109" y="6888"/>
                    <a:pt x="20206" y="6943"/>
                  </a:cubicBezTo>
                  <a:cubicBezTo>
                    <a:pt x="20283" y="6989"/>
                    <a:pt x="20371" y="7010"/>
                    <a:pt x="20460" y="7010"/>
                  </a:cubicBezTo>
                  <a:cubicBezTo>
                    <a:pt x="20622" y="7010"/>
                    <a:pt x="20788" y="6938"/>
                    <a:pt x="20900" y="6812"/>
                  </a:cubicBezTo>
                  <a:cubicBezTo>
                    <a:pt x="21008" y="6747"/>
                    <a:pt x="21095" y="6661"/>
                    <a:pt x="21204" y="6574"/>
                  </a:cubicBezTo>
                  <a:cubicBezTo>
                    <a:pt x="21247" y="6552"/>
                    <a:pt x="21290" y="6531"/>
                    <a:pt x="21290" y="6487"/>
                  </a:cubicBezTo>
                  <a:lnTo>
                    <a:pt x="21290" y="6487"/>
                  </a:lnTo>
                  <a:cubicBezTo>
                    <a:pt x="21245" y="6491"/>
                    <a:pt x="21198" y="6493"/>
                    <a:pt x="21152" y="6493"/>
                  </a:cubicBezTo>
                  <a:cubicBezTo>
                    <a:pt x="20911" y="6493"/>
                    <a:pt x="20663" y="6444"/>
                    <a:pt x="20445" y="6335"/>
                  </a:cubicBezTo>
                  <a:cubicBezTo>
                    <a:pt x="20336" y="6292"/>
                    <a:pt x="20271" y="6227"/>
                    <a:pt x="20206" y="6162"/>
                  </a:cubicBezTo>
                  <a:cubicBezTo>
                    <a:pt x="20163" y="6097"/>
                    <a:pt x="20098" y="6054"/>
                    <a:pt x="20055" y="6010"/>
                  </a:cubicBezTo>
                  <a:cubicBezTo>
                    <a:pt x="19993" y="5995"/>
                    <a:pt x="19932" y="5980"/>
                    <a:pt x="19871" y="5980"/>
                  </a:cubicBezTo>
                  <a:cubicBezTo>
                    <a:pt x="19845" y="5980"/>
                    <a:pt x="19820" y="5982"/>
                    <a:pt x="19794" y="5989"/>
                  </a:cubicBezTo>
                  <a:cubicBezTo>
                    <a:pt x="19664" y="6032"/>
                    <a:pt x="19513" y="6032"/>
                    <a:pt x="19361" y="6032"/>
                  </a:cubicBezTo>
                  <a:cubicBezTo>
                    <a:pt x="19231" y="5989"/>
                    <a:pt x="19101" y="5924"/>
                    <a:pt x="18992" y="5837"/>
                  </a:cubicBezTo>
                  <a:cubicBezTo>
                    <a:pt x="18905" y="5750"/>
                    <a:pt x="18840" y="5663"/>
                    <a:pt x="18797" y="5555"/>
                  </a:cubicBezTo>
                  <a:cubicBezTo>
                    <a:pt x="18731" y="5449"/>
                    <a:pt x="18625" y="5416"/>
                    <a:pt x="18507" y="5416"/>
                  </a:cubicBezTo>
                  <a:cubicBezTo>
                    <a:pt x="18432" y="5416"/>
                    <a:pt x="18353" y="5430"/>
                    <a:pt x="18277" y="5447"/>
                  </a:cubicBezTo>
                  <a:cubicBezTo>
                    <a:pt x="18385" y="5382"/>
                    <a:pt x="18450" y="5251"/>
                    <a:pt x="18450" y="5121"/>
                  </a:cubicBezTo>
                  <a:cubicBezTo>
                    <a:pt x="18466" y="4917"/>
                    <a:pt x="18288" y="4770"/>
                    <a:pt x="18107" y="4770"/>
                  </a:cubicBezTo>
                  <a:cubicBezTo>
                    <a:pt x="18038" y="4770"/>
                    <a:pt x="17968" y="4792"/>
                    <a:pt x="17908" y="4840"/>
                  </a:cubicBezTo>
                  <a:cubicBezTo>
                    <a:pt x="17670" y="5013"/>
                    <a:pt x="17713" y="5382"/>
                    <a:pt x="17995" y="5468"/>
                  </a:cubicBezTo>
                  <a:lnTo>
                    <a:pt x="17995" y="9089"/>
                  </a:lnTo>
                  <a:cubicBezTo>
                    <a:pt x="17908" y="9349"/>
                    <a:pt x="17778" y="9739"/>
                    <a:pt x="17583" y="10216"/>
                  </a:cubicBezTo>
                  <a:cubicBezTo>
                    <a:pt x="17193" y="11344"/>
                    <a:pt x="16542" y="12948"/>
                    <a:pt x="15827" y="14444"/>
                  </a:cubicBezTo>
                  <a:cubicBezTo>
                    <a:pt x="15198" y="15767"/>
                    <a:pt x="14504" y="17002"/>
                    <a:pt x="13832" y="17739"/>
                  </a:cubicBezTo>
                  <a:lnTo>
                    <a:pt x="15025" y="17739"/>
                  </a:lnTo>
                  <a:lnTo>
                    <a:pt x="15025" y="17935"/>
                  </a:lnTo>
                  <a:lnTo>
                    <a:pt x="14851" y="17935"/>
                  </a:lnTo>
                  <a:lnTo>
                    <a:pt x="14851" y="18542"/>
                  </a:lnTo>
                  <a:lnTo>
                    <a:pt x="15025" y="18542"/>
                  </a:lnTo>
                  <a:lnTo>
                    <a:pt x="15025" y="18997"/>
                  </a:lnTo>
                  <a:lnTo>
                    <a:pt x="14851" y="18997"/>
                  </a:lnTo>
                  <a:lnTo>
                    <a:pt x="14851" y="19626"/>
                  </a:lnTo>
                  <a:lnTo>
                    <a:pt x="15025" y="19626"/>
                  </a:lnTo>
                  <a:lnTo>
                    <a:pt x="15025" y="20081"/>
                  </a:lnTo>
                  <a:lnTo>
                    <a:pt x="14851" y="20081"/>
                  </a:lnTo>
                  <a:lnTo>
                    <a:pt x="14851" y="20710"/>
                  </a:lnTo>
                  <a:lnTo>
                    <a:pt x="15025" y="20710"/>
                  </a:lnTo>
                  <a:lnTo>
                    <a:pt x="15025" y="21165"/>
                  </a:lnTo>
                  <a:lnTo>
                    <a:pt x="14851" y="21165"/>
                  </a:lnTo>
                  <a:lnTo>
                    <a:pt x="14851" y="21317"/>
                  </a:lnTo>
                  <a:lnTo>
                    <a:pt x="14396" y="21317"/>
                  </a:lnTo>
                  <a:lnTo>
                    <a:pt x="14396" y="22097"/>
                  </a:lnTo>
                  <a:lnTo>
                    <a:pt x="13680" y="22097"/>
                  </a:lnTo>
                  <a:lnTo>
                    <a:pt x="13680" y="21317"/>
                  </a:lnTo>
                  <a:lnTo>
                    <a:pt x="13052" y="21317"/>
                  </a:lnTo>
                  <a:lnTo>
                    <a:pt x="13052" y="22097"/>
                  </a:lnTo>
                  <a:lnTo>
                    <a:pt x="12336" y="22097"/>
                  </a:lnTo>
                  <a:lnTo>
                    <a:pt x="12336" y="21317"/>
                  </a:lnTo>
                  <a:lnTo>
                    <a:pt x="11968" y="21317"/>
                  </a:lnTo>
                  <a:lnTo>
                    <a:pt x="11968" y="20992"/>
                  </a:lnTo>
                  <a:lnTo>
                    <a:pt x="11773" y="20992"/>
                  </a:lnTo>
                  <a:lnTo>
                    <a:pt x="11773" y="20536"/>
                  </a:lnTo>
                  <a:lnTo>
                    <a:pt x="11968" y="20536"/>
                  </a:lnTo>
                  <a:lnTo>
                    <a:pt x="11968" y="19907"/>
                  </a:lnTo>
                  <a:lnTo>
                    <a:pt x="11773" y="19907"/>
                  </a:lnTo>
                  <a:lnTo>
                    <a:pt x="11773" y="19452"/>
                  </a:lnTo>
                  <a:lnTo>
                    <a:pt x="11968" y="19452"/>
                  </a:lnTo>
                  <a:lnTo>
                    <a:pt x="11968" y="18823"/>
                  </a:lnTo>
                  <a:lnTo>
                    <a:pt x="11773" y="18823"/>
                  </a:lnTo>
                  <a:lnTo>
                    <a:pt x="11773" y="18368"/>
                  </a:lnTo>
                  <a:lnTo>
                    <a:pt x="11968" y="18368"/>
                  </a:lnTo>
                  <a:lnTo>
                    <a:pt x="11968" y="17761"/>
                  </a:lnTo>
                  <a:lnTo>
                    <a:pt x="11773" y="17761"/>
                  </a:lnTo>
                  <a:lnTo>
                    <a:pt x="11773" y="17306"/>
                  </a:lnTo>
                  <a:lnTo>
                    <a:pt x="11968" y="17306"/>
                  </a:lnTo>
                  <a:lnTo>
                    <a:pt x="11968" y="16677"/>
                  </a:lnTo>
                  <a:lnTo>
                    <a:pt x="11773" y="16677"/>
                  </a:lnTo>
                  <a:lnTo>
                    <a:pt x="11773" y="16222"/>
                  </a:lnTo>
                  <a:lnTo>
                    <a:pt x="11968" y="16222"/>
                  </a:lnTo>
                  <a:lnTo>
                    <a:pt x="11968" y="15593"/>
                  </a:lnTo>
                  <a:lnTo>
                    <a:pt x="11773" y="15593"/>
                  </a:lnTo>
                  <a:lnTo>
                    <a:pt x="11773" y="15355"/>
                  </a:lnTo>
                  <a:lnTo>
                    <a:pt x="13117" y="15355"/>
                  </a:lnTo>
                  <a:cubicBezTo>
                    <a:pt x="11165" y="13230"/>
                    <a:pt x="9019" y="7376"/>
                    <a:pt x="8455" y="5728"/>
                  </a:cubicBezTo>
                  <a:lnTo>
                    <a:pt x="8455" y="2411"/>
                  </a:lnTo>
                  <a:cubicBezTo>
                    <a:pt x="8520" y="2411"/>
                    <a:pt x="8629" y="2346"/>
                    <a:pt x="8694" y="2325"/>
                  </a:cubicBezTo>
                  <a:cubicBezTo>
                    <a:pt x="8715" y="2318"/>
                    <a:pt x="8738" y="2316"/>
                    <a:pt x="8762" y="2316"/>
                  </a:cubicBezTo>
                  <a:cubicBezTo>
                    <a:pt x="8906" y="2316"/>
                    <a:pt x="9087" y="2414"/>
                    <a:pt x="9236" y="2433"/>
                  </a:cubicBezTo>
                  <a:cubicBezTo>
                    <a:pt x="9259" y="2437"/>
                    <a:pt x="9281" y="2439"/>
                    <a:pt x="9303" y="2439"/>
                  </a:cubicBezTo>
                  <a:cubicBezTo>
                    <a:pt x="9500" y="2439"/>
                    <a:pt x="9623" y="2271"/>
                    <a:pt x="9800" y="2173"/>
                  </a:cubicBezTo>
                  <a:cubicBezTo>
                    <a:pt x="9897" y="2119"/>
                    <a:pt x="10006" y="2092"/>
                    <a:pt x="10114" y="2092"/>
                  </a:cubicBezTo>
                  <a:cubicBezTo>
                    <a:pt x="10222" y="2092"/>
                    <a:pt x="10331" y="2119"/>
                    <a:pt x="10428" y="2173"/>
                  </a:cubicBezTo>
                  <a:cubicBezTo>
                    <a:pt x="10520" y="2223"/>
                    <a:pt x="10618" y="2247"/>
                    <a:pt x="10715" y="2247"/>
                  </a:cubicBezTo>
                  <a:cubicBezTo>
                    <a:pt x="10871" y="2247"/>
                    <a:pt x="11024" y="2185"/>
                    <a:pt x="11144" y="2064"/>
                  </a:cubicBezTo>
                  <a:cubicBezTo>
                    <a:pt x="11252" y="1978"/>
                    <a:pt x="11339" y="1891"/>
                    <a:pt x="11426" y="1804"/>
                  </a:cubicBezTo>
                  <a:cubicBezTo>
                    <a:pt x="11469" y="1783"/>
                    <a:pt x="11512" y="1761"/>
                    <a:pt x="11534" y="1718"/>
                  </a:cubicBezTo>
                  <a:lnTo>
                    <a:pt x="11534" y="1718"/>
                  </a:lnTo>
                  <a:cubicBezTo>
                    <a:pt x="11483" y="1721"/>
                    <a:pt x="11433" y="1723"/>
                    <a:pt x="11383" y="1723"/>
                  </a:cubicBezTo>
                  <a:cubicBezTo>
                    <a:pt x="11131" y="1723"/>
                    <a:pt x="10884" y="1678"/>
                    <a:pt x="10667" y="1587"/>
                  </a:cubicBezTo>
                  <a:cubicBezTo>
                    <a:pt x="10580" y="1544"/>
                    <a:pt x="10493" y="1479"/>
                    <a:pt x="10428" y="1392"/>
                  </a:cubicBezTo>
                  <a:cubicBezTo>
                    <a:pt x="10385" y="1349"/>
                    <a:pt x="10342" y="1284"/>
                    <a:pt x="10277" y="1262"/>
                  </a:cubicBezTo>
                  <a:cubicBezTo>
                    <a:pt x="10217" y="1233"/>
                    <a:pt x="10156" y="1222"/>
                    <a:pt x="10094" y="1222"/>
                  </a:cubicBezTo>
                  <a:cubicBezTo>
                    <a:pt x="9960" y="1222"/>
                    <a:pt x="9823" y="1270"/>
                    <a:pt x="9691" y="1270"/>
                  </a:cubicBezTo>
                  <a:cubicBezTo>
                    <a:pt x="9662" y="1270"/>
                    <a:pt x="9633" y="1268"/>
                    <a:pt x="9604" y="1262"/>
                  </a:cubicBezTo>
                  <a:cubicBezTo>
                    <a:pt x="9453" y="1219"/>
                    <a:pt x="9323" y="1154"/>
                    <a:pt x="9214" y="1067"/>
                  </a:cubicBezTo>
                  <a:cubicBezTo>
                    <a:pt x="9128" y="980"/>
                    <a:pt x="9084" y="894"/>
                    <a:pt x="9041" y="785"/>
                  </a:cubicBezTo>
                  <a:cubicBezTo>
                    <a:pt x="8969" y="670"/>
                    <a:pt x="8838" y="641"/>
                    <a:pt x="8708" y="641"/>
                  </a:cubicBezTo>
                  <a:cubicBezTo>
                    <a:pt x="8643" y="641"/>
                    <a:pt x="8578" y="648"/>
                    <a:pt x="8520" y="655"/>
                  </a:cubicBezTo>
                  <a:cubicBezTo>
                    <a:pt x="8629" y="612"/>
                    <a:pt x="8694" y="482"/>
                    <a:pt x="8694" y="352"/>
                  </a:cubicBezTo>
                  <a:cubicBezTo>
                    <a:pt x="8694" y="148"/>
                    <a:pt x="8524" y="0"/>
                    <a:pt x="8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50"/>
            <p:cNvSpPr/>
            <p:nvPr/>
          </p:nvSpPr>
          <p:spPr>
            <a:xfrm flipH="1">
              <a:off x="6996025" y="2287624"/>
              <a:ext cx="2147978" cy="2894238"/>
            </a:xfrm>
            <a:custGeom>
              <a:rect b="b" l="l" r="r" t="t"/>
              <a:pathLst>
                <a:path extrusionOk="0" h="54250" w="40262">
                  <a:moveTo>
                    <a:pt x="15386" y="0"/>
                  </a:moveTo>
                  <a:cubicBezTo>
                    <a:pt x="15131" y="0"/>
                    <a:pt x="14895" y="209"/>
                    <a:pt x="14895" y="503"/>
                  </a:cubicBezTo>
                  <a:cubicBezTo>
                    <a:pt x="14895" y="720"/>
                    <a:pt x="15026" y="894"/>
                    <a:pt x="15242" y="980"/>
                  </a:cubicBezTo>
                  <a:lnTo>
                    <a:pt x="15242" y="7550"/>
                  </a:lnTo>
                  <a:cubicBezTo>
                    <a:pt x="14679" y="9197"/>
                    <a:pt x="11557" y="18043"/>
                    <a:pt x="8716" y="21122"/>
                  </a:cubicBezTo>
                  <a:lnTo>
                    <a:pt x="10538" y="21122"/>
                  </a:lnTo>
                  <a:lnTo>
                    <a:pt x="10538" y="21469"/>
                  </a:lnTo>
                  <a:lnTo>
                    <a:pt x="10343" y="21469"/>
                  </a:lnTo>
                  <a:lnTo>
                    <a:pt x="10343" y="22314"/>
                  </a:lnTo>
                  <a:lnTo>
                    <a:pt x="10538" y="22314"/>
                  </a:lnTo>
                  <a:lnTo>
                    <a:pt x="10538" y="22943"/>
                  </a:lnTo>
                  <a:lnTo>
                    <a:pt x="10343" y="22943"/>
                  </a:lnTo>
                  <a:lnTo>
                    <a:pt x="10343" y="23810"/>
                  </a:lnTo>
                  <a:lnTo>
                    <a:pt x="10538" y="23810"/>
                  </a:lnTo>
                  <a:lnTo>
                    <a:pt x="10538" y="24417"/>
                  </a:lnTo>
                  <a:lnTo>
                    <a:pt x="10343" y="24417"/>
                  </a:lnTo>
                  <a:lnTo>
                    <a:pt x="10343" y="25284"/>
                  </a:lnTo>
                  <a:lnTo>
                    <a:pt x="10538" y="25284"/>
                  </a:lnTo>
                  <a:lnTo>
                    <a:pt x="10538" y="25913"/>
                  </a:lnTo>
                  <a:lnTo>
                    <a:pt x="10343" y="25913"/>
                  </a:lnTo>
                  <a:lnTo>
                    <a:pt x="10343" y="26759"/>
                  </a:lnTo>
                  <a:lnTo>
                    <a:pt x="10538" y="26759"/>
                  </a:lnTo>
                  <a:lnTo>
                    <a:pt x="10538" y="27409"/>
                  </a:lnTo>
                  <a:lnTo>
                    <a:pt x="10343" y="27409"/>
                  </a:lnTo>
                  <a:lnTo>
                    <a:pt x="10343" y="28255"/>
                  </a:lnTo>
                  <a:lnTo>
                    <a:pt x="10538" y="28255"/>
                  </a:lnTo>
                  <a:lnTo>
                    <a:pt x="10538" y="28883"/>
                  </a:lnTo>
                  <a:lnTo>
                    <a:pt x="10343" y="28883"/>
                  </a:lnTo>
                  <a:lnTo>
                    <a:pt x="10343" y="29729"/>
                  </a:lnTo>
                  <a:lnTo>
                    <a:pt x="10538" y="29729"/>
                  </a:lnTo>
                  <a:lnTo>
                    <a:pt x="10538" y="30423"/>
                  </a:lnTo>
                  <a:lnTo>
                    <a:pt x="9844" y="30423"/>
                  </a:lnTo>
                  <a:lnTo>
                    <a:pt x="9844" y="29339"/>
                  </a:lnTo>
                  <a:lnTo>
                    <a:pt x="8977" y="29339"/>
                  </a:lnTo>
                  <a:lnTo>
                    <a:pt x="8977" y="30423"/>
                  </a:lnTo>
                  <a:lnTo>
                    <a:pt x="8001" y="30423"/>
                  </a:lnTo>
                  <a:lnTo>
                    <a:pt x="8001" y="29339"/>
                  </a:lnTo>
                  <a:lnTo>
                    <a:pt x="7134" y="29339"/>
                  </a:lnTo>
                  <a:lnTo>
                    <a:pt x="7134" y="30423"/>
                  </a:lnTo>
                  <a:lnTo>
                    <a:pt x="6158" y="30423"/>
                  </a:lnTo>
                  <a:lnTo>
                    <a:pt x="6158" y="29881"/>
                  </a:lnTo>
                  <a:lnTo>
                    <a:pt x="6332" y="29881"/>
                  </a:lnTo>
                  <a:lnTo>
                    <a:pt x="6332" y="29035"/>
                  </a:lnTo>
                  <a:lnTo>
                    <a:pt x="6158" y="29035"/>
                  </a:lnTo>
                  <a:lnTo>
                    <a:pt x="6158" y="28406"/>
                  </a:lnTo>
                  <a:lnTo>
                    <a:pt x="6332" y="28406"/>
                  </a:lnTo>
                  <a:lnTo>
                    <a:pt x="6332" y="27539"/>
                  </a:lnTo>
                  <a:lnTo>
                    <a:pt x="6158" y="27539"/>
                  </a:lnTo>
                  <a:lnTo>
                    <a:pt x="6158" y="26910"/>
                  </a:lnTo>
                  <a:lnTo>
                    <a:pt x="6332" y="26910"/>
                  </a:lnTo>
                  <a:lnTo>
                    <a:pt x="6332" y="26043"/>
                  </a:lnTo>
                  <a:lnTo>
                    <a:pt x="6158" y="26043"/>
                  </a:lnTo>
                  <a:lnTo>
                    <a:pt x="6158" y="25414"/>
                  </a:lnTo>
                  <a:lnTo>
                    <a:pt x="6332" y="25414"/>
                  </a:lnTo>
                  <a:lnTo>
                    <a:pt x="6332" y="24569"/>
                  </a:lnTo>
                  <a:lnTo>
                    <a:pt x="6158" y="24569"/>
                  </a:lnTo>
                  <a:lnTo>
                    <a:pt x="6158" y="24417"/>
                  </a:lnTo>
                  <a:lnTo>
                    <a:pt x="7784" y="24417"/>
                  </a:lnTo>
                  <a:cubicBezTo>
                    <a:pt x="5313" y="21750"/>
                    <a:pt x="2624" y="14271"/>
                    <a:pt x="2017" y="12493"/>
                  </a:cubicBezTo>
                  <a:lnTo>
                    <a:pt x="2017" y="9523"/>
                  </a:lnTo>
                  <a:cubicBezTo>
                    <a:pt x="2126" y="9479"/>
                    <a:pt x="2256" y="9436"/>
                    <a:pt x="2342" y="9392"/>
                  </a:cubicBezTo>
                  <a:cubicBezTo>
                    <a:pt x="2376" y="9383"/>
                    <a:pt x="2411" y="9379"/>
                    <a:pt x="2447" y="9379"/>
                  </a:cubicBezTo>
                  <a:cubicBezTo>
                    <a:pt x="2665" y="9379"/>
                    <a:pt x="2915" y="9526"/>
                    <a:pt x="3101" y="9544"/>
                  </a:cubicBezTo>
                  <a:cubicBezTo>
                    <a:pt x="3127" y="9548"/>
                    <a:pt x="3152" y="9549"/>
                    <a:pt x="3177" y="9549"/>
                  </a:cubicBezTo>
                  <a:cubicBezTo>
                    <a:pt x="3475" y="9549"/>
                    <a:pt x="3643" y="9316"/>
                    <a:pt x="3903" y="9176"/>
                  </a:cubicBezTo>
                  <a:cubicBezTo>
                    <a:pt x="4033" y="9111"/>
                    <a:pt x="4180" y="9078"/>
                    <a:pt x="4326" y="9078"/>
                  </a:cubicBezTo>
                  <a:cubicBezTo>
                    <a:pt x="4473" y="9078"/>
                    <a:pt x="4619" y="9111"/>
                    <a:pt x="4749" y="9176"/>
                  </a:cubicBezTo>
                  <a:cubicBezTo>
                    <a:pt x="4893" y="9256"/>
                    <a:pt x="5020" y="9292"/>
                    <a:pt x="5138" y="9292"/>
                  </a:cubicBezTo>
                  <a:cubicBezTo>
                    <a:pt x="5341" y="9292"/>
                    <a:pt x="5520" y="9188"/>
                    <a:pt x="5725" y="9024"/>
                  </a:cubicBezTo>
                  <a:cubicBezTo>
                    <a:pt x="5876" y="8916"/>
                    <a:pt x="6006" y="8785"/>
                    <a:pt x="6137" y="8677"/>
                  </a:cubicBezTo>
                  <a:cubicBezTo>
                    <a:pt x="6180" y="8655"/>
                    <a:pt x="6223" y="8612"/>
                    <a:pt x="6245" y="8569"/>
                  </a:cubicBezTo>
                  <a:lnTo>
                    <a:pt x="6245" y="8569"/>
                  </a:lnTo>
                  <a:cubicBezTo>
                    <a:pt x="6167" y="8577"/>
                    <a:pt x="6088" y="8582"/>
                    <a:pt x="6009" y="8582"/>
                  </a:cubicBezTo>
                  <a:cubicBezTo>
                    <a:pt x="5692" y="8582"/>
                    <a:pt x="5369" y="8512"/>
                    <a:pt x="5074" y="8374"/>
                  </a:cubicBezTo>
                  <a:cubicBezTo>
                    <a:pt x="4944" y="8308"/>
                    <a:pt x="4836" y="8222"/>
                    <a:pt x="4749" y="8135"/>
                  </a:cubicBezTo>
                  <a:cubicBezTo>
                    <a:pt x="4684" y="8048"/>
                    <a:pt x="4619" y="7983"/>
                    <a:pt x="4532" y="7918"/>
                  </a:cubicBezTo>
                  <a:cubicBezTo>
                    <a:pt x="4473" y="7889"/>
                    <a:pt x="4409" y="7878"/>
                    <a:pt x="4341" y="7878"/>
                  </a:cubicBezTo>
                  <a:cubicBezTo>
                    <a:pt x="4167" y="7878"/>
                    <a:pt x="3971" y="7947"/>
                    <a:pt x="3784" y="7947"/>
                  </a:cubicBezTo>
                  <a:cubicBezTo>
                    <a:pt x="3721" y="7947"/>
                    <a:pt x="3659" y="7939"/>
                    <a:pt x="3600" y="7918"/>
                  </a:cubicBezTo>
                  <a:cubicBezTo>
                    <a:pt x="3426" y="7875"/>
                    <a:pt x="3231" y="7788"/>
                    <a:pt x="3080" y="7658"/>
                  </a:cubicBezTo>
                  <a:cubicBezTo>
                    <a:pt x="2971" y="7550"/>
                    <a:pt x="2884" y="7420"/>
                    <a:pt x="2819" y="7268"/>
                  </a:cubicBezTo>
                  <a:cubicBezTo>
                    <a:pt x="2734" y="7112"/>
                    <a:pt x="2565" y="7067"/>
                    <a:pt x="2386" y="7067"/>
                  </a:cubicBezTo>
                  <a:cubicBezTo>
                    <a:pt x="2291" y="7067"/>
                    <a:pt x="2194" y="7079"/>
                    <a:pt x="2104" y="7094"/>
                  </a:cubicBezTo>
                  <a:cubicBezTo>
                    <a:pt x="2567" y="6842"/>
                    <a:pt x="2377" y="6182"/>
                    <a:pt x="1870" y="6182"/>
                  </a:cubicBezTo>
                  <a:cubicBezTo>
                    <a:pt x="1854" y="6182"/>
                    <a:pt x="1838" y="6182"/>
                    <a:pt x="1822" y="6184"/>
                  </a:cubicBezTo>
                  <a:cubicBezTo>
                    <a:pt x="1302" y="6227"/>
                    <a:pt x="1215" y="6964"/>
                    <a:pt x="1714" y="7138"/>
                  </a:cubicBezTo>
                  <a:lnTo>
                    <a:pt x="1714" y="12601"/>
                  </a:lnTo>
                  <a:cubicBezTo>
                    <a:pt x="1454" y="13425"/>
                    <a:pt x="825" y="15160"/>
                    <a:pt x="1" y="17111"/>
                  </a:cubicBezTo>
                  <a:lnTo>
                    <a:pt x="1" y="54250"/>
                  </a:lnTo>
                  <a:lnTo>
                    <a:pt x="40262" y="54250"/>
                  </a:lnTo>
                  <a:lnTo>
                    <a:pt x="40262" y="36732"/>
                  </a:lnTo>
                  <a:lnTo>
                    <a:pt x="40002" y="36732"/>
                  </a:lnTo>
                  <a:lnTo>
                    <a:pt x="40002" y="35648"/>
                  </a:lnTo>
                  <a:lnTo>
                    <a:pt x="39134" y="35648"/>
                  </a:lnTo>
                  <a:lnTo>
                    <a:pt x="39134" y="36732"/>
                  </a:lnTo>
                  <a:lnTo>
                    <a:pt x="38159" y="36732"/>
                  </a:lnTo>
                  <a:lnTo>
                    <a:pt x="38159" y="35648"/>
                  </a:lnTo>
                  <a:lnTo>
                    <a:pt x="37617" y="35648"/>
                  </a:lnTo>
                  <a:lnTo>
                    <a:pt x="37617" y="35149"/>
                  </a:lnTo>
                  <a:lnTo>
                    <a:pt x="37465" y="35149"/>
                  </a:lnTo>
                  <a:lnTo>
                    <a:pt x="37465" y="34542"/>
                  </a:lnTo>
                  <a:lnTo>
                    <a:pt x="37617" y="34542"/>
                  </a:lnTo>
                  <a:lnTo>
                    <a:pt x="37617" y="33675"/>
                  </a:lnTo>
                  <a:lnTo>
                    <a:pt x="37465" y="33675"/>
                  </a:lnTo>
                  <a:lnTo>
                    <a:pt x="37465" y="33046"/>
                  </a:lnTo>
                  <a:lnTo>
                    <a:pt x="37617" y="33046"/>
                  </a:lnTo>
                  <a:lnTo>
                    <a:pt x="37617" y="32200"/>
                  </a:lnTo>
                  <a:lnTo>
                    <a:pt x="37465" y="32200"/>
                  </a:lnTo>
                  <a:lnTo>
                    <a:pt x="37465" y="31572"/>
                  </a:lnTo>
                  <a:lnTo>
                    <a:pt x="37617" y="31572"/>
                  </a:lnTo>
                  <a:lnTo>
                    <a:pt x="37617" y="30704"/>
                  </a:lnTo>
                  <a:lnTo>
                    <a:pt x="37465" y="30704"/>
                  </a:lnTo>
                  <a:lnTo>
                    <a:pt x="37465" y="29339"/>
                  </a:lnTo>
                  <a:lnTo>
                    <a:pt x="36598" y="29339"/>
                  </a:lnTo>
                  <a:lnTo>
                    <a:pt x="36598" y="30423"/>
                  </a:lnTo>
                  <a:lnTo>
                    <a:pt x="35622" y="30423"/>
                  </a:lnTo>
                  <a:lnTo>
                    <a:pt x="35622" y="29339"/>
                  </a:lnTo>
                  <a:lnTo>
                    <a:pt x="34755" y="29339"/>
                  </a:lnTo>
                  <a:lnTo>
                    <a:pt x="34755" y="30423"/>
                  </a:lnTo>
                  <a:lnTo>
                    <a:pt x="33801" y="30423"/>
                  </a:lnTo>
                  <a:lnTo>
                    <a:pt x="33801" y="29339"/>
                  </a:lnTo>
                  <a:lnTo>
                    <a:pt x="33346" y="29339"/>
                  </a:lnTo>
                  <a:lnTo>
                    <a:pt x="33346" y="29122"/>
                  </a:lnTo>
                  <a:lnTo>
                    <a:pt x="33085" y="29122"/>
                  </a:lnTo>
                  <a:lnTo>
                    <a:pt x="33085" y="28493"/>
                  </a:lnTo>
                  <a:lnTo>
                    <a:pt x="33346" y="28493"/>
                  </a:lnTo>
                  <a:lnTo>
                    <a:pt x="33346" y="27647"/>
                  </a:lnTo>
                  <a:lnTo>
                    <a:pt x="33085" y="27647"/>
                  </a:lnTo>
                  <a:lnTo>
                    <a:pt x="33085" y="27019"/>
                  </a:lnTo>
                  <a:lnTo>
                    <a:pt x="33346" y="27019"/>
                  </a:lnTo>
                  <a:lnTo>
                    <a:pt x="33346" y="26152"/>
                  </a:lnTo>
                  <a:lnTo>
                    <a:pt x="33085" y="26152"/>
                  </a:lnTo>
                  <a:lnTo>
                    <a:pt x="33085" y="25544"/>
                  </a:lnTo>
                  <a:lnTo>
                    <a:pt x="33346" y="25544"/>
                  </a:lnTo>
                  <a:lnTo>
                    <a:pt x="33346" y="24699"/>
                  </a:lnTo>
                  <a:lnTo>
                    <a:pt x="33085" y="24699"/>
                  </a:lnTo>
                  <a:lnTo>
                    <a:pt x="33085" y="24417"/>
                  </a:lnTo>
                  <a:lnTo>
                    <a:pt x="34712" y="24417"/>
                  </a:lnTo>
                  <a:cubicBezTo>
                    <a:pt x="32283" y="21794"/>
                    <a:pt x="29638" y="14487"/>
                    <a:pt x="28988" y="12580"/>
                  </a:cubicBezTo>
                  <a:lnTo>
                    <a:pt x="28988" y="9913"/>
                  </a:lnTo>
                  <a:cubicBezTo>
                    <a:pt x="29096" y="9891"/>
                    <a:pt x="29205" y="9848"/>
                    <a:pt x="29313" y="9783"/>
                  </a:cubicBezTo>
                  <a:cubicBezTo>
                    <a:pt x="29347" y="9774"/>
                    <a:pt x="29382" y="9770"/>
                    <a:pt x="29417" y="9770"/>
                  </a:cubicBezTo>
                  <a:cubicBezTo>
                    <a:pt x="29631" y="9770"/>
                    <a:pt x="29867" y="9916"/>
                    <a:pt x="30072" y="9935"/>
                  </a:cubicBezTo>
                  <a:cubicBezTo>
                    <a:pt x="30109" y="9942"/>
                    <a:pt x="30145" y="9945"/>
                    <a:pt x="30178" y="9945"/>
                  </a:cubicBezTo>
                  <a:cubicBezTo>
                    <a:pt x="30457" y="9945"/>
                    <a:pt x="30620" y="9723"/>
                    <a:pt x="30852" y="9588"/>
                  </a:cubicBezTo>
                  <a:cubicBezTo>
                    <a:pt x="30993" y="9512"/>
                    <a:pt x="31140" y="9474"/>
                    <a:pt x="31286" y="9474"/>
                  </a:cubicBezTo>
                  <a:cubicBezTo>
                    <a:pt x="31432" y="9474"/>
                    <a:pt x="31579" y="9512"/>
                    <a:pt x="31720" y="9588"/>
                  </a:cubicBezTo>
                  <a:cubicBezTo>
                    <a:pt x="31857" y="9660"/>
                    <a:pt x="31979" y="9694"/>
                    <a:pt x="32097" y="9694"/>
                  </a:cubicBezTo>
                  <a:cubicBezTo>
                    <a:pt x="32294" y="9694"/>
                    <a:pt x="32478" y="9599"/>
                    <a:pt x="32695" y="9436"/>
                  </a:cubicBezTo>
                  <a:cubicBezTo>
                    <a:pt x="32825" y="9327"/>
                    <a:pt x="32955" y="9197"/>
                    <a:pt x="33107" y="9089"/>
                  </a:cubicBezTo>
                  <a:cubicBezTo>
                    <a:pt x="33151" y="9046"/>
                    <a:pt x="33194" y="9024"/>
                    <a:pt x="33216" y="8959"/>
                  </a:cubicBezTo>
                  <a:lnTo>
                    <a:pt x="33216" y="8959"/>
                  </a:lnTo>
                  <a:cubicBezTo>
                    <a:pt x="33138" y="8968"/>
                    <a:pt x="33059" y="8972"/>
                    <a:pt x="32979" y="8972"/>
                  </a:cubicBezTo>
                  <a:cubicBezTo>
                    <a:pt x="32662" y="8972"/>
                    <a:pt x="32340" y="8903"/>
                    <a:pt x="32045" y="8764"/>
                  </a:cubicBezTo>
                  <a:cubicBezTo>
                    <a:pt x="31915" y="8699"/>
                    <a:pt x="31806" y="8634"/>
                    <a:pt x="31720" y="8525"/>
                  </a:cubicBezTo>
                  <a:cubicBezTo>
                    <a:pt x="31655" y="8439"/>
                    <a:pt x="31590" y="8374"/>
                    <a:pt x="31503" y="8330"/>
                  </a:cubicBezTo>
                  <a:cubicBezTo>
                    <a:pt x="31437" y="8292"/>
                    <a:pt x="31364" y="8278"/>
                    <a:pt x="31287" y="8278"/>
                  </a:cubicBezTo>
                  <a:cubicBezTo>
                    <a:pt x="31109" y="8278"/>
                    <a:pt x="30910" y="8350"/>
                    <a:pt x="30723" y="8350"/>
                  </a:cubicBezTo>
                  <a:cubicBezTo>
                    <a:pt x="30671" y="8350"/>
                    <a:pt x="30620" y="8344"/>
                    <a:pt x="30571" y="8330"/>
                  </a:cubicBezTo>
                  <a:cubicBezTo>
                    <a:pt x="30375" y="8287"/>
                    <a:pt x="30202" y="8178"/>
                    <a:pt x="30050" y="8070"/>
                  </a:cubicBezTo>
                  <a:cubicBezTo>
                    <a:pt x="29942" y="7962"/>
                    <a:pt x="29855" y="7831"/>
                    <a:pt x="29790" y="7680"/>
                  </a:cubicBezTo>
                  <a:cubicBezTo>
                    <a:pt x="29705" y="7524"/>
                    <a:pt x="29536" y="7479"/>
                    <a:pt x="29356" y="7479"/>
                  </a:cubicBezTo>
                  <a:cubicBezTo>
                    <a:pt x="29262" y="7479"/>
                    <a:pt x="29164" y="7491"/>
                    <a:pt x="29075" y="7506"/>
                  </a:cubicBezTo>
                  <a:cubicBezTo>
                    <a:pt x="29226" y="7420"/>
                    <a:pt x="29335" y="7268"/>
                    <a:pt x="29335" y="7094"/>
                  </a:cubicBezTo>
                  <a:cubicBezTo>
                    <a:pt x="29335" y="6758"/>
                    <a:pt x="29085" y="6590"/>
                    <a:pt x="28836" y="6590"/>
                  </a:cubicBezTo>
                  <a:cubicBezTo>
                    <a:pt x="28587" y="6590"/>
                    <a:pt x="28337" y="6758"/>
                    <a:pt x="28337" y="7094"/>
                  </a:cubicBezTo>
                  <a:cubicBezTo>
                    <a:pt x="28337" y="7289"/>
                    <a:pt x="28489" y="7485"/>
                    <a:pt x="28684" y="7550"/>
                  </a:cubicBezTo>
                  <a:lnTo>
                    <a:pt x="28684" y="12536"/>
                  </a:lnTo>
                  <a:cubicBezTo>
                    <a:pt x="28056" y="14357"/>
                    <a:pt x="25389" y="21772"/>
                    <a:pt x="22939" y="24417"/>
                  </a:cubicBezTo>
                  <a:lnTo>
                    <a:pt x="24565" y="24417"/>
                  </a:lnTo>
                  <a:lnTo>
                    <a:pt x="24565" y="24699"/>
                  </a:lnTo>
                  <a:lnTo>
                    <a:pt x="24327" y="24699"/>
                  </a:lnTo>
                  <a:lnTo>
                    <a:pt x="24327" y="25544"/>
                  </a:lnTo>
                  <a:lnTo>
                    <a:pt x="24565" y="25544"/>
                  </a:lnTo>
                  <a:lnTo>
                    <a:pt x="24565" y="26173"/>
                  </a:lnTo>
                  <a:lnTo>
                    <a:pt x="24327" y="26173"/>
                  </a:lnTo>
                  <a:lnTo>
                    <a:pt x="24327" y="27040"/>
                  </a:lnTo>
                  <a:lnTo>
                    <a:pt x="24565" y="27040"/>
                  </a:lnTo>
                  <a:lnTo>
                    <a:pt x="24565" y="27647"/>
                  </a:lnTo>
                  <a:lnTo>
                    <a:pt x="24327" y="27647"/>
                  </a:lnTo>
                  <a:lnTo>
                    <a:pt x="24327" y="28515"/>
                  </a:lnTo>
                  <a:lnTo>
                    <a:pt x="24565" y="28515"/>
                  </a:lnTo>
                  <a:lnTo>
                    <a:pt x="24565" y="29143"/>
                  </a:lnTo>
                  <a:lnTo>
                    <a:pt x="24327" y="29143"/>
                  </a:lnTo>
                  <a:lnTo>
                    <a:pt x="24327" y="29360"/>
                  </a:lnTo>
                  <a:lnTo>
                    <a:pt x="23698" y="29360"/>
                  </a:lnTo>
                  <a:lnTo>
                    <a:pt x="23698" y="30444"/>
                  </a:lnTo>
                  <a:lnTo>
                    <a:pt x="22744" y="30444"/>
                  </a:lnTo>
                  <a:lnTo>
                    <a:pt x="22744" y="29360"/>
                  </a:lnTo>
                  <a:lnTo>
                    <a:pt x="21855" y="29360"/>
                  </a:lnTo>
                  <a:lnTo>
                    <a:pt x="21855" y="30444"/>
                  </a:lnTo>
                  <a:lnTo>
                    <a:pt x="20901" y="30444"/>
                  </a:lnTo>
                  <a:lnTo>
                    <a:pt x="20901" y="29360"/>
                  </a:lnTo>
                  <a:lnTo>
                    <a:pt x="20381" y="29360"/>
                  </a:lnTo>
                  <a:lnTo>
                    <a:pt x="20381" y="28905"/>
                  </a:lnTo>
                  <a:lnTo>
                    <a:pt x="20120" y="28905"/>
                  </a:lnTo>
                  <a:lnTo>
                    <a:pt x="20120" y="28276"/>
                  </a:lnTo>
                  <a:lnTo>
                    <a:pt x="20381" y="28276"/>
                  </a:lnTo>
                  <a:lnTo>
                    <a:pt x="20381" y="27409"/>
                  </a:lnTo>
                  <a:lnTo>
                    <a:pt x="20120" y="27409"/>
                  </a:lnTo>
                  <a:lnTo>
                    <a:pt x="20120" y="26780"/>
                  </a:lnTo>
                  <a:lnTo>
                    <a:pt x="20381" y="26780"/>
                  </a:lnTo>
                  <a:lnTo>
                    <a:pt x="20381" y="25913"/>
                  </a:lnTo>
                  <a:lnTo>
                    <a:pt x="20120" y="25913"/>
                  </a:lnTo>
                  <a:lnTo>
                    <a:pt x="20120" y="25284"/>
                  </a:lnTo>
                  <a:lnTo>
                    <a:pt x="20381" y="25284"/>
                  </a:lnTo>
                  <a:lnTo>
                    <a:pt x="20381" y="24439"/>
                  </a:lnTo>
                  <a:lnTo>
                    <a:pt x="20120" y="24439"/>
                  </a:lnTo>
                  <a:lnTo>
                    <a:pt x="20120" y="23810"/>
                  </a:lnTo>
                  <a:lnTo>
                    <a:pt x="20381" y="23810"/>
                  </a:lnTo>
                  <a:lnTo>
                    <a:pt x="20381" y="22965"/>
                  </a:lnTo>
                  <a:lnTo>
                    <a:pt x="20120" y="22965"/>
                  </a:lnTo>
                  <a:lnTo>
                    <a:pt x="20120" y="22336"/>
                  </a:lnTo>
                  <a:lnTo>
                    <a:pt x="20381" y="22336"/>
                  </a:lnTo>
                  <a:lnTo>
                    <a:pt x="20381" y="21469"/>
                  </a:lnTo>
                  <a:lnTo>
                    <a:pt x="20120" y="21469"/>
                  </a:lnTo>
                  <a:lnTo>
                    <a:pt x="20120" y="21143"/>
                  </a:lnTo>
                  <a:lnTo>
                    <a:pt x="21942" y="21143"/>
                  </a:lnTo>
                  <a:cubicBezTo>
                    <a:pt x="19253" y="18216"/>
                    <a:pt x="16326" y="10173"/>
                    <a:pt x="15524" y="7897"/>
                  </a:cubicBezTo>
                  <a:lnTo>
                    <a:pt x="15524" y="3344"/>
                  </a:lnTo>
                  <a:cubicBezTo>
                    <a:pt x="15654" y="3322"/>
                    <a:pt x="15763" y="3279"/>
                    <a:pt x="15871" y="3235"/>
                  </a:cubicBezTo>
                  <a:cubicBezTo>
                    <a:pt x="15905" y="3225"/>
                    <a:pt x="15940" y="3221"/>
                    <a:pt x="15977" y="3221"/>
                  </a:cubicBezTo>
                  <a:cubicBezTo>
                    <a:pt x="16180" y="3221"/>
                    <a:pt x="16425" y="3350"/>
                    <a:pt x="16608" y="3387"/>
                  </a:cubicBezTo>
                  <a:cubicBezTo>
                    <a:pt x="16634" y="3390"/>
                    <a:pt x="16659" y="3392"/>
                    <a:pt x="16684" y="3392"/>
                  </a:cubicBezTo>
                  <a:cubicBezTo>
                    <a:pt x="16982" y="3392"/>
                    <a:pt x="17150" y="3159"/>
                    <a:pt x="17410" y="3018"/>
                  </a:cubicBezTo>
                  <a:cubicBezTo>
                    <a:pt x="17540" y="2953"/>
                    <a:pt x="17687" y="2921"/>
                    <a:pt x="17833" y="2921"/>
                  </a:cubicBezTo>
                  <a:cubicBezTo>
                    <a:pt x="17980" y="2921"/>
                    <a:pt x="18126" y="2953"/>
                    <a:pt x="18256" y="3018"/>
                  </a:cubicBezTo>
                  <a:cubicBezTo>
                    <a:pt x="18401" y="3091"/>
                    <a:pt x="18529" y="3125"/>
                    <a:pt x="18648" y="3125"/>
                  </a:cubicBezTo>
                  <a:cubicBezTo>
                    <a:pt x="18849" y="3125"/>
                    <a:pt x="19028" y="3030"/>
                    <a:pt x="19232" y="2867"/>
                  </a:cubicBezTo>
                  <a:cubicBezTo>
                    <a:pt x="19383" y="2758"/>
                    <a:pt x="19513" y="2628"/>
                    <a:pt x="19644" y="2520"/>
                  </a:cubicBezTo>
                  <a:cubicBezTo>
                    <a:pt x="19687" y="2476"/>
                    <a:pt x="19752" y="2455"/>
                    <a:pt x="19774" y="2390"/>
                  </a:cubicBezTo>
                  <a:lnTo>
                    <a:pt x="19774" y="2390"/>
                  </a:lnTo>
                  <a:cubicBezTo>
                    <a:pt x="19691" y="2398"/>
                    <a:pt x="19609" y="2403"/>
                    <a:pt x="19527" y="2403"/>
                  </a:cubicBezTo>
                  <a:cubicBezTo>
                    <a:pt x="19199" y="2403"/>
                    <a:pt x="18876" y="2333"/>
                    <a:pt x="18581" y="2195"/>
                  </a:cubicBezTo>
                  <a:cubicBezTo>
                    <a:pt x="18473" y="2151"/>
                    <a:pt x="18343" y="2064"/>
                    <a:pt x="18256" y="1956"/>
                  </a:cubicBezTo>
                  <a:cubicBezTo>
                    <a:pt x="18213" y="1869"/>
                    <a:pt x="18126" y="1804"/>
                    <a:pt x="18061" y="1761"/>
                  </a:cubicBezTo>
                  <a:cubicBezTo>
                    <a:pt x="17992" y="1729"/>
                    <a:pt x="17920" y="1718"/>
                    <a:pt x="17846" y="1718"/>
                  </a:cubicBezTo>
                  <a:cubicBezTo>
                    <a:pt x="17667" y="1718"/>
                    <a:pt x="17476" y="1782"/>
                    <a:pt x="17292" y="1782"/>
                  </a:cubicBezTo>
                  <a:cubicBezTo>
                    <a:pt x="17237" y="1782"/>
                    <a:pt x="17182" y="1776"/>
                    <a:pt x="17129" y="1761"/>
                  </a:cubicBezTo>
                  <a:cubicBezTo>
                    <a:pt x="16933" y="1696"/>
                    <a:pt x="16738" y="1609"/>
                    <a:pt x="16587" y="1479"/>
                  </a:cubicBezTo>
                  <a:cubicBezTo>
                    <a:pt x="16478" y="1371"/>
                    <a:pt x="16391" y="1241"/>
                    <a:pt x="16348" y="1111"/>
                  </a:cubicBezTo>
                  <a:cubicBezTo>
                    <a:pt x="16248" y="954"/>
                    <a:pt x="16083" y="900"/>
                    <a:pt x="15908" y="900"/>
                  </a:cubicBezTo>
                  <a:cubicBezTo>
                    <a:pt x="15816" y="900"/>
                    <a:pt x="15722" y="915"/>
                    <a:pt x="15633" y="937"/>
                  </a:cubicBezTo>
                  <a:cubicBezTo>
                    <a:pt x="15958" y="742"/>
                    <a:pt x="15958" y="265"/>
                    <a:pt x="15633" y="70"/>
                  </a:cubicBezTo>
                  <a:cubicBezTo>
                    <a:pt x="15553" y="22"/>
                    <a:pt x="15468" y="0"/>
                    <a:pt x="15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2" name="Google Shape;1082;p50"/>
          <p:cNvSpPr/>
          <p:nvPr/>
        </p:nvSpPr>
        <p:spPr>
          <a:xfrm flipH="1">
            <a:off x="-36967" y="2874964"/>
            <a:ext cx="3095429" cy="1771725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50"/>
          <p:cNvSpPr/>
          <p:nvPr/>
        </p:nvSpPr>
        <p:spPr>
          <a:xfrm>
            <a:off x="-35675" y="4234571"/>
            <a:ext cx="9205018" cy="1195156"/>
          </a:xfrm>
          <a:custGeom>
            <a:rect b="b" l="l" r="r" t="t"/>
            <a:pathLst>
              <a:path extrusionOk="0" h="27890" w="63855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50"/>
          <p:cNvSpPr/>
          <p:nvPr/>
        </p:nvSpPr>
        <p:spPr>
          <a:xfrm>
            <a:off x="-36975" y="4574525"/>
            <a:ext cx="9205018" cy="1022388"/>
          </a:xfrm>
          <a:custGeom>
            <a:rect b="b" l="l" r="r" t="t"/>
            <a:pathLst>
              <a:path extrusionOk="0" h="26133" w="63855">
                <a:moveTo>
                  <a:pt x="63854" y="10124"/>
                </a:moveTo>
                <a:lnTo>
                  <a:pt x="63800" y="10142"/>
                </a:lnTo>
                <a:cubicBezTo>
                  <a:pt x="63782" y="10142"/>
                  <a:pt x="63745" y="10160"/>
                  <a:pt x="63709" y="10160"/>
                </a:cubicBezTo>
                <a:cubicBezTo>
                  <a:pt x="63691" y="10178"/>
                  <a:pt x="63655" y="10196"/>
                  <a:pt x="63637" y="10214"/>
                </a:cubicBezTo>
                <a:cubicBezTo>
                  <a:pt x="63583" y="10251"/>
                  <a:pt x="63528" y="10287"/>
                  <a:pt x="63474" y="10341"/>
                </a:cubicBezTo>
                <a:cubicBezTo>
                  <a:pt x="63420" y="10377"/>
                  <a:pt x="63383" y="10414"/>
                  <a:pt x="63329" y="10450"/>
                </a:cubicBezTo>
                <a:cubicBezTo>
                  <a:pt x="63293" y="10486"/>
                  <a:pt x="63220" y="10468"/>
                  <a:pt x="63148" y="10486"/>
                </a:cubicBezTo>
                <a:cubicBezTo>
                  <a:pt x="63130" y="10486"/>
                  <a:pt x="63112" y="10486"/>
                  <a:pt x="63112" y="10504"/>
                </a:cubicBezTo>
                <a:lnTo>
                  <a:pt x="63003" y="10504"/>
                </a:lnTo>
                <a:cubicBezTo>
                  <a:pt x="62985" y="10504"/>
                  <a:pt x="62967" y="10504"/>
                  <a:pt x="62931" y="10504"/>
                </a:cubicBezTo>
                <a:cubicBezTo>
                  <a:pt x="62912" y="10522"/>
                  <a:pt x="62876" y="10522"/>
                  <a:pt x="62840" y="10522"/>
                </a:cubicBezTo>
                <a:lnTo>
                  <a:pt x="62677" y="10432"/>
                </a:lnTo>
                <a:cubicBezTo>
                  <a:pt x="62586" y="10377"/>
                  <a:pt x="62478" y="10341"/>
                  <a:pt x="62351" y="10305"/>
                </a:cubicBezTo>
                <a:cubicBezTo>
                  <a:pt x="62315" y="10269"/>
                  <a:pt x="62279" y="10251"/>
                  <a:pt x="62224" y="10232"/>
                </a:cubicBezTo>
                <a:cubicBezTo>
                  <a:pt x="62170" y="10214"/>
                  <a:pt x="62116" y="10178"/>
                  <a:pt x="62079" y="10142"/>
                </a:cubicBezTo>
                <a:cubicBezTo>
                  <a:pt x="61989" y="10051"/>
                  <a:pt x="61898" y="9979"/>
                  <a:pt x="61808" y="9925"/>
                </a:cubicBezTo>
                <a:cubicBezTo>
                  <a:pt x="61609" y="9762"/>
                  <a:pt x="61391" y="9635"/>
                  <a:pt x="61174" y="9490"/>
                </a:cubicBezTo>
                <a:cubicBezTo>
                  <a:pt x="61120" y="9472"/>
                  <a:pt x="61083" y="9436"/>
                  <a:pt x="61029" y="9399"/>
                </a:cubicBezTo>
                <a:cubicBezTo>
                  <a:pt x="60975" y="9381"/>
                  <a:pt x="60920" y="9363"/>
                  <a:pt x="60866" y="9345"/>
                </a:cubicBezTo>
                <a:cubicBezTo>
                  <a:pt x="60830" y="9309"/>
                  <a:pt x="60776" y="9291"/>
                  <a:pt x="60739" y="9255"/>
                </a:cubicBezTo>
                <a:cubicBezTo>
                  <a:pt x="60685" y="9218"/>
                  <a:pt x="60631" y="9200"/>
                  <a:pt x="60576" y="9164"/>
                </a:cubicBezTo>
                <a:cubicBezTo>
                  <a:pt x="60468" y="9110"/>
                  <a:pt x="60377" y="9037"/>
                  <a:pt x="60268" y="8983"/>
                </a:cubicBezTo>
                <a:cubicBezTo>
                  <a:pt x="60160" y="8910"/>
                  <a:pt x="60051" y="8874"/>
                  <a:pt x="59942" y="8820"/>
                </a:cubicBezTo>
                <a:cubicBezTo>
                  <a:pt x="59888" y="8784"/>
                  <a:pt x="59852" y="8766"/>
                  <a:pt x="59798" y="8729"/>
                </a:cubicBezTo>
                <a:cubicBezTo>
                  <a:pt x="59743" y="8711"/>
                  <a:pt x="59689" y="8675"/>
                  <a:pt x="59635" y="8639"/>
                </a:cubicBezTo>
                <a:cubicBezTo>
                  <a:pt x="59526" y="8585"/>
                  <a:pt x="59399" y="8530"/>
                  <a:pt x="59291" y="8476"/>
                </a:cubicBezTo>
                <a:cubicBezTo>
                  <a:pt x="59182" y="8422"/>
                  <a:pt x="59091" y="8349"/>
                  <a:pt x="58965" y="8313"/>
                </a:cubicBezTo>
                <a:cubicBezTo>
                  <a:pt x="58874" y="8259"/>
                  <a:pt x="58765" y="8204"/>
                  <a:pt x="58657" y="8150"/>
                </a:cubicBezTo>
                <a:cubicBezTo>
                  <a:pt x="58566" y="8096"/>
                  <a:pt x="58476" y="8023"/>
                  <a:pt x="58403" y="7933"/>
                </a:cubicBezTo>
                <a:cubicBezTo>
                  <a:pt x="58367" y="7896"/>
                  <a:pt x="58349" y="7842"/>
                  <a:pt x="58313" y="7806"/>
                </a:cubicBezTo>
                <a:cubicBezTo>
                  <a:pt x="58276" y="7770"/>
                  <a:pt x="58240" y="7715"/>
                  <a:pt x="58204" y="7679"/>
                </a:cubicBezTo>
                <a:cubicBezTo>
                  <a:pt x="58168" y="7643"/>
                  <a:pt x="58132" y="7607"/>
                  <a:pt x="58095" y="7570"/>
                </a:cubicBezTo>
                <a:cubicBezTo>
                  <a:pt x="58041" y="7534"/>
                  <a:pt x="58005" y="7498"/>
                  <a:pt x="57969" y="7480"/>
                </a:cubicBezTo>
                <a:cubicBezTo>
                  <a:pt x="57878" y="7371"/>
                  <a:pt x="57787" y="7299"/>
                  <a:pt x="57697" y="7190"/>
                </a:cubicBezTo>
                <a:cubicBezTo>
                  <a:pt x="57624" y="7100"/>
                  <a:pt x="57552" y="7009"/>
                  <a:pt x="57480" y="6918"/>
                </a:cubicBezTo>
                <a:cubicBezTo>
                  <a:pt x="57443" y="6828"/>
                  <a:pt x="57371" y="6737"/>
                  <a:pt x="57299" y="6683"/>
                </a:cubicBezTo>
                <a:cubicBezTo>
                  <a:pt x="57262" y="6647"/>
                  <a:pt x="57208" y="6629"/>
                  <a:pt x="57172" y="6592"/>
                </a:cubicBezTo>
                <a:cubicBezTo>
                  <a:pt x="57117" y="6574"/>
                  <a:pt x="57063" y="6574"/>
                  <a:pt x="57027" y="6574"/>
                </a:cubicBezTo>
                <a:cubicBezTo>
                  <a:pt x="56900" y="6556"/>
                  <a:pt x="56791" y="6556"/>
                  <a:pt x="56665" y="6592"/>
                </a:cubicBezTo>
                <a:cubicBezTo>
                  <a:pt x="56610" y="6611"/>
                  <a:pt x="56556" y="6611"/>
                  <a:pt x="56502" y="6629"/>
                </a:cubicBezTo>
                <a:cubicBezTo>
                  <a:pt x="56447" y="6629"/>
                  <a:pt x="56375" y="6647"/>
                  <a:pt x="56321" y="6665"/>
                </a:cubicBezTo>
                <a:cubicBezTo>
                  <a:pt x="56212" y="6683"/>
                  <a:pt x="56085" y="6701"/>
                  <a:pt x="55977" y="6701"/>
                </a:cubicBezTo>
                <a:cubicBezTo>
                  <a:pt x="55868" y="6737"/>
                  <a:pt x="55759" y="6774"/>
                  <a:pt x="55669" y="6828"/>
                </a:cubicBezTo>
                <a:cubicBezTo>
                  <a:pt x="55560" y="6882"/>
                  <a:pt x="55469" y="6937"/>
                  <a:pt x="55379" y="7009"/>
                </a:cubicBezTo>
                <a:lnTo>
                  <a:pt x="55325" y="7063"/>
                </a:lnTo>
                <a:cubicBezTo>
                  <a:pt x="55306" y="7081"/>
                  <a:pt x="55288" y="7100"/>
                  <a:pt x="55252" y="7100"/>
                </a:cubicBezTo>
                <a:cubicBezTo>
                  <a:pt x="55198" y="7136"/>
                  <a:pt x="55143" y="7172"/>
                  <a:pt x="55089" y="7208"/>
                </a:cubicBezTo>
                <a:cubicBezTo>
                  <a:pt x="54999" y="7281"/>
                  <a:pt x="54890" y="7335"/>
                  <a:pt x="54781" y="7407"/>
                </a:cubicBezTo>
                <a:cubicBezTo>
                  <a:pt x="54673" y="7444"/>
                  <a:pt x="54600" y="7534"/>
                  <a:pt x="54492" y="7589"/>
                </a:cubicBezTo>
                <a:cubicBezTo>
                  <a:pt x="54437" y="7607"/>
                  <a:pt x="54383" y="7643"/>
                  <a:pt x="54347" y="7661"/>
                </a:cubicBezTo>
                <a:cubicBezTo>
                  <a:pt x="54292" y="7697"/>
                  <a:pt x="54238" y="7715"/>
                  <a:pt x="54184" y="7733"/>
                </a:cubicBezTo>
                <a:cubicBezTo>
                  <a:pt x="54129" y="7751"/>
                  <a:pt x="54093" y="7788"/>
                  <a:pt x="54039" y="7806"/>
                </a:cubicBezTo>
                <a:cubicBezTo>
                  <a:pt x="53984" y="7824"/>
                  <a:pt x="53930" y="7824"/>
                  <a:pt x="53876" y="7842"/>
                </a:cubicBezTo>
                <a:cubicBezTo>
                  <a:pt x="53767" y="7878"/>
                  <a:pt x="53658" y="7914"/>
                  <a:pt x="53550" y="7933"/>
                </a:cubicBezTo>
                <a:cubicBezTo>
                  <a:pt x="53423" y="7933"/>
                  <a:pt x="53314" y="7933"/>
                  <a:pt x="53188" y="7951"/>
                </a:cubicBezTo>
                <a:cubicBezTo>
                  <a:pt x="53061" y="7951"/>
                  <a:pt x="52934" y="7951"/>
                  <a:pt x="52825" y="7951"/>
                </a:cubicBezTo>
                <a:cubicBezTo>
                  <a:pt x="52699" y="7933"/>
                  <a:pt x="52572" y="7914"/>
                  <a:pt x="52445" y="7878"/>
                </a:cubicBezTo>
                <a:cubicBezTo>
                  <a:pt x="52318" y="7842"/>
                  <a:pt x="52210" y="7824"/>
                  <a:pt x="52083" y="7806"/>
                </a:cubicBezTo>
                <a:cubicBezTo>
                  <a:pt x="51956" y="7788"/>
                  <a:pt x="51829" y="7806"/>
                  <a:pt x="51703" y="7770"/>
                </a:cubicBezTo>
                <a:cubicBezTo>
                  <a:pt x="51558" y="7751"/>
                  <a:pt x="51449" y="7715"/>
                  <a:pt x="51322" y="7697"/>
                </a:cubicBezTo>
                <a:cubicBezTo>
                  <a:pt x="51214" y="7679"/>
                  <a:pt x="51105" y="7697"/>
                  <a:pt x="51033" y="7607"/>
                </a:cubicBezTo>
                <a:cubicBezTo>
                  <a:pt x="51014" y="7607"/>
                  <a:pt x="51014" y="7607"/>
                  <a:pt x="51014" y="7607"/>
                </a:cubicBezTo>
                <a:cubicBezTo>
                  <a:pt x="50833" y="7462"/>
                  <a:pt x="50652" y="7353"/>
                  <a:pt x="50435" y="7299"/>
                </a:cubicBezTo>
                <a:cubicBezTo>
                  <a:pt x="50363" y="7281"/>
                  <a:pt x="50290" y="7263"/>
                  <a:pt x="50218" y="7244"/>
                </a:cubicBezTo>
                <a:cubicBezTo>
                  <a:pt x="50127" y="7244"/>
                  <a:pt x="50055" y="7244"/>
                  <a:pt x="49982" y="7299"/>
                </a:cubicBezTo>
                <a:cubicBezTo>
                  <a:pt x="49910" y="7335"/>
                  <a:pt x="49819" y="7353"/>
                  <a:pt x="49747" y="7371"/>
                </a:cubicBezTo>
                <a:cubicBezTo>
                  <a:pt x="49674" y="7389"/>
                  <a:pt x="49584" y="7426"/>
                  <a:pt x="49530" y="7389"/>
                </a:cubicBezTo>
                <a:cubicBezTo>
                  <a:pt x="49493" y="7353"/>
                  <a:pt x="49457" y="7299"/>
                  <a:pt x="49439" y="7244"/>
                </a:cubicBezTo>
                <a:cubicBezTo>
                  <a:pt x="49421" y="7208"/>
                  <a:pt x="49403" y="7190"/>
                  <a:pt x="49385" y="7154"/>
                </a:cubicBezTo>
                <a:cubicBezTo>
                  <a:pt x="49348" y="7118"/>
                  <a:pt x="49330" y="7081"/>
                  <a:pt x="49330" y="7045"/>
                </a:cubicBezTo>
                <a:cubicBezTo>
                  <a:pt x="49294" y="6955"/>
                  <a:pt x="49258" y="6882"/>
                  <a:pt x="49222" y="6792"/>
                </a:cubicBezTo>
                <a:cubicBezTo>
                  <a:pt x="49185" y="6629"/>
                  <a:pt x="49095" y="6484"/>
                  <a:pt x="49004" y="6339"/>
                </a:cubicBezTo>
                <a:cubicBezTo>
                  <a:pt x="48950" y="6285"/>
                  <a:pt x="48896" y="6248"/>
                  <a:pt x="48841" y="6194"/>
                </a:cubicBezTo>
                <a:cubicBezTo>
                  <a:pt x="48805" y="6176"/>
                  <a:pt x="48787" y="6158"/>
                  <a:pt x="48751" y="6140"/>
                </a:cubicBezTo>
                <a:cubicBezTo>
                  <a:pt x="48715" y="6104"/>
                  <a:pt x="48678" y="6085"/>
                  <a:pt x="48642" y="6085"/>
                </a:cubicBezTo>
                <a:lnTo>
                  <a:pt x="48407" y="6013"/>
                </a:lnTo>
                <a:cubicBezTo>
                  <a:pt x="48334" y="5995"/>
                  <a:pt x="48244" y="5959"/>
                  <a:pt x="48171" y="5922"/>
                </a:cubicBezTo>
                <a:cubicBezTo>
                  <a:pt x="48135" y="5922"/>
                  <a:pt x="48099" y="5904"/>
                  <a:pt x="48081" y="5868"/>
                </a:cubicBezTo>
                <a:cubicBezTo>
                  <a:pt x="48045" y="5850"/>
                  <a:pt x="48026" y="5814"/>
                  <a:pt x="47990" y="5796"/>
                </a:cubicBezTo>
                <a:cubicBezTo>
                  <a:pt x="47936" y="5741"/>
                  <a:pt x="47900" y="5669"/>
                  <a:pt x="47845" y="5596"/>
                </a:cubicBezTo>
                <a:cubicBezTo>
                  <a:pt x="47791" y="5542"/>
                  <a:pt x="47737" y="5470"/>
                  <a:pt x="47682" y="5397"/>
                </a:cubicBezTo>
                <a:cubicBezTo>
                  <a:pt x="47628" y="5343"/>
                  <a:pt x="47556" y="5289"/>
                  <a:pt x="47501" y="5252"/>
                </a:cubicBezTo>
                <a:cubicBezTo>
                  <a:pt x="47429" y="5198"/>
                  <a:pt x="47374" y="5162"/>
                  <a:pt x="47302" y="5126"/>
                </a:cubicBezTo>
                <a:cubicBezTo>
                  <a:pt x="47230" y="5089"/>
                  <a:pt x="47157" y="5089"/>
                  <a:pt x="47085" y="5089"/>
                </a:cubicBezTo>
                <a:cubicBezTo>
                  <a:pt x="47012" y="5089"/>
                  <a:pt x="46940" y="5107"/>
                  <a:pt x="46867" y="5107"/>
                </a:cubicBezTo>
                <a:cubicBezTo>
                  <a:pt x="46777" y="5126"/>
                  <a:pt x="46704" y="5162"/>
                  <a:pt x="46632" y="5180"/>
                </a:cubicBezTo>
                <a:cubicBezTo>
                  <a:pt x="46596" y="5180"/>
                  <a:pt x="46560" y="5198"/>
                  <a:pt x="46523" y="5198"/>
                </a:cubicBezTo>
                <a:cubicBezTo>
                  <a:pt x="46469" y="5216"/>
                  <a:pt x="46433" y="5234"/>
                  <a:pt x="46397" y="5234"/>
                </a:cubicBezTo>
                <a:cubicBezTo>
                  <a:pt x="46324" y="5252"/>
                  <a:pt x="46234" y="5270"/>
                  <a:pt x="46161" y="5270"/>
                </a:cubicBezTo>
                <a:cubicBezTo>
                  <a:pt x="46089" y="5270"/>
                  <a:pt x="45998" y="5289"/>
                  <a:pt x="45926" y="5307"/>
                </a:cubicBezTo>
                <a:cubicBezTo>
                  <a:pt x="45853" y="5343"/>
                  <a:pt x="45799" y="5379"/>
                  <a:pt x="45745" y="5433"/>
                </a:cubicBezTo>
                <a:cubicBezTo>
                  <a:pt x="45654" y="5560"/>
                  <a:pt x="45600" y="5705"/>
                  <a:pt x="45582" y="5850"/>
                </a:cubicBezTo>
                <a:cubicBezTo>
                  <a:pt x="45545" y="5941"/>
                  <a:pt x="45509" y="6013"/>
                  <a:pt x="45491" y="6104"/>
                </a:cubicBezTo>
                <a:cubicBezTo>
                  <a:pt x="45473" y="6122"/>
                  <a:pt x="45473" y="6140"/>
                  <a:pt x="45455" y="6158"/>
                </a:cubicBezTo>
                <a:cubicBezTo>
                  <a:pt x="45455" y="6176"/>
                  <a:pt x="45455" y="6176"/>
                  <a:pt x="45437" y="6158"/>
                </a:cubicBezTo>
                <a:cubicBezTo>
                  <a:pt x="45419" y="6158"/>
                  <a:pt x="45419" y="6140"/>
                  <a:pt x="45401" y="6122"/>
                </a:cubicBezTo>
                <a:cubicBezTo>
                  <a:pt x="45382" y="6104"/>
                  <a:pt x="45346" y="6085"/>
                  <a:pt x="45328" y="6067"/>
                </a:cubicBezTo>
                <a:cubicBezTo>
                  <a:pt x="45292" y="6049"/>
                  <a:pt x="45256" y="6031"/>
                  <a:pt x="45238" y="5995"/>
                </a:cubicBezTo>
                <a:cubicBezTo>
                  <a:pt x="45183" y="5922"/>
                  <a:pt x="45147" y="5868"/>
                  <a:pt x="45111" y="5796"/>
                </a:cubicBezTo>
                <a:cubicBezTo>
                  <a:pt x="45056" y="5669"/>
                  <a:pt x="44930" y="5524"/>
                  <a:pt x="44785" y="5542"/>
                </a:cubicBezTo>
                <a:cubicBezTo>
                  <a:pt x="44712" y="5542"/>
                  <a:pt x="44676" y="5596"/>
                  <a:pt x="44622" y="5633"/>
                </a:cubicBezTo>
                <a:cubicBezTo>
                  <a:pt x="44568" y="5669"/>
                  <a:pt x="44477" y="5705"/>
                  <a:pt x="44405" y="5741"/>
                </a:cubicBezTo>
                <a:cubicBezTo>
                  <a:pt x="44278" y="5832"/>
                  <a:pt x="44151" y="5959"/>
                  <a:pt x="44042" y="6085"/>
                </a:cubicBezTo>
                <a:cubicBezTo>
                  <a:pt x="44006" y="6140"/>
                  <a:pt x="43970" y="6176"/>
                  <a:pt x="43934" y="6230"/>
                </a:cubicBezTo>
                <a:cubicBezTo>
                  <a:pt x="43897" y="6230"/>
                  <a:pt x="43879" y="6212"/>
                  <a:pt x="43843" y="6212"/>
                </a:cubicBezTo>
                <a:cubicBezTo>
                  <a:pt x="43807" y="6212"/>
                  <a:pt x="43753" y="6194"/>
                  <a:pt x="43716" y="6194"/>
                </a:cubicBezTo>
                <a:cubicBezTo>
                  <a:pt x="43680" y="6176"/>
                  <a:pt x="43644" y="6158"/>
                  <a:pt x="43626" y="6122"/>
                </a:cubicBezTo>
                <a:cubicBezTo>
                  <a:pt x="43571" y="6104"/>
                  <a:pt x="43535" y="6085"/>
                  <a:pt x="43499" y="6067"/>
                </a:cubicBezTo>
                <a:cubicBezTo>
                  <a:pt x="43427" y="6013"/>
                  <a:pt x="43354" y="5977"/>
                  <a:pt x="43282" y="5922"/>
                </a:cubicBezTo>
                <a:cubicBezTo>
                  <a:pt x="43209" y="5886"/>
                  <a:pt x="43119" y="5832"/>
                  <a:pt x="43028" y="5796"/>
                </a:cubicBezTo>
                <a:cubicBezTo>
                  <a:pt x="42956" y="5759"/>
                  <a:pt x="42883" y="5723"/>
                  <a:pt x="42811" y="5669"/>
                </a:cubicBezTo>
                <a:cubicBezTo>
                  <a:pt x="42775" y="5633"/>
                  <a:pt x="42738" y="5615"/>
                  <a:pt x="42702" y="5596"/>
                </a:cubicBezTo>
                <a:cubicBezTo>
                  <a:pt x="42666" y="5578"/>
                  <a:pt x="42630" y="5542"/>
                  <a:pt x="42594" y="5524"/>
                </a:cubicBezTo>
                <a:cubicBezTo>
                  <a:pt x="42557" y="5506"/>
                  <a:pt x="42467" y="5433"/>
                  <a:pt x="42394" y="5379"/>
                </a:cubicBezTo>
                <a:cubicBezTo>
                  <a:pt x="42340" y="5343"/>
                  <a:pt x="42249" y="5307"/>
                  <a:pt x="42177" y="5252"/>
                </a:cubicBezTo>
                <a:cubicBezTo>
                  <a:pt x="42105" y="5216"/>
                  <a:pt x="42050" y="5162"/>
                  <a:pt x="41996" y="5107"/>
                </a:cubicBezTo>
                <a:cubicBezTo>
                  <a:pt x="41978" y="5089"/>
                  <a:pt x="41960" y="5053"/>
                  <a:pt x="41924" y="5035"/>
                </a:cubicBezTo>
                <a:lnTo>
                  <a:pt x="41924" y="5035"/>
                </a:lnTo>
                <a:cubicBezTo>
                  <a:pt x="41887" y="4981"/>
                  <a:pt x="41833" y="4945"/>
                  <a:pt x="41761" y="4926"/>
                </a:cubicBezTo>
                <a:cubicBezTo>
                  <a:pt x="41670" y="4926"/>
                  <a:pt x="41598" y="4926"/>
                  <a:pt x="41507" y="4908"/>
                </a:cubicBezTo>
                <a:cubicBezTo>
                  <a:pt x="41416" y="4872"/>
                  <a:pt x="41344" y="4854"/>
                  <a:pt x="41253" y="4836"/>
                </a:cubicBezTo>
                <a:cubicBezTo>
                  <a:pt x="41217" y="4836"/>
                  <a:pt x="41181" y="4836"/>
                  <a:pt x="41163" y="4818"/>
                </a:cubicBezTo>
                <a:cubicBezTo>
                  <a:pt x="41127" y="4800"/>
                  <a:pt x="41090" y="4782"/>
                  <a:pt x="41054" y="4763"/>
                </a:cubicBezTo>
                <a:cubicBezTo>
                  <a:pt x="40982" y="4727"/>
                  <a:pt x="40909" y="4673"/>
                  <a:pt x="40855" y="4619"/>
                </a:cubicBezTo>
                <a:cubicBezTo>
                  <a:pt x="40783" y="4564"/>
                  <a:pt x="40728" y="4510"/>
                  <a:pt x="40656" y="4474"/>
                </a:cubicBezTo>
                <a:cubicBezTo>
                  <a:pt x="40583" y="4419"/>
                  <a:pt x="40511" y="4383"/>
                  <a:pt x="40439" y="4365"/>
                </a:cubicBezTo>
                <a:cubicBezTo>
                  <a:pt x="40366" y="4347"/>
                  <a:pt x="40276" y="4365"/>
                  <a:pt x="40203" y="4347"/>
                </a:cubicBezTo>
                <a:cubicBezTo>
                  <a:pt x="40167" y="4347"/>
                  <a:pt x="40131" y="4329"/>
                  <a:pt x="40094" y="4311"/>
                </a:cubicBezTo>
                <a:cubicBezTo>
                  <a:pt x="40076" y="4293"/>
                  <a:pt x="40040" y="4274"/>
                  <a:pt x="40022" y="4256"/>
                </a:cubicBezTo>
                <a:cubicBezTo>
                  <a:pt x="39950" y="4220"/>
                  <a:pt x="39877" y="4202"/>
                  <a:pt x="39787" y="4202"/>
                </a:cubicBezTo>
                <a:cubicBezTo>
                  <a:pt x="39696" y="4202"/>
                  <a:pt x="39624" y="4202"/>
                  <a:pt x="39533" y="4220"/>
                </a:cubicBezTo>
                <a:cubicBezTo>
                  <a:pt x="39461" y="4238"/>
                  <a:pt x="39370" y="4256"/>
                  <a:pt x="39298" y="4274"/>
                </a:cubicBezTo>
                <a:cubicBezTo>
                  <a:pt x="39207" y="4293"/>
                  <a:pt x="39117" y="4274"/>
                  <a:pt x="39044" y="4256"/>
                </a:cubicBezTo>
                <a:cubicBezTo>
                  <a:pt x="38954" y="4220"/>
                  <a:pt x="38863" y="4202"/>
                  <a:pt x="38791" y="4202"/>
                </a:cubicBezTo>
                <a:cubicBezTo>
                  <a:pt x="38700" y="4202"/>
                  <a:pt x="38628" y="4148"/>
                  <a:pt x="38537" y="4130"/>
                </a:cubicBezTo>
                <a:cubicBezTo>
                  <a:pt x="38465" y="4130"/>
                  <a:pt x="38374" y="4130"/>
                  <a:pt x="38284" y="4130"/>
                </a:cubicBezTo>
                <a:cubicBezTo>
                  <a:pt x="38247" y="4130"/>
                  <a:pt x="38211" y="4148"/>
                  <a:pt x="38175" y="4148"/>
                </a:cubicBezTo>
                <a:cubicBezTo>
                  <a:pt x="38121" y="4148"/>
                  <a:pt x="38084" y="4166"/>
                  <a:pt x="38048" y="4166"/>
                </a:cubicBezTo>
                <a:cubicBezTo>
                  <a:pt x="37976" y="4184"/>
                  <a:pt x="37921" y="4220"/>
                  <a:pt x="37885" y="4274"/>
                </a:cubicBezTo>
                <a:cubicBezTo>
                  <a:pt x="37813" y="4329"/>
                  <a:pt x="37740" y="4365"/>
                  <a:pt x="37686" y="4419"/>
                </a:cubicBezTo>
                <a:cubicBezTo>
                  <a:pt x="37650" y="4437"/>
                  <a:pt x="37613" y="4456"/>
                  <a:pt x="37577" y="4474"/>
                </a:cubicBezTo>
                <a:cubicBezTo>
                  <a:pt x="37541" y="4492"/>
                  <a:pt x="37505" y="4510"/>
                  <a:pt x="37469" y="4528"/>
                </a:cubicBezTo>
                <a:cubicBezTo>
                  <a:pt x="37450" y="4546"/>
                  <a:pt x="37414" y="4564"/>
                  <a:pt x="37378" y="4582"/>
                </a:cubicBezTo>
                <a:cubicBezTo>
                  <a:pt x="37342" y="4582"/>
                  <a:pt x="37306" y="4619"/>
                  <a:pt x="37269" y="4637"/>
                </a:cubicBezTo>
                <a:cubicBezTo>
                  <a:pt x="37197" y="4673"/>
                  <a:pt x="37125" y="4709"/>
                  <a:pt x="37052" y="4745"/>
                </a:cubicBezTo>
                <a:cubicBezTo>
                  <a:pt x="36980" y="4800"/>
                  <a:pt x="36889" y="4836"/>
                  <a:pt x="36817" y="4872"/>
                </a:cubicBezTo>
                <a:cubicBezTo>
                  <a:pt x="36744" y="4908"/>
                  <a:pt x="36654" y="4945"/>
                  <a:pt x="36581" y="4981"/>
                </a:cubicBezTo>
                <a:cubicBezTo>
                  <a:pt x="36491" y="5017"/>
                  <a:pt x="36436" y="5071"/>
                  <a:pt x="36364" y="5107"/>
                </a:cubicBezTo>
                <a:lnTo>
                  <a:pt x="36147" y="5234"/>
                </a:lnTo>
                <a:cubicBezTo>
                  <a:pt x="36002" y="5307"/>
                  <a:pt x="35839" y="5343"/>
                  <a:pt x="35676" y="5415"/>
                </a:cubicBezTo>
                <a:cubicBezTo>
                  <a:pt x="35603" y="5433"/>
                  <a:pt x="35513" y="5488"/>
                  <a:pt x="35458" y="5524"/>
                </a:cubicBezTo>
                <a:cubicBezTo>
                  <a:pt x="35386" y="5578"/>
                  <a:pt x="35314" y="5633"/>
                  <a:pt x="35241" y="5687"/>
                </a:cubicBezTo>
                <a:cubicBezTo>
                  <a:pt x="35096" y="5796"/>
                  <a:pt x="34933" y="5850"/>
                  <a:pt x="34788" y="5941"/>
                </a:cubicBezTo>
                <a:cubicBezTo>
                  <a:pt x="34716" y="5995"/>
                  <a:pt x="34643" y="6049"/>
                  <a:pt x="34571" y="6104"/>
                </a:cubicBezTo>
                <a:cubicBezTo>
                  <a:pt x="34517" y="6158"/>
                  <a:pt x="34444" y="6176"/>
                  <a:pt x="34372" y="6194"/>
                </a:cubicBezTo>
                <a:cubicBezTo>
                  <a:pt x="34281" y="6194"/>
                  <a:pt x="34209" y="6176"/>
                  <a:pt x="34118" y="6140"/>
                </a:cubicBezTo>
                <a:cubicBezTo>
                  <a:pt x="34046" y="6122"/>
                  <a:pt x="33955" y="6104"/>
                  <a:pt x="33865" y="6085"/>
                </a:cubicBezTo>
                <a:cubicBezTo>
                  <a:pt x="33774" y="6049"/>
                  <a:pt x="33684" y="6049"/>
                  <a:pt x="33611" y="6049"/>
                </a:cubicBezTo>
                <a:lnTo>
                  <a:pt x="33340" y="6049"/>
                </a:lnTo>
                <a:cubicBezTo>
                  <a:pt x="33249" y="6067"/>
                  <a:pt x="33159" y="6067"/>
                  <a:pt x="33086" y="6104"/>
                </a:cubicBezTo>
                <a:cubicBezTo>
                  <a:pt x="33050" y="6104"/>
                  <a:pt x="33014" y="6122"/>
                  <a:pt x="32977" y="6140"/>
                </a:cubicBezTo>
                <a:cubicBezTo>
                  <a:pt x="32959" y="6158"/>
                  <a:pt x="32923" y="6158"/>
                  <a:pt x="32887" y="6176"/>
                </a:cubicBezTo>
                <a:cubicBezTo>
                  <a:pt x="32814" y="6194"/>
                  <a:pt x="32742" y="6212"/>
                  <a:pt x="32670" y="6212"/>
                </a:cubicBezTo>
                <a:lnTo>
                  <a:pt x="32670" y="6212"/>
                </a:lnTo>
                <a:cubicBezTo>
                  <a:pt x="32670" y="6194"/>
                  <a:pt x="32633" y="6194"/>
                  <a:pt x="32633" y="6212"/>
                </a:cubicBezTo>
                <a:lnTo>
                  <a:pt x="32597" y="6194"/>
                </a:lnTo>
                <a:cubicBezTo>
                  <a:pt x="32543" y="6176"/>
                  <a:pt x="32507" y="6140"/>
                  <a:pt x="32470" y="6122"/>
                </a:cubicBezTo>
                <a:cubicBezTo>
                  <a:pt x="32380" y="6067"/>
                  <a:pt x="32289" y="6031"/>
                  <a:pt x="32199" y="5977"/>
                </a:cubicBezTo>
                <a:cubicBezTo>
                  <a:pt x="32144" y="5959"/>
                  <a:pt x="32108" y="5941"/>
                  <a:pt x="32054" y="5922"/>
                </a:cubicBezTo>
                <a:cubicBezTo>
                  <a:pt x="32018" y="5904"/>
                  <a:pt x="31981" y="5868"/>
                  <a:pt x="31945" y="5850"/>
                </a:cubicBezTo>
                <a:cubicBezTo>
                  <a:pt x="31909" y="5832"/>
                  <a:pt x="31855" y="5814"/>
                  <a:pt x="31837" y="5796"/>
                </a:cubicBezTo>
                <a:cubicBezTo>
                  <a:pt x="31782" y="5759"/>
                  <a:pt x="31764" y="5723"/>
                  <a:pt x="31728" y="5687"/>
                </a:cubicBezTo>
                <a:cubicBezTo>
                  <a:pt x="31692" y="5651"/>
                  <a:pt x="31655" y="5615"/>
                  <a:pt x="31601" y="5578"/>
                </a:cubicBezTo>
                <a:lnTo>
                  <a:pt x="31511" y="5488"/>
                </a:lnTo>
                <a:cubicBezTo>
                  <a:pt x="31474" y="5452"/>
                  <a:pt x="31438" y="5433"/>
                  <a:pt x="31402" y="5397"/>
                </a:cubicBezTo>
                <a:cubicBezTo>
                  <a:pt x="31366" y="5361"/>
                  <a:pt x="31329" y="5325"/>
                  <a:pt x="31293" y="5289"/>
                </a:cubicBezTo>
                <a:cubicBezTo>
                  <a:pt x="31203" y="5216"/>
                  <a:pt x="31130" y="5162"/>
                  <a:pt x="31040" y="5107"/>
                </a:cubicBezTo>
                <a:cubicBezTo>
                  <a:pt x="30949" y="5053"/>
                  <a:pt x="30859" y="4981"/>
                  <a:pt x="30786" y="4926"/>
                </a:cubicBezTo>
                <a:cubicBezTo>
                  <a:pt x="30696" y="4872"/>
                  <a:pt x="30605" y="4836"/>
                  <a:pt x="30515" y="4800"/>
                </a:cubicBezTo>
                <a:cubicBezTo>
                  <a:pt x="30424" y="4763"/>
                  <a:pt x="30352" y="4709"/>
                  <a:pt x="30279" y="4655"/>
                </a:cubicBezTo>
                <a:cubicBezTo>
                  <a:pt x="30243" y="4619"/>
                  <a:pt x="30225" y="4600"/>
                  <a:pt x="30189" y="4564"/>
                </a:cubicBezTo>
                <a:cubicBezTo>
                  <a:pt x="30152" y="4528"/>
                  <a:pt x="30098" y="4510"/>
                  <a:pt x="30062" y="4492"/>
                </a:cubicBezTo>
                <a:cubicBezTo>
                  <a:pt x="29989" y="4437"/>
                  <a:pt x="29917" y="4383"/>
                  <a:pt x="29844" y="4329"/>
                </a:cubicBezTo>
                <a:cubicBezTo>
                  <a:pt x="29808" y="4293"/>
                  <a:pt x="29754" y="4274"/>
                  <a:pt x="29718" y="4256"/>
                </a:cubicBezTo>
                <a:cubicBezTo>
                  <a:pt x="29681" y="4238"/>
                  <a:pt x="29627" y="4220"/>
                  <a:pt x="29591" y="4220"/>
                </a:cubicBezTo>
                <a:cubicBezTo>
                  <a:pt x="29555" y="4220"/>
                  <a:pt x="29500" y="4184"/>
                  <a:pt x="29464" y="4184"/>
                </a:cubicBezTo>
                <a:lnTo>
                  <a:pt x="29319" y="4166"/>
                </a:lnTo>
                <a:cubicBezTo>
                  <a:pt x="29265" y="4166"/>
                  <a:pt x="29229" y="4166"/>
                  <a:pt x="29174" y="4184"/>
                </a:cubicBezTo>
                <a:cubicBezTo>
                  <a:pt x="29120" y="4184"/>
                  <a:pt x="29066" y="4184"/>
                  <a:pt x="29011" y="4202"/>
                </a:cubicBezTo>
                <a:lnTo>
                  <a:pt x="28885" y="4202"/>
                </a:lnTo>
                <a:cubicBezTo>
                  <a:pt x="28848" y="4166"/>
                  <a:pt x="28812" y="4130"/>
                  <a:pt x="28794" y="4093"/>
                </a:cubicBezTo>
                <a:cubicBezTo>
                  <a:pt x="28740" y="4057"/>
                  <a:pt x="28704" y="4021"/>
                  <a:pt x="28649" y="3985"/>
                </a:cubicBezTo>
                <a:cubicBezTo>
                  <a:pt x="28613" y="3930"/>
                  <a:pt x="28559" y="3894"/>
                  <a:pt x="28541" y="3840"/>
                </a:cubicBezTo>
                <a:cubicBezTo>
                  <a:pt x="28468" y="3731"/>
                  <a:pt x="28378" y="3641"/>
                  <a:pt x="28305" y="3532"/>
                </a:cubicBezTo>
                <a:cubicBezTo>
                  <a:pt x="28287" y="3478"/>
                  <a:pt x="28233" y="3441"/>
                  <a:pt x="28197" y="3405"/>
                </a:cubicBezTo>
                <a:cubicBezTo>
                  <a:pt x="28160" y="3405"/>
                  <a:pt x="28142" y="3387"/>
                  <a:pt x="28124" y="3369"/>
                </a:cubicBezTo>
                <a:cubicBezTo>
                  <a:pt x="28106" y="3351"/>
                  <a:pt x="28088" y="3333"/>
                  <a:pt x="28052" y="3333"/>
                </a:cubicBezTo>
                <a:cubicBezTo>
                  <a:pt x="28034" y="3333"/>
                  <a:pt x="27997" y="3333"/>
                  <a:pt x="27979" y="3351"/>
                </a:cubicBezTo>
                <a:cubicBezTo>
                  <a:pt x="27943" y="3351"/>
                  <a:pt x="27907" y="3351"/>
                  <a:pt x="27889" y="3351"/>
                </a:cubicBezTo>
                <a:cubicBezTo>
                  <a:pt x="27816" y="3333"/>
                  <a:pt x="27762" y="3351"/>
                  <a:pt x="27708" y="3369"/>
                </a:cubicBezTo>
                <a:cubicBezTo>
                  <a:pt x="27653" y="3405"/>
                  <a:pt x="27599" y="3423"/>
                  <a:pt x="27563" y="3460"/>
                </a:cubicBezTo>
                <a:cubicBezTo>
                  <a:pt x="27508" y="3478"/>
                  <a:pt x="27436" y="3514"/>
                  <a:pt x="27382" y="3532"/>
                </a:cubicBezTo>
                <a:cubicBezTo>
                  <a:pt x="27327" y="3568"/>
                  <a:pt x="27273" y="3586"/>
                  <a:pt x="27219" y="3623"/>
                </a:cubicBezTo>
                <a:cubicBezTo>
                  <a:pt x="27182" y="3677"/>
                  <a:pt x="27128" y="3695"/>
                  <a:pt x="27074" y="3731"/>
                </a:cubicBezTo>
                <a:cubicBezTo>
                  <a:pt x="26965" y="3786"/>
                  <a:pt x="26856" y="3876"/>
                  <a:pt x="26766" y="3967"/>
                </a:cubicBezTo>
                <a:cubicBezTo>
                  <a:pt x="26730" y="4003"/>
                  <a:pt x="26675" y="4057"/>
                  <a:pt x="26639" y="4111"/>
                </a:cubicBezTo>
                <a:cubicBezTo>
                  <a:pt x="26603" y="4148"/>
                  <a:pt x="26567" y="4184"/>
                  <a:pt x="26512" y="4220"/>
                </a:cubicBezTo>
                <a:lnTo>
                  <a:pt x="26440" y="4256"/>
                </a:lnTo>
                <a:cubicBezTo>
                  <a:pt x="26422" y="4274"/>
                  <a:pt x="26386" y="4293"/>
                  <a:pt x="26367" y="4311"/>
                </a:cubicBezTo>
                <a:cubicBezTo>
                  <a:pt x="26313" y="4347"/>
                  <a:pt x="26259" y="4383"/>
                  <a:pt x="26204" y="4401"/>
                </a:cubicBezTo>
                <a:cubicBezTo>
                  <a:pt x="26168" y="4401"/>
                  <a:pt x="26150" y="4419"/>
                  <a:pt x="26132" y="4419"/>
                </a:cubicBezTo>
                <a:cubicBezTo>
                  <a:pt x="26096" y="4419"/>
                  <a:pt x="26060" y="4437"/>
                  <a:pt x="26023" y="4437"/>
                </a:cubicBezTo>
                <a:cubicBezTo>
                  <a:pt x="25969" y="4456"/>
                  <a:pt x="25915" y="4492"/>
                  <a:pt x="25860" y="4510"/>
                </a:cubicBezTo>
                <a:cubicBezTo>
                  <a:pt x="25788" y="4546"/>
                  <a:pt x="25734" y="4564"/>
                  <a:pt x="25679" y="4582"/>
                </a:cubicBezTo>
                <a:cubicBezTo>
                  <a:pt x="25607" y="4619"/>
                  <a:pt x="25571" y="4655"/>
                  <a:pt x="25516" y="4691"/>
                </a:cubicBezTo>
                <a:cubicBezTo>
                  <a:pt x="25462" y="4727"/>
                  <a:pt x="25408" y="4763"/>
                  <a:pt x="25353" y="4782"/>
                </a:cubicBezTo>
                <a:cubicBezTo>
                  <a:pt x="25299" y="4818"/>
                  <a:pt x="25245" y="4854"/>
                  <a:pt x="25208" y="4890"/>
                </a:cubicBezTo>
                <a:cubicBezTo>
                  <a:pt x="25154" y="4926"/>
                  <a:pt x="25100" y="4963"/>
                  <a:pt x="25045" y="4981"/>
                </a:cubicBezTo>
                <a:lnTo>
                  <a:pt x="24864" y="5071"/>
                </a:lnTo>
                <a:cubicBezTo>
                  <a:pt x="24810" y="5089"/>
                  <a:pt x="24756" y="5126"/>
                  <a:pt x="24701" y="5144"/>
                </a:cubicBezTo>
                <a:cubicBezTo>
                  <a:pt x="24629" y="5162"/>
                  <a:pt x="24557" y="5162"/>
                  <a:pt x="24502" y="5180"/>
                </a:cubicBezTo>
                <a:cubicBezTo>
                  <a:pt x="24430" y="5180"/>
                  <a:pt x="24357" y="5198"/>
                  <a:pt x="24303" y="5198"/>
                </a:cubicBezTo>
                <a:lnTo>
                  <a:pt x="24212" y="5234"/>
                </a:lnTo>
                <a:cubicBezTo>
                  <a:pt x="24176" y="5234"/>
                  <a:pt x="24140" y="5234"/>
                  <a:pt x="24104" y="5234"/>
                </a:cubicBezTo>
                <a:cubicBezTo>
                  <a:pt x="24049" y="5252"/>
                  <a:pt x="23995" y="5270"/>
                  <a:pt x="23941" y="5270"/>
                </a:cubicBezTo>
                <a:lnTo>
                  <a:pt x="23832" y="5270"/>
                </a:lnTo>
                <a:cubicBezTo>
                  <a:pt x="23814" y="5289"/>
                  <a:pt x="23778" y="5289"/>
                  <a:pt x="23742" y="5270"/>
                </a:cubicBezTo>
                <a:cubicBezTo>
                  <a:pt x="23705" y="5270"/>
                  <a:pt x="23669" y="5252"/>
                  <a:pt x="23615" y="5252"/>
                </a:cubicBezTo>
                <a:lnTo>
                  <a:pt x="23615" y="5252"/>
                </a:lnTo>
                <a:lnTo>
                  <a:pt x="23579" y="5252"/>
                </a:lnTo>
                <a:cubicBezTo>
                  <a:pt x="23470" y="5216"/>
                  <a:pt x="23361" y="5180"/>
                  <a:pt x="23271" y="5144"/>
                </a:cubicBezTo>
                <a:cubicBezTo>
                  <a:pt x="23180" y="5089"/>
                  <a:pt x="23090" y="5053"/>
                  <a:pt x="22981" y="5035"/>
                </a:cubicBezTo>
                <a:cubicBezTo>
                  <a:pt x="22872" y="4999"/>
                  <a:pt x="22782" y="4963"/>
                  <a:pt x="22673" y="4926"/>
                </a:cubicBezTo>
                <a:cubicBezTo>
                  <a:pt x="22564" y="4890"/>
                  <a:pt x="22492" y="4818"/>
                  <a:pt x="22383" y="4782"/>
                </a:cubicBezTo>
                <a:cubicBezTo>
                  <a:pt x="22293" y="4745"/>
                  <a:pt x="22184" y="4709"/>
                  <a:pt x="22094" y="4655"/>
                </a:cubicBezTo>
                <a:cubicBezTo>
                  <a:pt x="22003" y="4600"/>
                  <a:pt x="21913" y="4546"/>
                  <a:pt x="21804" y="4492"/>
                </a:cubicBezTo>
                <a:cubicBezTo>
                  <a:pt x="21713" y="4456"/>
                  <a:pt x="21605" y="4419"/>
                  <a:pt x="21514" y="4365"/>
                </a:cubicBezTo>
                <a:cubicBezTo>
                  <a:pt x="21478" y="4347"/>
                  <a:pt x="21442" y="4329"/>
                  <a:pt x="21405" y="4293"/>
                </a:cubicBezTo>
                <a:cubicBezTo>
                  <a:pt x="21369" y="4274"/>
                  <a:pt x="21315" y="4256"/>
                  <a:pt x="21279" y="4220"/>
                </a:cubicBezTo>
                <a:cubicBezTo>
                  <a:pt x="21188" y="4166"/>
                  <a:pt x="21116" y="4111"/>
                  <a:pt x="21025" y="4057"/>
                </a:cubicBezTo>
                <a:cubicBezTo>
                  <a:pt x="20935" y="4003"/>
                  <a:pt x="20844" y="3967"/>
                  <a:pt x="20754" y="3948"/>
                </a:cubicBezTo>
                <a:lnTo>
                  <a:pt x="20428" y="3948"/>
                </a:lnTo>
                <a:cubicBezTo>
                  <a:pt x="20319" y="3948"/>
                  <a:pt x="20228" y="3912"/>
                  <a:pt x="20156" y="3858"/>
                </a:cubicBezTo>
                <a:cubicBezTo>
                  <a:pt x="20120" y="3840"/>
                  <a:pt x="20083" y="3822"/>
                  <a:pt x="20047" y="3804"/>
                </a:cubicBezTo>
                <a:cubicBezTo>
                  <a:pt x="20011" y="3804"/>
                  <a:pt x="19957" y="3804"/>
                  <a:pt x="19902" y="3804"/>
                </a:cubicBezTo>
                <a:cubicBezTo>
                  <a:pt x="19866" y="3804"/>
                  <a:pt x="19812" y="3804"/>
                  <a:pt x="19757" y="3804"/>
                </a:cubicBezTo>
                <a:cubicBezTo>
                  <a:pt x="19703" y="3822"/>
                  <a:pt x="19649" y="3822"/>
                  <a:pt x="19613" y="3840"/>
                </a:cubicBezTo>
                <a:cubicBezTo>
                  <a:pt x="19558" y="3858"/>
                  <a:pt x="19522" y="3876"/>
                  <a:pt x="19486" y="3912"/>
                </a:cubicBezTo>
                <a:cubicBezTo>
                  <a:pt x="19450" y="3948"/>
                  <a:pt x="19432" y="3985"/>
                  <a:pt x="19377" y="4039"/>
                </a:cubicBezTo>
                <a:cubicBezTo>
                  <a:pt x="19341" y="4057"/>
                  <a:pt x="19305" y="4075"/>
                  <a:pt x="19269" y="4093"/>
                </a:cubicBezTo>
                <a:cubicBezTo>
                  <a:pt x="19250" y="4111"/>
                  <a:pt x="19232" y="4130"/>
                  <a:pt x="19214" y="4130"/>
                </a:cubicBezTo>
                <a:cubicBezTo>
                  <a:pt x="19196" y="4148"/>
                  <a:pt x="19160" y="4148"/>
                  <a:pt x="19142" y="4166"/>
                </a:cubicBezTo>
                <a:cubicBezTo>
                  <a:pt x="19106" y="4184"/>
                  <a:pt x="19069" y="4220"/>
                  <a:pt x="19015" y="4238"/>
                </a:cubicBezTo>
                <a:cubicBezTo>
                  <a:pt x="18979" y="4274"/>
                  <a:pt x="18924" y="4274"/>
                  <a:pt x="18888" y="4311"/>
                </a:cubicBezTo>
                <a:cubicBezTo>
                  <a:pt x="18834" y="4329"/>
                  <a:pt x="18798" y="4365"/>
                  <a:pt x="18761" y="4383"/>
                </a:cubicBezTo>
                <a:cubicBezTo>
                  <a:pt x="18707" y="4419"/>
                  <a:pt x="18671" y="4437"/>
                  <a:pt x="18635" y="4456"/>
                </a:cubicBezTo>
                <a:cubicBezTo>
                  <a:pt x="18598" y="4492"/>
                  <a:pt x="18562" y="4528"/>
                  <a:pt x="18508" y="4528"/>
                </a:cubicBezTo>
                <a:cubicBezTo>
                  <a:pt x="18490" y="4528"/>
                  <a:pt x="18472" y="4528"/>
                  <a:pt x="18454" y="4510"/>
                </a:cubicBezTo>
                <a:lnTo>
                  <a:pt x="18345" y="4492"/>
                </a:lnTo>
                <a:cubicBezTo>
                  <a:pt x="18291" y="4492"/>
                  <a:pt x="18236" y="4474"/>
                  <a:pt x="18182" y="4456"/>
                </a:cubicBezTo>
                <a:cubicBezTo>
                  <a:pt x="18146" y="4437"/>
                  <a:pt x="18091" y="4419"/>
                  <a:pt x="18055" y="4383"/>
                </a:cubicBezTo>
                <a:cubicBezTo>
                  <a:pt x="18001" y="4365"/>
                  <a:pt x="17965" y="4347"/>
                  <a:pt x="17928" y="4311"/>
                </a:cubicBezTo>
                <a:cubicBezTo>
                  <a:pt x="17892" y="4274"/>
                  <a:pt x="17856" y="4238"/>
                  <a:pt x="17820" y="4220"/>
                </a:cubicBezTo>
                <a:cubicBezTo>
                  <a:pt x="17784" y="4202"/>
                  <a:pt x="17729" y="4184"/>
                  <a:pt x="17693" y="4166"/>
                </a:cubicBezTo>
                <a:cubicBezTo>
                  <a:pt x="17657" y="4148"/>
                  <a:pt x="17602" y="4111"/>
                  <a:pt x="17566" y="4093"/>
                </a:cubicBezTo>
                <a:cubicBezTo>
                  <a:pt x="17476" y="4057"/>
                  <a:pt x="17385" y="4039"/>
                  <a:pt x="17295" y="4003"/>
                </a:cubicBezTo>
                <a:cubicBezTo>
                  <a:pt x="17186" y="4003"/>
                  <a:pt x="17095" y="3967"/>
                  <a:pt x="17005" y="3930"/>
                </a:cubicBezTo>
                <a:cubicBezTo>
                  <a:pt x="16896" y="3894"/>
                  <a:pt x="16824" y="3822"/>
                  <a:pt x="16769" y="3731"/>
                </a:cubicBezTo>
                <a:cubicBezTo>
                  <a:pt x="16751" y="3695"/>
                  <a:pt x="16715" y="3659"/>
                  <a:pt x="16697" y="3623"/>
                </a:cubicBezTo>
                <a:cubicBezTo>
                  <a:pt x="16661" y="3568"/>
                  <a:pt x="16643" y="3532"/>
                  <a:pt x="16606" y="3478"/>
                </a:cubicBezTo>
                <a:cubicBezTo>
                  <a:pt x="16588" y="3423"/>
                  <a:pt x="16534" y="3315"/>
                  <a:pt x="16462" y="3278"/>
                </a:cubicBezTo>
                <a:cubicBezTo>
                  <a:pt x="16407" y="3242"/>
                  <a:pt x="16335" y="3260"/>
                  <a:pt x="16299" y="3315"/>
                </a:cubicBezTo>
                <a:cubicBezTo>
                  <a:pt x="16244" y="3351"/>
                  <a:pt x="16208" y="3423"/>
                  <a:pt x="16136" y="3387"/>
                </a:cubicBezTo>
                <a:cubicBezTo>
                  <a:pt x="16117" y="3369"/>
                  <a:pt x="16081" y="3333"/>
                  <a:pt x="16045" y="3315"/>
                </a:cubicBezTo>
                <a:lnTo>
                  <a:pt x="15936" y="3224"/>
                </a:lnTo>
                <a:lnTo>
                  <a:pt x="15701" y="3025"/>
                </a:lnTo>
                <a:cubicBezTo>
                  <a:pt x="15647" y="2971"/>
                  <a:pt x="15610" y="2880"/>
                  <a:pt x="15538" y="2826"/>
                </a:cubicBezTo>
                <a:cubicBezTo>
                  <a:pt x="15502" y="2808"/>
                  <a:pt x="15466" y="2771"/>
                  <a:pt x="15429" y="2753"/>
                </a:cubicBezTo>
                <a:cubicBezTo>
                  <a:pt x="15411" y="2717"/>
                  <a:pt x="15375" y="2681"/>
                  <a:pt x="15357" y="2626"/>
                </a:cubicBezTo>
                <a:cubicBezTo>
                  <a:pt x="15321" y="2608"/>
                  <a:pt x="15303" y="2572"/>
                  <a:pt x="15284" y="2536"/>
                </a:cubicBezTo>
                <a:cubicBezTo>
                  <a:pt x="15266" y="2482"/>
                  <a:pt x="15248" y="2445"/>
                  <a:pt x="15230" y="2391"/>
                </a:cubicBezTo>
                <a:cubicBezTo>
                  <a:pt x="15212" y="2355"/>
                  <a:pt x="15194" y="2301"/>
                  <a:pt x="15158" y="2264"/>
                </a:cubicBezTo>
                <a:cubicBezTo>
                  <a:pt x="15140" y="2228"/>
                  <a:pt x="15103" y="2192"/>
                  <a:pt x="15067" y="2156"/>
                </a:cubicBezTo>
                <a:cubicBezTo>
                  <a:pt x="15013" y="2101"/>
                  <a:pt x="14940" y="2047"/>
                  <a:pt x="14868" y="2011"/>
                </a:cubicBezTo>
                <a:cubicBezTo>
                  <a:pt x="14832" y="1993"/>
                  <a:pt x="14795" y="1993"/>
                  <a:pt x="14759" y="1993"/>
                </a:cubicBezTo>
                <a:cubicBezTo>
                  <a:pt x="14705" y="1993"/>
                  <a:pt x="14651" y="1956"/>
                  <a:pt x="14596" y="1956"/>
                </a:cubicBezTo>
                <a:cubicBezTo>
                  <a:pt x="14542" y="1938"/>
                  <a:pt x="14506" y="1938"/>
                  <a:pt x="14451" y="1956"/>
                </a:cubicBezTo>
                <a:lnTo>
                  <a:pt x="14270" y="1956"/>
                </a:lnTo>
                <a:cubicBezTo>
                  <a:pt x="14162" y="1956"/>
                  <a:pt x="14053" y="1975"/>
                  <a:pt x="13962" y="1993"/>
                </a:cubicBezTo>
                <a:cubicBezTo>
                  <a:pt x="13854" y="1993"/>
                  <a:pt x="13727" y="1993"/>
                  <a:pt x="13636" y="1993"/>
                </a:cubicBezTo>
                <a:lnTo>
                  <a:pt x="13618" y="1993"/>
                </a:lnTo>
                <a:lnTo>
                  <a:pt x="13510" y="1884"/>
                </a:lnTo>
                <a:cubicBezTo>
                  <a:pt x="13473" y="1830"/>
                  <a:pt x="13419" y="1793"/>
                  <a:pt x="13365" y="1739"/>
                </a:cubicBezTo>
                <a:cubicBezTo>
                  <a:pt x="13292" y="1703"/>
                  <a:pt x="13238" y="1667"/>
                  <a:pt x="13184" y="1630"/>
                </a:cubicBezTo>
                <a:cubicBezTo>
                  <a:pt x="13129" y="1576"/>
                  <a:pt x="13075" y="1540"/>
                  <a:pt x="13021" y="1486"/>
                </a:cubicBezTo>
                <a:cubicBezTo>
                  <a:pt x="12966" y="1431"/>
                  <a:pt x="12930" y="1395"/>
                  <a:pt x="12876" y="1359"/>
                </a:cubicBezTo>
                <a:cubicBezTo>
                  <a:pt x="12822" y="1323"/>
                  <a:pt x="12767" y="1286"/>
                  <a:pt x="12731" y="1250"/>
                </a:cubicBezTo>
                <a:cubicBezTo>
                  <a:pt x="12695" y="1196"/>
                  <a:pt x="12659" y="1142"/>
                  <a:pt x="12622" y="1087"/>
                </a:cubicBezTo>
                <a:cubicBezTo>
                  <a:pt x="12586" y="1033"/>
                  <a:pt x="12532" y="997"/>
                  <a:pt x="12477" y="942"/>
                </a:cubicBezTo>
                <a:cubicBezTo>
                  <a:pt x="12441" y="888"/>
                  <a:pt x="12387" y="816"/>
                  <a:pt x="12369" y="761"/>
                </a:cubicBezTo>
                <a:cubicBezTo>
                  <a:pt x="12333" y="707"/>
                  <a:pt x="12278" y="653"/>
                  <a:pt x="12242" y="598"/>
                </a:cubicBezTo>
                <a:cubicBezTo>
                  <a:pt x="12188" y="544"/>
                  <a:pt x="12133" y="508"/>
                  <a:pt x="12079" y="471"/>
                </a:cubicBezTo>
                <a:cubicBezTo>
                  <a:pt x="12007" y="435"/>
                  <a:pt x="11934" y="417"/>
                  <a:pt x="11862" y="435"/>
                </a:cubicBezTo>
                <a:cubicBezTo>
                  <a:pt x="11789" y="417"/>
                  <a:pt x="11717" y="417"/>
                  <a:pt x="11644" y="435"/>
                </a:cubicBezTo>
                <a:cubicBezTo>
                  <a:pt x="11608" y="453"/>
                  <a:pt x="11572" y="453"/>
                  <a:pt x="11536" y="471"/>
                </a:cubicBezTo>
                <a:cubicBezTo>
                  <a:pt x="11518" y="490"/>
                  <a:pt x="11481" y="508"/>
                  <a:pt x="11445" y="526"/>
                </a:cubicBezTo>
                <a:cubicBezTo>
                  <a:pt x="11409" y="544"/>
                  <a:pt x="11391" y="544"/>
                  <a:pt x="11355" y="562"/>
                </a:cubicBezTo>
                <a:cubicBezTo>
                  <a:pt x="11318" y="598"/>
                  <a:pt x="11282" y="616"/>
                  <a:pt x="11246" y="634"/>
                </a:cubicBezTo>
                <a:cubicBezTo>
                  <a:pt x="11192" y="671"/>
                  <a:pt x="11137" y="689"/>
                  <a:pt x="11065" y="725"/>
                </a:cubicBezTo>
                <a:cubicBezTo>
                  <a:pt x="11065" y="743"/>
                  <a:pt x="11047" y="743"/>
                  <a:pt x="11047" y="761"/>
                </a:cubicBezTo>
                <a:lnTo>
                  <a:pt x="11011" y="761"/>
                </a:lnTo>
                <a:cubicBezTo>
                  <a:pt x="10992" y="761"/>
                  <a:pt x="10956" y="797"/>
                  <a:pt x="10920" y="797"/>
                </a:cubicBezTo>
                <a:lnTo>
                  <a:pt x="10920" y="797"/>
                </a:lnTo>
                <a:cubicBezTo>
                  <a:pt x="10920" y="797"/>
                  <a:pt x="10902" y="797"/>
                  <a:pt x="10902" y="797"/>
                </a:cubicBezTo>
                <a:cubicBezTo>
                  <a:pt x="10829" y="779"/>
                  <a:pt x="10775" y="761"/>
                  <a:pt x="10703" y="725"/>
                </a:cubicBezTo>
                <a:cubicBezTo>
                  <a:pt x="10630" y="689"/>
                  <a:pt x="10558" y="634"/>
                  <a:pt x="10504" y="562"/>
                </a:cubicBezTo>
                <a:cubicBezTo>
                  <a:pt x="10431" y="508"/>
                  <a:pt x="10359" y="453"/>
                  <a:pt x="10268" y="417"/>
                </a:cubicBezTo>
                <a:cubicBezTo>
                  <a:pt x="10232" y="399"/>
                  <a:pt x="10196" y="381"/>
                  <a:pt x="10141" y="363"/>
                </a:cubicBezTo>
                <a:cubicBezTo>
                  <a:pt x="10105" y="345"/>
                  <a:pt x="10051" y="345"/>
                  <a:pt x="10015" y="308"/>
                </a:cubicBezTo>
                <a:lnTo>
                  <a:pt x="9888" y="254"/>
                </a:lnTo>
                <a:cubicBezTo>
                  <a:pt x="9852" y="236"/>
                  <a:pt x="9815" y="200"/>
                  <a:pt x="9761" y="182"/>
                </a:cubicBezTo>
                <a:cubicBezTo>
                  <a:pt x="9670" y="164"/>
                  <a:pt x="9598" y="91"/>
                  <a:pt x="9507" y="55"/>
                </a:cubicBezTo>
                <a:cubicBezTo>
                  <a:pt x="9471" y="55"/>
                  <a:pt x="9435" y="37"/>
                  <a:pt x="9399" y="37"/>
                </a:cubicBezTo>
                <a:cubicBezTo>
                  <a:pt x="9345" y="19"/>
                  <a:pt x="9308" y="1"/>
                  <a:pt x="9254" y="1"/>
                </a:cubicBezTo>
                <a:cubicBezTo>
                  <a:pt x="9218" y="1"/>
                  <a:pt x="9182" y="19"/>
                  <a:pt x="9145" y="19"/>
                </a:cubicBezTo>
                <a:cubicBezTo>
                  <a:pt x="9109" y="19"/>
                  <a:pt x="9055" y="19"/>
                  <a:pt x="9019" y="37"/>
                </a:cubicBezTo>
                <a:cubicBezTo>
                  <a:pt x="8964" y="55"/>
                  <a:pt x="8928" y="55"/>
                  <a:pt x="8874" y="55"/>
                </a:cubicBezTo>
                <a:lnTo>
                  <a:pt x="8729" y="73"/>
                </a:lnTo>
                <a:cubicBezTo>
                  <a:pt x="8638" y="73"/>
                  <a:pt x="8548" y="109"/>
                  <a:pt x="8457" y="109"/>
                </a:cubicBezTo>
                <a:cubicBezTo>
                  <a:pt x="8348" y="127"/>
                  <a:pt x="8258" y="145"/>
                  <a:pt x="8149" y="164"/>
                </a:cubicBezTo>
                <a:cubicBezTo>
                  <a:pt x="8059" y="182"/>
                  <a:pt x="7968" y="218"/>
                  <a:pt x="7878" y="236"/>
                </a:cubicBezTo>
                <a:cubicBezTo>
                  <a:pt x="7769" y="272"/>
                  <a:pt x="7678" y="290"/>
                  <a:pt x="7606" y="308"/>
                </a:cubicBezTo>
                <a:cubicBezTo>
                  <a:pt x="7552" y="327"/>
                  <a:pt x="7515" y="345"/>
                  <a:pt x="7479" y="363"/>
                </a:cubicBezTo>
                <a:cubicBezTo>
                  <a:pt x="7425" y="381"/>
                  <a:pt x="7389" y="381"/>
                  <a:pt x="7334" y="399"/>
                </a:cubicBezTo>
                <a:cubicBezTo>
                  <a:pt x="7298" y="417"/>
                  <a:pt x="7262" y="417"/>
                  <a:pt x="7226" y="435"/>
                </a:cubicBezTo>
                <a:cubicBezTo>
                  <a:pt x="7189" y="453"/>
                  <a:pt x="7153" y="471"/>
                  <a:pt x="7099" y="508"/>
                </a:cubicBezTo>
                <a:cubicBezTo>
                  <a:pt x="7063" y="526"/>
                  <a:pt x="7008" y="544"/>
                  <a:pt x="6954" y="562"/>
                </a:cubicBezTo>
                <a:cubicBezTo>
                  <a:pt x="6900" y="580"/>
                  <a:pt x="6864" y="580"/>
                  <a:pt x="6809" y="598"/>
                </a:cubicBezTo>
                <a:cubicBezTo>
                  <a:pt x="6701" y="634"/>
                  <a:pt x="6610" y="671"/>
                  <a:pt x="6519" y="725"/>
                </a:cubicBezTo>
                <a:cubicBezTo>
                  <a:pt x="6465" y="743"/>
                  <a:pt x="6429" y="761"/>
                  <a:pt x="6375" y="779"/>
                </a:cubicBezTo>
                <a:cubicBezTo>
                  <a:pt x="6320" y="797"/>
                  <a:pt x="6284" y="816"/>
                  <a:pt x="6248" y="834"/>
                </a:cubicBezTo>
                <a:cubicBezTo>
                  <a:pt x="6193" y="852"/>
                  <a:pt x="6139" y="870"/>
                  <a:pt x="6103" y="888"/>
                </a:cubicBezTo>
                <a:cubicBezTo>
                  <a:pt x="6085" y="906"/>
                  <a:pt x="6049" y="906"/>
                  <a:pt x="6030" y="906"/>
                </a:cubicBezTo>
                <a:cubicBezTo>
                  <a:pt x="6012" y="906"/>
                  <a:pt x="5994" y="906"/>
                  <a:pt x="5976" y="888"/>
                </a:cubicBezTo>
                <a:cubicBezTo>
                  <a:pt x="5976" y="888"/>
                  <a:pt x="5958" y="888"/>
                  <a:pt x="5958" y="888"/>
                </a:cubicBezTo>
                <a:cubicBezTo>
                  <a:pt x="5922" y="870"/>
                  <a:pt x="5886" y="834"/>
                  <a:pt x="5849" y="797"/>
                </a:cubicBezTo>
                <a:cubicBezTo>
                  <a:pt x="5759" y="743"/>
                  <a:pt x="5668" y="689"/>
                  <a:pt x="5578" y="634"/>
                </a:cubicBezTo>
                <a:lnTo>
                  <a:pt x="5433" y="544"/>
                </a:lnTo>
                <a:cubicBezTo>
                  <a:pt x="5397" y="526"/>
                  <a:pt x="5360" y="508"/>
                  <a:pt x="5306" y="471"/>
                </a:cubicBezTo>
                <a:cubicBezTo>
                  <a:pt x="5270" y="453"/>
                  <a:pt x="5252" y="417"/>
                  <a:pt x="5216" y="381"/>
                </a:cubicBezTo>
                <a:cubicBezTo>
                  <a:pt x="5179" y="363"/>
                  <a:pt x="5143" y="327"/>
                  <a:pt x="5107" y="290"/>
                </a:cubicBezTo>
                <a:cubicBezTo>
                  <a:pt x="5053" y="200"/>
                  <a:pt x="4962" y="145"/>
                  <a:pt x="4871" y="127"/>
                </a:cubicBezTo>
                <a:cubicBezTo>
                  <a:pt x="4763" y="127"/>
                  <a:pt x="4654" y="127"/>
                  <a:pt x="4564" y="145"/>
                </a:cubicBezTo>
                <a:cubicBezTo>
                  <a:pt x="4509" y="164"/>
                  <a:pt x="4455" y="164"/>
                  <a:pt x="4419" y="182"/>
                </a:cubicBezTo>
                <a:cubicBezTo>
                  <a:pt x="4364" y="182"/>
                  <a:pt x="4310" y="182"/>
                  <a:pt x="4274" y="200"/>
                </a:cubicBezTo>
                <a:cubicBezTo>
                  <a:pt x="4220" y="218"/>
                  <a:pt x="4183" y="236"/>
                  <a:pt x="4129" y="254"/>
                </a:cubicBezTo>
                <a:cubicBezTo>
                  <a:pt x="4093" y="272"/>
                  <a:pt x="4038" y="290"/>
                  <a:pt x="3984" y="308"/>
                </a:cubicBezTo>
                <a:cubicBezTo>
                  <a:pt x="3912" y="327"/>
                  <a:pt x="3857" y="345"/>
                  <a:pt x="3803" y="345"/>
                </a:cubicBezTo>
                <a:cubicBezTo>
                  <a:pt x="3749" y="363"/>
                  <a:pt x="3694" y="363"/>
                  <a:pt x="3640" y="345"/>
                </a:cubicBezTo>
                <a:cubicBezTo>
                  <a:pt x="3531" y="345"/>
                  <a:pt x="3423" y="363"/>
                  <a:pt x="3314" y="363"/>
                </a:cubicBezTo>
                <a:lnTo>
                  <a:pt x="3205" y="345"/>
                </a:lnTo>
                <a:cubicBezTo>
                  <a:pt x="3115" y="345"/>
                  <a:pt x="3024" y="345"/>
                  <a:pt x="2952" y="345"/>
                </a:cubicBezTo>
                <a:cubicBezTo>
                  <a:pt x="2861" y="345"/>
                  <a:pt x="2789" y="363"/>
                  <a:pt x="2716" y="363"/>
                </a:cubicBezTo>
                <a:cubicBezTo>
                  <a:pt x="2644" y="381"/>
                  <a:pt x="2572" y="417"/>
                  <a:pt x="2535" y="471"/>
                </a:cubicBezTo>
                <a:cubicBezTo>
                  <a:pt x="2499" y="490"/>
                  <a:pt x="2481" y="526"/>
                  <a:pt x="2463" y="544"/>
                </a:cubicBezTo>
                <a:cubicBezTo>
                  <a:pt x="2445" y="544"/>
                  <a:pt x="2427" y="562"/>
                  <a:pt x="2409" y="562"/>
                </a:cubicBezTo>
                <a:cubicBezTo>
                  <a:pt x="2390" y="562"/>
                  <a:pt x="2372" y="562"/>
                  <a:pt x="2354" y="562"/>
                </a:cubicBezTo>
                <a:cubicBezTo>
                  <a:pt x="2318" y="562"/>
                  <a:pt x="2300" y="598"/>
                  <a:pt x="2282" y="616"/>
                </a:cubicBezTo>
                <a:cubicBezTo>
                  <a:pt x="2246" y="634"/>
                  <a:pt x="2209" y="653"/>
                  <a:pt x="2173" y="671"/>
                </a:cubicBezTo>
                <a:cubicBezTo>
                  <a:pt x="2101" y="707"/>
                  <a:pt x="2028" y="725"/>
                  <a:pt x="1938" y="743"/>
                </a:cubicBezTo>
                <a:cubicBezTo>
                  <a:pt x="1865" y="761"/>
                  <a:pt x="1793" y="797"/>
                  <a:pt x="1720" y="834"/>
                </a:cubicBezTo>
                <a:cubicBezTo>
                  <a:pt x="1684" y="852"/>
                  <a:pt x="1648" y="852"/>
                  <a:pt x="1612" y="870"/>
                </a:cubicBezTo>
                <a:cubicBezTo>
                  <a:pt x="1576" y="870"/>
                  <a:pt x="1539" y="888"/>
                  <a:pt x="1503" y="888"/>
                </a:cubicBezTo>
                <a:cubicBezTo>
                  <a:pt x="1449" y="906"/>
                  <a:pt x="1413" y="906"/>
                  <a:pt x="1376" y="888"/>
                </a:cubicBezTo>
                <a:cubicBezTo>
                  <a:pt x="1340" y="888"/>
                  <a:pt x="1304" y="906"/>
                  <a:pt x="1268" y="906"/>
                </a:cubicBezTo>
                <a:cubicBezTo>
                  <a:pt x="1195" y="924"/>
                  <a:pt x="1105" y="924"/>
                  <a:pt x="1032" y="906"/>
                </a:cubicBezTo>
                <a:cubicBezTo>
                  <a:pt x="960" y="924"/>
                  <a:pt x="905" y="960"/>
                  <a:pt x="851" y="997"/>
                </a:cubicBezTo>
                <a:cubicBezTo>
                  <a:pt x="833" y="1015"/>
                  <a:pt x="797" y="1033"/>
                  <a:pt x="779" y="1051"/>
                </a:cubicBezTo>
                <a:cubicBezTo>
                  <a:pt x="742" y="1069"/>
                  <a:pt x="706" y="1087"/>
                  <a:pt x="652" y="1105"/>
                </a:cubicBezTo>
                <a:cubicBezTo>
                  <a:pt x="580" y="1142"/>
                  <a:pt x="525" y="1178"/>
                  <a:pt x="471" y="1232"/>
                </a:cubicBezTo>
                <a:cubicBezTo>
                  <a:pt x="417" y="1286"/>
                  <a:pt x="362" y="1341"/>
                  <a:pt x="326" y="1413"/>
                </a:cubicBezTo>
                <a:cubicBezTo>
                  <a:pt x="290" y="1467"/>
                  <a:pt x="235" y="1522"/>
                  <a:pt x="181" y="1576"/>
                </a:cubicBezTo>
                <a:cubicBezTo>
                  <a:pt x="109" y="1612"/>
                  <a:pt x="54" y="1649"/>
                  <a:pt x="0" y="1685"/>
                </a:cubicBezTo>
                <a:lnTo>
                  <a:pt x="0" y="26133"/>
                </a:lnTo>
                <a:lnTo>
                  <a:pt x="63854" y="26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5" name="Google Shape;1085;p50"/>
          <p:cNvGrpSpPr/>
          <p:nvPr/>
        </p:nvGrpSpPr>
        <p:grpSpPr>
          <a:xfrm>
            <a:off x="5629611" y="3908856"/>
            <a:ext cx="300437" cy="516352"/>
            <a:chOff x="3036112" y="3155581"/>
            <a:chExt cx="300437" cy="516352"/>
          </a:xfrm>
        </p:grpSpPr>
        <p:sp>
          <p:nvSpPr>
            <p:cNvPr id="1086" name="Google Shape;1086;p50"/>
            <p:cNvSpPr/>
            <p:nvPr/>
          </p:nvSpPr>
          <p:spPr>
            <a:xfrm>
              <a:off x="3140397" y="3155581"/>
              <a:ext cx="79255" cy="516352"/>
            </a:xfrm>
            <a:custGeom>
              <a:rect b="b" l="l" r="r" t="t"/>
              <a:pathLst>
                <a:path extrusionOk="0" h="5199" w="798">
                  <a:moveTo>
                    <a:pt x="146" y="5198"/>
                  </a:moveTo>
                  <a:cubicBezTo>
                    <a:pt x="146" y="5198"/>
                    <a:pt x="182" y="3804"/>
                    <a:pt x="327" y="3351"/>
                  </a:cubicBezTo>
                  <a:cubicBezTo>
                    <a:pt x="472" y="2899"/>
                    <a:pt x="653" y="2482"/>
                    <a:pt x="508" y="2120"/>
                  </a:cubicBezTo>
                  <a:cubicBezTo>
                    <a:pt x="164" y="1468"/>
                    <a:pt x="1" y="743"/>
                    <a:pt x="73" y="1"/>
                  </a:cubicBezTo>
                  <a:cubicBezTo>
                    <a:pt x="73" y="1"/>
                    <a:pt x="146" y="1160"/>
                    <a:pt x="454" y="1703"/>
                  </a:cubicBezTo>
                  <a:cubicBezTo>
                    <a:pt x="743" y="2247"/>
                    <a:pt x="798" y="2699"/>
                    <a:pt x="653" y="3043"/>
                  </a:cubicBezTo>
                  <a:cubicBezTo>
                    <a:pt x="526" y="3406"/>
                    <a:pt x="472" y="3786"/>
                    <a:pt x="508" y="4166"/>
                  </a:cubicBezTo>
                  <a:cubicBezTo>
                    <a:pt x="490" y="4637"/>
                    <a:pt x="508" y="5198"/>
                    <a:pt x="508" y="5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50"/>
            <p:cNvSpPr/>
            <p:nvPr/>
          </p:nvSpPr>
          <p:spPr>
            <a:xfrm>
              <a:off x="3183601" y="3443407"/>
              <a:ext cx="134972" cy="72005"/>
            </a:xfrm>
            <a:custGeom>
              <a:rect b="b" l="l" r="r" t="t"/>
              <a:pathLst>
                <a:path extrusionOk="0" h="725" w="1359">
                  <a:moveTo>
                    <a:pt x="1" y="707"/>
                  </a:moveTo>
                  <a:cubicBezTo>
                    <a:pt x="544" y="725"/>
                    <a:pt x="1051" y="453"/>
                    <a:pt x="1359" y="1"/>
                  </a:cubicBezTo>
                  <a:cubicBezTo>
                    <a:pt x="1359" y="1"/>
                    <a:pt x="743" y="652"/>
                    <a:pt x="37" y="5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50"/>
            <p:cNvSpPr/>
            <p:nvPr/>
          </p:nvSpPr>
          <p:spPr>
            <a:xfrm>
              <a:off x="3036112" y="3340910"/>
              <a:ext cx="142223" cy="174501"/>
            </a:xfrm>
            <a:custGeom>
              <a:rect b="b" l="l" r="r" t="t"/>
              <a:pathLst>
                <a:path extrusionOk="0" h="1757" w="1432">
                  <a:moveTo>
                    <a:pt x="1" y="0"/>
                  </a:moveTo>
                  <a:cubicBezTo>
                    <a:pt x="1" y="0"/>
                    <a:pt x="236" y="1648"/>
                    <a:pt x="1431" y="1612"/>
                  </a:cubicBezTo>
                  <a:lnTo>
                    <a:pt x="1304" y="1757"/>
                  </a:lnTo>
                  <a:cubicBezTo>
                    <a:pt x="1304" y="1757"/>
                    <a:pt x="109" y="1666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50"/>
            <p:cNvSpPr/>
            <p:nvPr/>
          </p:nvSpPr>
          <p:spPr>
            <a:xfrm>
              <a:off x="3185388" y="3452445"/>
              <a:ext cx="84619" cy="54029"/>
            </a:xfrm>
            <a:custGeom>
              <a:rect b="b" l="l" r="r" t="t"/>
              <a:pathLst>
                <a:path extrusionOk="0" h="544" w="852">
                  <a:moveTo>
                    <a:pt x="1" y="507"/>
                  </a:moveTo>
                  <a:cubicBezTo>
                    <a:pt x="327" y="435"/>
                    <a:pt x="635" y="254"/>
                    <a:pt x="852" y="0"/>
                  </a:cubicBezTo>
                  <a:cubicBezTo>
                    <a:pt x="689" y="254"/>
                    <a:pt x="435" y="435"/>
                    <a:pt x="146" y="54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50"/>
            <p:cNvSpPr/>
            <p:nvPr/>
          </p:nvSpPr>
          <p:spPr>
            <a:xfrm>
              <a:off x="3188964" y="3337334"/>
              <a:ext cx="147586" cy="131397"/>
            </a:xfrm>
            <a:custGeom>
              <a:rect b="b" l="l" r="r" t="t"/>
              <a:pathLst>
                <a:path extrusionOk="0" h="1323" w="1486">
                  <a:moveTo>
                    <a:pt x="1" y="1322"/>
                  </a:moveTo>
                  <a:lnTo>
                    <a:pt x="128" y="1286"/>
                  </a:lnTo>
                  <a:cubicBezTo>
                    <a:pt x="273" y="1050"/>
                    <a:pt x="490" y="851"/>
                    <a:pt x="743" y="761"/>
                  </a:cubicBezTo>
                  <a:cubicBezTo>
                    <a:pt x="1214" y="525"/>
                    <a:pt x="1413" y="308"/>
                    <a:pt x="1486" y="0"/>
                  </a:cubicBezTo>
                  <a:cubicBezTo>
                    <a:pt x="1359" y="254"/>
                    <a:pt x="1142" y="453"/>
                    <a:pt x="888" y="580"/>
                  </a:cubicBezTo>
                  <a:cubicBezTo>
                    <a:pt x="454" y="797"/>
                    <a:pt x="254" y="887"/>
                    <a:pt x="37" y="11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50"/>
            <p:cNvSpPr/>
            <p:nvPr/>
          </p:nvSpPr>
          <p:spPr>
            <a:xfrm>
              <a:off x="3237531" y="3328296"/>
              <a:ext cx="64854" cy="91869"/>
            </a:xfrm>
            <a:custGeom>
              <a:rect b="b" l="l" r="r" t="t"/>
              <a:pathLst>
                <a:path extrusionOk="0" h="925" w="653">
                  <a:moveTo>
                    <a:pt x="653" y="1"/>
                  </a:moveTo>
                  <a:cubicBezTo>
                    <a:pt x="526" y="345"/>
                    <a:pt x="291" y="671"/>
                    <a:pt x="1" y="924"/>
                  </a:cubicBezTo>
                  <a:lnTo>
                    <a:pt x="254" y="761"/>
                  </a:lnTo>
                  <a:cubicBezTo>
                    <a:pt x="254" y="761"/>
                    <a:pt x="508" y="616"/>
                    <a:pt x="6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50"/>
            <p:cNvSpPr/>
            <p:nvPr/>
          </p:nvSpPr>
          <p:spPr>
            <a:xfrm>
              <a:off x="3201577" y="3243776"/>
              <a:ext cx="93656" cy="156524"/>
            </a:xfrm>
            <a:custGeom>
              <a:rect b="b" l="l" r="r" t="t"/>
              <a:pathLst>
                <a:path extrusionOk="0" h="1576" w="943">
                  <a:moveTo>
                    <a:pt x="37" y="1576"/>
                  </a:moveTo>
                  <a:lnTo>
                    <a:pt x="73" y="1467"/>
                  </a:lnTo>
                  <a:cubicBezTo>
                    <a:pt x="127" y="1250"/>
                    <a:pt x="254" y="1051"/>
                    <a:pt x="435" y="906"/>
                  </a:cubicBezTo>
                  <a:cubicBezTo>
                    <a:pt x="743" y="634"/>
                    <a:pt x="942" y="453"/>
                    <a:pt x="942" y="0"/>
                  </a:cubicBezTo>
                  <a:cubicBezTo>
                    <a:pt x="888" y="326"/>
                    <a:pt x="707" y="598"/>
                    <a:pt x="453" y="779"/>
                  </a:cubicBezTo>
                  <a:cubicBezTo>
                    <a:pt x="1" y="1159"/>
                    <a:pt x="1" y="1377"/>
                    <a:pt x="1" y="13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50"/>
            <p:cNvSpPr/>
            <p:nvPr/>
          </p:nvSpPr>
          <p:spPr>
            <a:xfrm>
              <a:off x="3219554" y="3216761"/>
              <a:ext cx="32477" cy="133185"/>
            </a:xfrm>
            <a:custGeom>
              <a:rect b="b" l="l" r="r" t="t"/>
              <a:pathLst>
                <a:path extrusionOk="0" h="1341" w="327">
                  <a:moveTo>
                    <a:pt x="254" y="1"/>
                  </a:moveTo>
                  <a:cubicBezTo>
                    <a:pt x="254" y="1"/>
                    <a:pt x="327" y="816"/>
                    <a:pt x="1" y="1341"/>
                  </a:cubicBezTo>
                  <a:lnTo>
                    <a:pt x="91" y="1268"/>
                  </a:lnTo>
                  <a:lnTo>
                    <a:pt x="146" y="1178"/>
                  </a:lnTo>
                  <a:lnTo>
                    <a:pt x="164" y="1160"/>
                  </a:lnTo>
                  <a:cubicBezTo>
                    <a:pt x="291" y="779"/>
                    <a:pt x="327" y="381"/>
                    <a:pt x="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50"/>
            <p:cNvSpPr/>
            <p:nvPr/>
          </p:nvSpPr>
          <p:spPr>
            <a:xfrm>
              <a:off x="3162048" y="3195209"/>
              <a:ext cx="36052" cy="93656"/>
            </a:xfrm>
            <a:custGeom>
              <a:rect b="b" l="l" r="r" t="t"/>
              <a:pathLst>
                <a:path extrusionOk="0" h="943" w="363">
                  <a:moveTo>
                    <a:pt x="36" y="942"/>
                  </a:moveTo>
                  <a:cubicBezTo>
                    <a:pt x="36" y="942"/>
                    <a:pt x="362" y="670"/>
                    <a:pt x="290" y="0"/>
                  </a:cubicBezTo>
                  <a:cubicBezTo>
                    <a:pt x="290" y="0"/>
                    <a:pt x="272" y="634"/>
                    <a:pt x="0" y="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50"/>
            <p:cNvSpPr/>
            <p:nvPr/>
          </p:nvSpPr>
          <p:spPr>
            <a:xfrm>
              <a:off x="3109906" y="3180808"/>
              <a:ext cx="50453" cy="84619"/>
            </a:xfrm>
            <a:custGeom>
              <a:rect b="b" l="l" r="r" t="t"/>
              <a:pathLst>
                <a:path extrusionOk="0" h="852" w="508">
                  <a:moveTo>
                    <a:pt x="0" y="1"/>
                  </a:moveTo>
                  <a:cubicBezTo>
                    <a:pt x="0" y="1"/>
                    <a:pt x="290" y="652"/>
                    <a:pt x="489" y="797"/>
                  </a:cubicBezTo>
                  <a:lnTo>
                    <a:pt x="507" y="852"/>
                  </a:lnTo>
                  <a:cubicBezTo>
                    <a:pt x="507" y="852"/>
                    <a:pt x="254" y="83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50"/>
            <p:cNvSpPr/>
            <p:nvPr/>
          </p:nvSpPr>
          <p:spPr>
            <a:xfrm>
              <a:off x="3153010" y="3274366"/>
              <a:ext cx="46878" cy="176289"/>
            </a:xfrm>
            <a:custGeom>
              <a:rect b="b" l="l" r="r" t="t"/>
              <a:pathLst>
                <a:path extrusionOk="0" h="1775" w="472">
                  <a:moveTo>
                    <a:pt x="472" y="1576"/>
                  </a:moveTo>
                  <a:cubicBezTo>
                    <a:pt x="236" y="1069"/>
                    <a:pt x="218" y="507"/>
                    <a:pt x="435" y="0"/>
                  </a:cubicBezTo>
                  <a:cubicBezTo>
                    <a:pt x="435" y="0"/>
                    <a:pt x="1" y="580"/>
                    <a:pt x="381" y="177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50"/>
            <p:cNvSpPr/>
            <p:nvPr/>
          </p:nvSpPr>
          <p:spPr>
            <a:xfrm>
              <a:off x="3068490" y="3263541"/>
              <a:ext cx="32477" cy="214129"/>
            </a:xfrm>
            <a:custGeom>
              <a:rect b="b" l="l" r="r" t="t"/>
              <a:pathLst>
                <a:path extrusionOk="0" h="2156" w="327">
                  <a:moveTo>
                    <a:pt x="200" y="2047"/>
                  </a:moveTo>
                  <a:cubicBezTo>
                    <a:pt x="91" y="1721"/>
                    <a:pt x="91" y="1395"/>
                    <a:pt x="182" y="1087"/>
                  </a:cubicBezTo>
                  <a:cubicBezTo>
                    <a:pt x="327" y="508"/>
                    <a:pt x="254" y="200"/>
                    <a:pt x="127" y="1"/>
                  </a:cubicBezTo>
                  <a:cubicBezTo>
                    <a:pt x="218" y="254"/>
                    <a:pt x="236" y="526"/>
                    <a:pt x="200" y="797"/>
                  </a:cubicBezTo>
                  <a:cubicBezTo>
                    <a:pt x="91" y="1141"/>
                    <a:pt x="1" y="1594"/>
                    <a:pt x="73" y="1884"/>
                  </a:cubicBezTo>
                  <a:cubicBezTo>
                    <a:pt x="164" y="2156"/>
                    <a:pt x="200" y="2047"/>
                    <a:pt x="200" y="20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50"/>
            <p:cNvSpPr/>
            <p:nvPr/>
          </p:nvSpPr>
          <p:spPr>
            <a:xfrm>
              <a:off x="3084679" y="3294131"/>
              <a:ext cx="27114" cy="75680"/>
            </a:xfrm>
            <a:custGeom>
              <a:rect b="b" l="l" r="r" t="t"/>
              <a:pathLst>
                <a:path extrusionOk="0" h="762" w="273">
                  <a:moveTo>
                    <a:pt x="254" y="0"/>
                  </a:moveTo>
                  <a:cubicBezTo>
                    <a:pt x="254" y="0"/>
                    <a:pt x="254" y="507"/>
                    <a:pt x="19" y="689"/>
                  </a:cubicBezTo>
                  <a:lnTo>
                    <a:pt x="1" y="761"/>
                  </a:lnTo>
                  <a:cubicBezTo>
                    <a:pt x="1" y="761"/>
                    <a:pt x="272" y="652"/>
                    <a:pt x="2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50"/>
            <p:cNvSpPr/>
            <p:nvPr/>
          </p:nvSpPr>
          <p:spPr>
            <a:xfrm>
              <a:off x="3117057" y="3376863"/>
              <a:ext cx="39628" cy="131397"/>
            </a:xfrm>
            <a:custGeom>
              <a:rect b="b" l="l" r="r" t="t"/>
              <a:pathLst>
                <a:path extrusionOk="0" h="1323" w="399">
                  <a:moveTo>
                    <a:pt x="399" y="1322"/>
                  </a:moveTo>
                  <a:cubicBezTo>
                    <a:pt x="163" y="924"/>
                    <a:pt x="55" y="453"/>
                    <a:pt x="109" y="0"/>
                  </a:cubicBezTo>
                  <a:cubicBezTo>
                    <a:pt x="1" y="435"/>
                    <a:pt x="55" y="888"/>
                    <a:pt x="272" y="1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0" name="Google Shape;1100;p50"/>
          <p:cNvSpPr/>
          <p:nvPr/>
        </p:nvSpPr>
        <p:spPr>
          <a:xfrm flipH="1">
            <a:off x="-36978" y="3908852"/>
            <a:ext cx="3095429" cy="1771725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1"/>
          <p:cNvSpPr txBox="1"/>
          <p:nvPr>
            <p:ph type="title"/>
          </p:nvPr>
        </p:nvSpPr>
        <p:spPr>
          <a:xfrm>
            <a:off x="826300" y="2710350"/>
            <a:ext cx="2642700" cy="17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4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2"/>
          <p:cNvSpPr/>
          <p:nvPr/>
        </p:nvSpPr>
        <p:spPr>
          <a:xfrm>
            <a:off x="-155704" y="1185801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2"/>
          <p:cNvSpPr txBox="1"/>
          <p:nvPr>
            <p:ph hasCustomPrompt="1" type="title"/>
          </p:nvPr>
        </p:nvSpPr>
        <p:spPr>
          <a:xfrm>
            <a:off x="1785750" y="1045000"/>
            <a:ext cx="5572500" cy="10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106" name="Google Shape;1106;p52"/>
          <p:cNvSpPr txBox="1"/>
          <p:nvPr>
            <p:ph idx="1" type="subTitle"/>
          </p:nvPr>
        </p:nvSpPr>
        <p:spPr>
          <a:xfrm>
            <a:off x="928949" y="3470875"/>
            <a:ext cx="33618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7" name="Google Shape;1107;p52"/>
          <p:cNvSpPr txBox="1"/>
          <p:nvPr>
            <p:ph idx="2" type="subTitle"/>
          </p:nvPr>
        </p:nvSpPr>
        <p:spPr>
          <a:xfrm>
            <a:off x="4853249" y="3470875"/>
            <a:ext cx="33618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8" name="Google Shape;1108;p52"/>
          <p:cNvSpPr/>
          <p:nvPr/>
        </p:nvSpPr>
        <p:spPr>
          <a:xfrm>
            <a:off x="8086817" y="435886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52"/>
          <p:cNvSpPr/>
          <p:nvPr/>
        </p:nvSpPr>
        <p:spPr>
          <a:xfrm>
            <a:off x="646706" y="383266"/>
            <a:ext cx="187863" cy="112397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52"/>
          <p:cNvSpPr/>
          <p:nvPr/>
        </p:nvSpPr>
        <p:spPr>
          <a:xfrm>
            <a:off x="443223" y="639590"/>
            <a:ext cx="179835" cy="78532"/>
          </a:xfrm>
          <a:custGeom>
            <a:rect b="b" l="l" r="r" t="t"/>
            <a:pathLst>
              <a:path extrusionOk="0" h="538" w="1232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52"/>
          <p:cNvSpPr/>
          <p:nvPr/>
        </p:nvSpPr>
        <p:spPr>
          <a:xfrm>
            <a:off x="2546356" y="4688301"/>
            <a:ext cx="126994" cy="62913"/>
          </a:xfrm>
          <a:custGeom>
            <a:rect b="b" l="l" r="r" t="t"/>
            <a:pathLst>
              <a:path extrusionOk="0" h="431" w="870">
                <a:moveTo>
                  <a:pt x="698" y="1"/>
                </a:moveTo>
                <a:cubicBezTo>
                  <a:pt x="657" y="1"/>
                  <a:pt x="615" y="11"/>
                  <a:pt x="580" y="32"/>
                </a:cubicBezTo>
                <a:cubicBezTo>
                  <a:pt x="524" y="65"/>
                  <a:pt x="483" y="112"/>
                  <a:pt x="446" y="164"/>
                </a:cubicBezTo>
                <a:lnTo>
                  <a:pt x="446" y="164"/>
                </a:lnTo>
                <a:cubicBezTo>
                  <a:pt x="382" y="129"/>
                  <a:pt x="312" y="112"/>
                  <a:pt x="244" y="112"/>
                </a:cubicBezTo>
                <a:cubicBezTo>
                  <a:pt x="157" y="112"/>
                  <a:pt x="71" y="140"/>
                  <a:pt x="0" y="195"/>
                </a:cubicBezTo>
                <a:cubicBezTo>
                  <a:pt x="29" y="184"/>
                  <a:pt x="60" y="179"/>
                  <a:pt x="90" y="179"/>
                </a:cubicBezTo>
                <a:cubicBezTo>
                  <a:pt x="213" y="179"/>
                  <a:pt x="341" y="260"/>
                  <a:pt x="399" y="376"/>
                </a:cubicBezTo>
                <a:cubicBezTo>
                  <a:pt x="417" y="394"/>
                  <a:pt x="435" y="412"/>
                  <a:pt x="471" y="431"/>
                </a:cubicBezTo>
                <a:cubicBezTo>
                  <a:pt x="525" y="431"/>
                  <a:pt x="562" y="394"/>
                  <a:pt x="562" y="340"/>
                </a:cubicBezTo>
                <a:cubicBezTo>
                  <a:pt x="562" y="268"/>
                  <a:pt x="598" y="177"/>
                  <a:pt x="634" y="123"/>
                </a:cubicBezTo>
                <a:cubicBezTo>
                  <a:pt x="670" y="74"/>
                  <a:pt x="731" y="50"/>
                  <a:pt x="788" y="50"/>
                </a:cubicBezTo>
                <a:cubicBezTo>
                  <a:pt x="817" y="50"/>
                  <a:pt x="845" y="56"/>
                  <a:pt x="869" y="68"/>
                </a:cubicBezTo>
                <a:cubicBezTo>
                  <a:pt x="826" y="25"/>
                  <a:pt x="762" y="1"/>
                  <a:pt x="6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2"/>
          <p:cNvSpPr/>
          <p:nvPr/>
        </p:nvSpPr>
        <p:spPr>
          <a:xfrm>
            <a:off x="8429696" y="401259"/>
            <a:ext cx="197259" cy="67998"/>
          </a:xfrm>
          <a:custGeom>
            <a:rect b="b" l="l" r="r" t="t"/>
            <a:pathLst>
              <a:path extrusionOk="0" h="525" w="1523">
                <a:moveTo>
                  <a:pt x="1226" y="1"/>
                </a:moveTo>
                <a:cubicBezTo>
                  <a:pt x="1179" y="1"/>
                  <a:pt x="1130" y="9"/>
                  <a:pt x="1087" y="31"/>
                </a:cubicBezTo>
                <a:cubicBezTo>
                  <a:pt x="971" y="82"/>
                  <a:pt x="873" y="153"/>
                  <a:pt x="794" y="248"/>
                </a:cubicBezTo>
                <a:lnTo>
                  <a:pt x="794" y="248"/>
                </a:lnTo>
                <a:cubicBezTo>
                  <a:pt x="655" y="100"/>
                  <a:pt x="460" y="18"/>
                  <a:pt x="261" y="18"/>
                </a:cubicBezTo>
                <a:cubicBezTo>
                  <a:pt x="174" y="18"/>
                  <a:pt x="86" y="34"/>
                  <a:pt x="1" y="67"/>
                </a:cubicBezTo>
                <a:cubicBezTo>
                  <a:pt x="40" y="60"/>
                  <a:pt x="80" y="56"/>
                  <a:pt x="118" y="56"/>
                </a:cubicBezTo>
                <a:cubicBezTo>
                  <a:pt x="380" y="56"/>
                  <a:pt x="615" y="213"/>
                  <a:pt x="725" y="465"/>
                </a:cubicBezTo>
                <a:cubicBezTo>
                  <a:pt x="725" y="483"/>
                  <a:pt x="743" y="501"/>
                  <a:pt x="780" y="519"/>
                </a:cubicBezTo>
                <a:cubicBezTo>
                  <a:pt x="786" y="523"/>
                  <a:pt x="793" y="524"/>
                  <a:pt x="801" y="524"/>
                </a:cubicBezTo>
                <a:cubicBezTo>
                  <a:pt x="835" y="524"/>
                  <a:pt x="873" y="495"/>
                  <a:pt x="888" y="465"/>
                </a:cubicBezTo>
                <a:cubicBezTo>
                  <a:pt x="943" y="320"/>
                  <a:pt x="1015" y="193"/>
                  <a:pt x="1124" y="103"/>
                </a:cubicBezTo>
                <a:cubicBezTo>
                  <a:pt x="1178" y="72"/>
                  <a:pt x="1240" y="54"/>
                  <a:pt x="1300" y="54"/>
                </a:cubicBezTo>
                <a:cubicBezTo>
                  <a:pt x="1381" y="54"/>
                  <a:pt x="1460" y="85"/>
                  <a:pt x="1522" y="157"/>
                </a:cubicBezTo>
                <a:cubicBezTo>
                  <a:pt x="1486" y="67"/>
                  <a:pt x="1413" y="31"/>
                  <a:pt x="1323" y="12"/>
                </a:cubicBezTo>
                <a:cubicBezTo>
                  <a:pt x="1293" y="5"/>
                  <a:pt x="1260" y="1"/>
                  <a:pt x="12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52"/>
          <p:cNvSpPr/>
          <p:nvPr/>
        </p:nvSpPr>
        <p:spPr>
          <a:xfrm>
            <a:off x="8011837" y="386178"/>
            <a:ext cx="171355" cy="98176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2"/>
          <p:cNvSpPr/>
          <p:nvPr/>
        </p:nvSpPr>
        <p:spPr>
          <a:xfrm>
            <a:off x="3897601" y="4860762"/>
            <a:ext cx="112682" cy="54010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52"/>
          <p:cNvSpPr/>
          <p:nvPr/>
        </p:nvSpPr>
        <p:spPr>
          <a:xfrm>
            <a:off x="-523783" y="187007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52"/>
          <p:cNvSpPr/>
          <p:nvPr/>
        </p:nvSpPr>
        <p:spPr>
          <a:xfrm flipH="1">
            <a:off x="-267408" y="1273045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52"/>
          <p:cNvSpPr/>
          <p:nvPr/>
        </p:nvSpPr>
        <p:spPr>
          <a:xfrm flipH="1">
            <a:off x="5582192" y="157320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52"/>
          <p:cNvSpPr/>
          <p:nvPr/>
        </p:nvSpPr>
        <p:spPr>
          <a:xfrm flipH="1">
            <a:off x="1344592" y="4797295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52"/>
          <p:cNvSpPr/>
          <p:nvPr/>
        </p:nvSpPr>
        <p:spPr>
          <a:xfrm flipH="1">
            <a:off x="8729667" y="3470870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52"/>
          <p:cNvSpPr/>
          <p:nvPr/>
        </p:nvSpPr>
        <p:spPr>
          <a:xfrm flipH="1">
            <a:off x="8857542" y="3159820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53"/>
          <p:cNvSpPr/>
          <p:nvPr/>
        </p:nvSpPr>
        <p:spPr>
          <a:xfrm flipH="1">
            <a:off x="136239" y="770213"/>
            <a:ext cx="9605558" cy="3339826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53"/>
          <p:cNvSpPr txBox="1"/>
          <p:nvPr>
            <p:ph idx="1" type="subTitle"/>
          </p:nvPr>
        </p:nvSpPr>
        <p:spPr>
          <a:xfrm>
            <a:off x="718305" y="3981300"/>
            <a:ext cx="2228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4" name="Google Shape;1124;p53"/>
          <p:cNvSpPr txBox="1"/>
          <p:nvPr>
            <p:ph type="title"/>
          </p:nvPr>
        </p:nvSpPr>
        <p:spPr>
          <a:xfrm>
            <a:off x="718305" y="3653700"/>
            <a:ext cx="2228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5" name="Google Shape;1125;p53"/>
          <p:cNvSpPr txBox="1"/>
          <p:nvPr>
            <p:ph idx="2" type="subTitle"/>
          </p:nvPr>
        </p:nvSpPr>
        <p:spPr>
          <a:xfrm>
            <a:off x="3457800" y="3981300"/>
            <a:ext cx="2228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6" name="Google Shape;1126;p53"/>
          <p:cNvSpPr txBox="1"/>
          <p:nvPr>
            <p:ph idx="3" type="title"/>
          </p:nvPr>
        </p:nvSpPr>
        <p:spPr>
          <a:xfrm>
            <a:off x="3457800" y="3653700"/>
            <a:ext cx="2228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7" name="Google Shape;1127;p53"/>
          <p:cNvSpPr txBox="1"/>
          <p:nvPr>
            <p:ph idx="4" type="subTitle"/>
          </p:nvPr>
        </p:nvSpPr>
        <p:spPr>
          <a:xfrm>
            <a:off x="718305" y="2185263"/>
            <a:ext cx="2228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8" name="Google Shape;1128;p53"/>
          <p:cNvSpPr txBox="1"/>
          <p:nvPr>
            <p:ph idx="5" type="title"/>
          </p:nvPr>
        </p:nvSpPr>
        <p:spPr>
          <a:xfrm>
            <a:off x="718305" y="1857663"/>
            <a:ext cx="2228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9" name="Google Shape;1129;p53"/>
          <p:cNvSpPr txBox="1"/>
          <p:nvPr>
            <p:ph idx="6" type="subTitle"/>
          </p:nvPr>
        </p:nvSpPr>
        <p:spPr>
          <a:xfrm>
            <a:off x="3457800" y="2185263"/>
            <a:ext cx="2228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53"/>
          <p:cNvSpPr txBox="1"/>
          <p:nvPr>
            <p:ph idx="7" type="title"/>
          </p:nvPr>
        </p:nvSpPr>
        <p:spPr>
          <a:xfrm>
            <a:off x="3457800" y="1857663"/>
            <a:ext cx="2228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1" name="Google Shape;1131;p53"/>
          <p:cNvSpPr txBox="1"/>
          <p:nvPr>
            <p:ph idx="8" type="subTitle"/>
          </p:nvPr>
        </p:nvSpPr>
        <p:spPr>
          <a:xfrm>
            <a:off x="6197295" y="2185263"/>
            <a:ext cx="2228400" cy="6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2" name="Google Shape;1132;p53"/>
          <p:cNvSpPr txBox="1"/>
          <p:nvPr>
            <p:ph idx="9" type="title"/>
          </p:nvPr>
        </p:nvSpPr>
        <p:spPr>
          <a:xfrm>
            <a:off x="6197295" y="1857663"/>
            <a:ext cx="22284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3" name="Google Shape;1133;p53"/>
          <p:cNvSpPr txBox="1"/>
          <p:nvPr>
            <p:ph idx="1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4" name="Google Shape;1134;p53"/>
          <p:cNvSpPr/>
          <p:nvPr/>
        </p:nvSpPr>
        <p:spPr>
          <a:xfrm flipH="1">
            <a:off x="-452116" y="3104823"/>
            <a:ext cx="1470659" cy="404419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53"/>
          <p:cNvSpPr/>
          <p:nvPr/>
        </p:nvSpPr>
        <p:spPr>
          <a:xfrm flipH="1">
            <a:off x="39064" y="876285"/>
            <a:ext cx="562025" cy="45801"/>
          </a:xfrm>
          <a:custGeom>
            <a:rect b="b" l="l" r="r" t="t"/>
            <a:pathLst>
              <a:path extrusionOk="0" h="1335" w="16382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53"/>
          <p:cNvSpPr/>
          <p:nvPr/>
        </p:nvSpPr>
        <p:spPr>
          <a:xfrm flipH="1">
            <a:off x="8756435" y="1508893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3"/>
          <p:cNvSpPr/>
          <p:nvPr/>
        </p:nvSpPr>
        <p:spPr>
          <a:xfrm flipH="1">
            <a:off x="-191582" y="540455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53"/>
          <p:cNvSpPr/>
          <p:nvPr/>
        </p:nvSpPr>
        <p:spPr>
          <a:xfrm flipH="1">
            <a:off x="5067501" y="179307"/>
            <a:ext cx="561682" cy="45801"/>
          </a:xfrm>
          <a:custGeom>
            <a:rect b="b" l="l" r="r" t="t"/>
            <a:pathLst>
              <a:path extrusionOk="0" h="1335" w="16372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53"/>
          <p:cNvSpPr/>
          <p:nvPr/>
        </p:nvSpPr>
        <p:spPr>
          <a:xfrm flipH="1">
            <a:off x="8682814" y="1964591"/>
            <a:ext cx="561682" cy="46144"/>
          </a:xfrm>
          <a:custGeom>
            <a:rect b="b" l="l" r="r" t="t"/>
            <a:pathLst>
              <a:path extrusionOk="0" h="1345" w="16372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53"/>
          <p:cNvSpPr/>
          <p:nvPr/>
        </p:nvSpPr>
        <p:spPr>
          <a:xfrm flipH="1">
            <a:off x="7773847" y="157323"/>
            <a:ext cx="1470659" cy="404419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53"/>
          <p:cNvSpPr/>
          <p:nvPr/>
        </p:nvSpPr>
        <p:spPr>
          <a:xfrm>
            <a:off x="3217065" y="4790047"/>
            <a:ext cx="97452" cy="61540"/>
          </a:xfrm>
          <a:custGeom>
            <a:rect b="b" l="l" r="r" t="t"/>
            <a:pathLst>
              <a:path extrusionOk="0" h="401" w="635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53"/>
          <p:cNvSpPr/>
          <p:nvPr/>
        </p:nvSpPr>
        <p:spPr>
          <a:xfrm>
            <a:off x="3575401" y="4893627"/>
            <a:ext cx="150245" cy="79496"/>
          </a:xfrm>
          <a:custGeom>
            <a:rect b="b" l="l" r="r" t="t"/>
            <a:pathLst>
              <a:path extrusionOk="0" h="518" w="979">
                <a:moveTo>
                  <a:pt x="923" y="1"/>
                </a:moveTo>
                <a:cubicBezTo>
                  <a:pt x="830" y="1"/>
                  <a:pt x="734" y="38"/>
                  <a:pt x="689" y="114"/>
                </a:cubicBezTo>
                <a:cubicBezTo>
                  <a:pt x="647" y="155"/>
                  <a:pt x="612" y="208"/>
                  <a:pt x="586" y="263"/>
                </a:cubicBezTo>
                <a:lnTo>
                  <a:pt x="586" y="263"/>
                </a:lnTo>
                <a:cubicBezTo>
                  <a:pt x="506" y="213"/>
                  <a:pt x="416" y="188"/>
                  <a:pt x="325" y="188"/>
                </a:cubicBezTo>
                <a:cubicBezTo>
                  <a:pt x="209" y="188"/>
                  <a:pt x="93" y="229"/>
                  <a:pt x="1" y="313"/>
                </a:cubicBezTo>
                <a:cubicBezTo>
                  <a:pt x="21" y="311"/>
                  <a:pt x="41" y="310"/>
                  <a:pt x="62" y="310"/>
                </a:cubicBezTo>
                <a:cubicBezTo>
                  <a:pt x="240" y="310"/>
                  <a:pt x="417" y="380"/>
                  <a:pt x="580" y="494"/>
                </a:cubicBezTo>
                <a:cubicBezTo>
                  <a:pt x="580" y="494"/>
                  <a:pt x="598" y="512"/>
                  <a:pt x="598" y="512"/>
                </a:cubicBezTo>
                <a:cubicBezTo>
                  <a:pt x="608" y="516"/>
                  <a:pt x="617" y="517"/>
                  <a:pt x="627" y="517"/>
                </a:cubicBezTo>
                <a:cubicBezTo>
                  <a:pt x="671" y="517"/>
                  <a:pt x="710" y="485"/>
                  <a:pt x="725" y="440"/>
                </a:cubicBezTo>
                <a:cubicBezTo>
                  <a:pt x="743" y="367"/>
                  <a:pt x="779" y="277"/>
                  <a:pt x="797" y="204"/>
                </a:cubicBezTo>
                <a:cubicBezTo>
                  <a:pt x="834" y="114"/>
                  <a:pt x="906" y="41"/>
                  <a:pt x="978" y="5"/>
                </a:cubicBezTo>
                <a:cubicBezTo>
                  <a:pt x="960" y="2"/>
                  <a:pt x="942" y="1"/>
                  <a:pt x="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53"/>
          <p:cNvSpPr/>
          <p:nvPr/>
        </p:nvSpPr>
        <p:spPr>
          <a:xfrm>
            <a:off x="2945012" y="4973134"/>
            <a:ext cx="158685" cy="59392"/>
          </a:xfrm>
          <a:custGeom>
            <a:rect b="b" l="l" r="r" t="t"/>
            <a:pathLst>
              <a:path extrusionOk="0" h="387" w="1034">
                <a:moveTo>
                  <a:pt x="186" y="1"/>
                </a:moveTo>
                <a:cubicBezTo>
                  <a:pt x="125" y="1"/>
                  <a:pt x="62" y="12"/>
                  <a:pt x="1" y="36"/>
                </a:cubicBezTo>
                <a:cubicBezTo>
                  <a:pt x="14" y="34"/>
                  <a:pt x="27" y="34"/>
                  <a:pt x="40" y="34"/>
                </a:cubicBezTo>
                <a:cubicBezTo>
                  <a:pt x="210" y="34"/>
                  <a:pt x="385" y="141"/>
                  <a:pt x="435" y="325"/>
                </a:cubicBezTo>
                <a:cubicBezTo>
                  <a:pt x="435" y="343"/>
                  <a:pt x="472" y="380"/>
                  <a:pt x="490" y="380"/>
                </a:cubicBezTo>
                <a:cubicBezTo>
                  <a:pt x="503" y="384"/>
                  <a:pt x="517" y="386"/>
                  <a:pt x="530" y="386"/>
                </a:cubicBezTo>
                <a:cubicBezTo>
                  <a:pt x="569" y="386"/>
                  <a:pt x="603" y="366"/>
                  <a:pt x="617" y="325"/>
                </a:cubicBezTo>
                <a:cubicBezTo>
                  <a:pt x="635" y="235"/>
                  <a:pt x="689" y="162"/>
                  <a:pt x="779" y="108"/>
                </a:cubicBezTo>
                <a:cubicBezTo>
                  <a:pt x="811" y="84"/>
                  <a:pt x="853" y="71"/>
                  <a:pt x="895" y="71"/>
                </a:cubicBezTo>
                <a:cubicBezTo>
                  <a:pt x="949" y="71"/>
                  <a:pt x="1002" y="93"/>
                  <a:pt x="1033" y="144"/>
                </a:cubicBezTo>
                <a:cubicBezTo>
                  <a:pt x="990" y="58"/>
                  <a:pt x="902" y="6"/>
                  <a:pt x="804" y="6"/>
                </a:cubicBezTo>
                <a:cubicBezTo>
                  <a:pt x="778" y="6"/>
                  <a:pt x="752" y="10"/>
                  <a:pt x="725" y="17"/>
                </a:cubicBezTo>
                <a:cubicBezTo>
                  <a:pt x="656" y="41"/>
                  <a:pt x="587" y="86"/>
                  <a:pt x="527" y="139"/>
                </a:cubicBezTo>
                <a:lnTo>
                  <a:pt x="527" y="139"/>
                </a:lnTo>
                <a:cubicBezTo>
                  <a:pt x="434" y="50"/>
                  <a:pt x="313" y="1"/>
                  <a:pt x="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53"/>
          <p:cNvSpPr/>
          <p:nvPr/>
        </p:nvSpPr>
        <p:spPr>
          <a:xfrm>
            <a:off x="1042406" y="264338"/>
            <a:ext cx="197513" cy="118170"/>
          </a:xfrm>
          <a:custGeom>
            <a:rect b="b" l="l" r="r" t="t"/>
            <a:pathLst>
              <a:path extrusionOk="0" h="770" w="1287">
                <a:moveTo>
                  <a:pt x="1" y="0"/>
                </a:moveTo>
                <a:cubicBezTo>
                  <a:pt x="273" y="73"/>
                  <a:pt x="454" y="344"/>
                  <a:pt x="417" y="634"/>
                </a:cubicBezTo>
                <a:cubicBezTo>
                  <a:pt x="417" y="670"/>
                  <a:pt x="417" y="706"/>
                  <a:pt x="454" y="743"/>
                </a:cubicBezTo>
                <a:cubicBezTo>
                  <a:pt x="481" y="761"/>
                  <a:pt x="512" y="770"/>
                  <a:pt x="542" y="770"/>
                </a:cubicBezTo>
                <a:cubicBezTo>
                  <a:pt x="571" y="770"/>
                  <a:pt x="598" y="761"/>
                  <a:pt x="617" y="743"/>
                </a:cubicBezTo>
                <a:cubicBezTo>
                  <a:pt x="707" y="634"/>
                  <a:pt x="834" y="562"/>
                  <a:pt x="961" y="525"/>
                </a:cubicBezTo>
                <a:cubicBezTo>
                  <a:pt x="975" y="524"/>
                  <a:pt x="990" y="523"/>
                  <a:pt x="1004" y="523"/>
                </a:cubicBezTo>
                <a:cubicBezTo>
                  <a:pt x="1130" y="523"/>
                  <a:pt x="1238" y="594"/>
                  <a:pt x="1287" y="725"/>
                </a:cubicBezTo>
                <a:cubicBezTo>
                  <a:pt x="1287" y="634"/>
                  <a:pt x="1250" y="562"/>
                  <a:pt x="1196" y="507"/>
                </a:cubicBezTo>
                <a:cubicBezTo>
                  <a:pt x="1124" y="453"/>
                  <a:pt x="1051" y="417"/>
                  <a:pt x="961" y="399"/>
                </a:cubicBezTo>
                <a:cubicBezTo>
                  <a:pt x="841" y="399"/>
                  <a:pt x="730" y="414"/>
                  <a:pt x="626" y="451"/>
                </a:cubicBezTo>
                <a:lnTo>
                  <a:pt x="626" y="451"/>
                </a:lnTo>
                <a:cubicBezTo>
                  <a:pt x="525" y="198"/>
                  <a:pt x="281" y="15"/>
                  <a:pt x="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6"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54"/>
          <p:cNvSpPr txBox="1"/>
          <p:nvPr>
            <p:ph idx="1" type="subTitle"/>
          </p:nvPr>
        </p:nvSpPr>
        <p:spPr>
          <a:xfrm>
            <a:off x="716600" y="1089525"/>
            <a:ext cx="7704000" cy="12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7" name="Google Shape;1147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8" name="Google Shape;1148;p54"/>
          <p:cNvSpPr/>
          <p:nvPr/>
        </p:nvSpPr>
        <p:spPr>
          <a:xfrm flipH="1">
            <a:off x="5051688" y="578325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4"/>
          <p:cNvSpPr/>
          <p:nvPr/>
        </p:nvSpPr>
        <p:spPr>
          <a:xfrm flipH="1">
            <a:off x="-756724" y="207964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0" name="Google Shape;1150;p54"/>
          <p:cNvGrpSpPr/>
          <p:nvPr/>
        </p:nvGrpSpPr>
        <p:grpSpPr>
          <a:xfrm flipH="1">
            <a:off x="-247408" y="172356"/>
            <a:ext cx="9632763" cy="4834803"/>
            <a:chOff x="-150583" y="172356"/>
            <a:chExt cx="9632763" cy="4834803"/>
          </a:xfrm>
        </p:grpSpPr>
        <p:sp>
          <p:nvSpPr>
            <p:cNvPr id="1151" name="Google Shape;1151;p54"/>
            <p:cNvSpPr/>
            <p:nvPr/>
          </p:nvSpPr>
          <p:spPr>
            <a:xfrm>
              <a:off x="8920154" y="217044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54"/>
            <p:cNvSpPr/>
            <p:nvPr/>
          </p:nvSpPr>
          <p:spPr>
            <a:xfrm>
              <a:off x="7033136" y="172356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54"/>
            <p:cNvSpPr/>
            <p:nvPr/>
          </p:nvSpPr>
          <p:spPr>
            <a:xfrm>
              <a:off x="7491000" y="308880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54"/>
            <p:cNvSpPr/>
            <p:nvPr/>
          </p:nvSpPr>
          <p:spPr>
            <a:xfrm>
              <a:off x="-99653" y="406812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54"/>
            <p:cNvSpPr/>
            <p:nvPr/>
          </p:nvSpPr>
          <p:spPr>
            <a:xfrm flipH="1" rot="10800000">
              <a:off x="8823223" y="385364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54"/>
            <p:cNvSpPr/>
            <p:nvPr/>
          </p:nvSpPr>
          <p:spPr>
            <a:xfrm flipH="1" rot="10800000">
              <a:off x="-150583" y="389945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54"/>
            <p:cNvSpPr/>
            <p:nvPr/>
          </p:nvSpPr>
          <p:spPr>
            <a:xfrm flipH="1" rot="10800000">
              <a:off x="8778643" y="2415358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54"/>
            <p:cNvSpPr/>
            <p:nvPr/>
          </p:nvSpPr>
          <p:spPr>
            <a:xfrm flipH="1" rot="10800000">
              <a:off x="1197129" y="4961359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0">
  <p:cSld name="CUSTOM_6_1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5"/>
          <p:cNvSpPr/>
          <p:nvPr/>
        </p:nvSpPr>
        <p:spPr>
          <a:xfrm rot="10800000">
            <a:off x="161983" y="-60960"/>
            <a:ext cx="8399455" cy="3266143"/>
          </a:xfrm>
          <a:custGeom>
            <a:rect b="b" l="l" r="r" t="t"/>
            <a:pathLst>
              <a:path extrusionOk="0" h="68383" w="196674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55"/>
          <p:cNvSpPr txBox="1"/>
          <p:nvPr>
            <p:ph idx="1" type="subTitle"/>
          </p:nvPr>
        </p:nvSpPr>
        <p:spPr>
          <a:xfrm>
            <a:off x="716600" y="1089525"/>
            <a:ext cx="7704000" cy="3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2" name="Google Shape;1162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3" name="Google Shape;1163;p55"/>
          <p:cNvGrpSpPr/>
          <p:nvPr/>
        </p:nvGrpSpPr>
        <p:grpSpPr>
          <a:xfrm flipH="1">
            <a:off x="-103928" y="285743"/>
            <a:ext cx="9489289" cy="4500391"/>
            <a:chOff x="-150589" y="285743"/>
            <a:chExt cx="9489289" cy="4500391"/>
          </a:xfrm>
        </p:grpSpPr>
        <p:sp>
          <p:nvSpPr>
            <p:cNvPr id="1164" name="Google Shape;1164;p55"/>
            <p:cNvSpPr/>
            <p:nvPr/>
          </p:nvSpPr>
          <p:spPr>
            <a:xfrm>
              <a:off x="8605479" y="803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55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5"/>
            <p:cNvSpPr/>
            <p:nvPr/>
          </p:nvSpPr>
          <p:spPr>
            <a:xfrm>
              <a:off x="8776675" y="13553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55"/>
            <p:cNvSpPr/>
            <p:nvPr/>
          </p:nvSpPr>
          <p:spPr>
            <a:xfrm>
              <a:off x="-27728" y="2548678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55"/>
            <p:cNvSpPr/>
            <p:nvPr/>
          </p:nvSpPr>
          <p:spPr>
            <a:xfrm flipH="1" rot="10800000">
              <a:off x="8499548" y="4285468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55"/>
            <p:cNvSpPr/>
            <p:nvPr/>
          </p:nvSpPr>
          <p:spPr>
            <a:xfrm flipH="1" rot="10800000">
              <a:off x="78005" y="2766605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55"/>
            <p:cNvSpPr/>
            <p:nvPr/>
          </p:nvSpPr>
          <p:spPr>
            <a:xfrm flipH="1" rot="10800000">
              <a:off x="8670743" y="373393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55"/>
            <p:cNvSpPr/>
            <p:nvPr/>
          </p:nvSpPr>
          <p:spPr>
            <a:xfrm flipH="1" rot="10800000">
              <a:off x="145179" y="4740334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2" name="Google Shape;1172;p55"/>
          <p:cNvSpPr/>
          <p:nvPr/>
        </p:nvSpPr>
        <p:spPr>
          <a:xfrm flipH="1">
            <a:off x="2760009" y="157328"/>
            <a:ext cx="171355" cy="98176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55"/>
          <p:cNvSpPr/>
          <p:nvPr/>
        </p:nvSpPr>
        <p:spPr>
          <a:xfrm flipH="1">
            <a:off x="2334767" y="220501"/>
            <a:ext cx="117345" cy="85483"/>
          </a:xfrm>
          <a:custGeom>
            <a:rect b="b" l="l" r="r" t="t"/>
            <a:pathLst>
              <a:path extrusionOk="0" h="660" w="906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55"/>
          <p:cNvSpPr/>
          <p:nvPr/>
        </p:nvSpPr>
        <p:spPr>
          <a:xfrm flipH="1">
            <a:off x="210930" y="1766162"/>
            <a:ext cx="112682" cy="54010"/>
          </a:xfrm>
          <a:custGeom>
            <a:rect b="b" l="l" r="r" t="t"/>
            <a:pathLst>
              <a:path extrusionOk="0" h="417" w="87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55"/>
          <p:cNvSpPr/>
          <p:nvPr/>
        </p:nvSpPr>
        <p:spPr>
          <a:xfrm flipH="1">
            <a:off x="8809121" y="3650339"/>
            <a:ext cx="126994" cy="62913"/>
          </a:xfrm>
          <a:custGeom>
            <a:rect b="b" l="l" r="r" t="t"/>
            <a:pathLst>
              <a:path extrusionOk="0" h="431" w="870">
                <a:moveTo>
                  <a:pt x="698" y="1"/>
                </a:moveTo>
                <a:cubicBezTo>
                  <a:pt x="657" y="1"/>
                  <a:pt x="615" y="11"/>
                  <a:pt x="580" y="32"/>
                </a:cubicBezTo>
                <a:cubicBezTo>
                  <a:pt x="524" y="65"/>
                  <a:pt x="483" y="112"/>
                  <a:pt x="446" y="164"/>
                </a:cubicBezTo>
                <a:lnTo>
                  <a:pt x="446" y="164"/>
                </a:lnTo>
                <a:cubicBezTo>
                  <a:pt x="382" y="129"/>
                  <a:pt x="312" y="112"/>
                  <a:pt x="244" y="112"/>
                </a:cubicBezTo>
                <a:cubicBezTo>
                  <a:pt x="157" y="112"/>
                  <a:pt x="71" y="140"/>
                  <a:pt x="0" y="195"/>
                </a:cubicBezTo>
                <a:cubicBezTo>
                  <a:pt x="29" y="184"/>
                  <a:pt x="60" y="179"/>
                  <a:pt x="90" y="179"/>
                </a:cubicBezTo>
                <a:cubicBezTo>
                  <a:pt x="213" y="179"/>
                  <a:pt x="341" y="260"/>
                  <a:pt x="399" y="376"/>
                </a:cubicBezTo>
                <a:cubicBezTo>
                  <a:pt x="417" y="394"/>
                  <a:pt x="435" y="412"/>
                  <a:pt x="471" y="431"/>
                </a:cubicBezTo>
                <a:cubicBezTo>
                  <a:pt x="525" y="431"/>
                  <a:pt x="562" y="394"/>
                  <a:pt x="562" y="340"/>
                </a:cubicBezTo>
                <a:cubicBezTo>
                  <a:pt x="562" y="268"/>
                  <a:pt x="598" y="177"/>
                  <a:pt x="634" y="123"/>
                </a:cubicBezTo>
                <a:cubicBezTo>
                  <a:pt x="670" y="74"/>
                  <a:pt x="731" y="50"/>
                  <a:pt x="788" y="50"/>
                </a:cubicBezTo>
                <a:cubicBezTo>
                  <a:pt x="817" y="50"/>
                  <a:pt x="845" y="56"/>
                  <a:pt x="869" y="68"/>
                </a:cubicBezTo>
                <a:cubicBezTo>
                  <a:pt x="826" y="25"/>
                  <a:pt x="762" y="1"/>
                  <a:pt x="6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5"/>
          <p:cNvSpPr/>
          <p:nvPr/>
        </p:nvSpPr>
        <p:spPr>
          <a:xfrm flipH="1">
            <a:off x="8601191" y="4458179"/>
            <a:ext cx="92691" cy="58534"/>
          </a:xfrm>
          <a:custGeom>
            <a:rect b="b" l="l" r="r" t="t"/>
            <a:pathLst>
              <a:path extrusionOk="0" h="401" w="635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8" name="Google Shape;1178;p56"/>
          <p:cNvGrpSpPr/>
          <p:nvPr/>
        </p:nvGrpSpPr>
        <p:grpSpPr>
          <a:xfrm>
            <a:off x="-328621" y="-11"/>
            <a:ext cx="10855212" cy="5143520"/>
            <a:chOff x="-328621" y="-11"/>
            <a:chExt cx="10855212" cy="5143520"/>
          </a:xfrm>
        </p:grpSpPr>
        <p:sp>
          <p:nvSpPr>
            <p:cNvPr id="1179" name="Google Shape;1179;p56"/>
            <p:cNvSpPr/>
            <p:nvPr/>
          </p:nvSpPr>
          <p:spPr>
            <a:xfrm flipH="1">
              <a:off x="157591" y="1587675"/>
              <a:ext cx="9143866" cy="3339826"/>
            </a:xfrm>
            <a:custGeom>
              <a:rect b="b" l="l" r="r" t="t"/>
              <a:pathLst>
                <a:path extrusionOk="0" h="68383" w="196674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56"/>
            <p:cNvSpPr/>
            <p:nvPr/>
          </p:nvSpPr>
          <p:spPr>
            <a:xfrm>
              <a:off x="4668226" y="0"/>
              <a:ext cx="4020684" cy="4020684"/>
            </a:xfrm>
            <a:custGeom>
              <a:rect b="b" l="l" r="r" t="t"/>
              <a:pathLst>
                <a:path extrusionOk="0" h="31022" w="31022">
                  <a:moveTo>
                    <a:pt x="17222" y="942"/>
                  </a:moveTo>
                  <a:cubicBezTo>
                    <a:pt x="25263" y="1884"/>
                    <a:pt x="31022" y="9164"/>
                    <a:pt x="30080" y="17204"/>
                  </a:cubicBezTo>
                  <a:cubicBezTo>
                    <a:pt x="29138" y="25263"/>
                    <a:pt x="21858" y="31022"/>
                    <a:pt x="13818" y="30080"/>
                  </a:cubicBezTo>
                  <a:cubicBezTo>
                    <a:pt x="5759" y="29138"/>
                    <a:pt x="0" y="21858"/>
                    <a:pt x="942" y="13800"/>
                  </a:cubicBezTo>
                  <a:cubicBezTo>
                    <a:pt x="1883" y="5759"/>
                    <a:pt x="9164" y="0"/>
                    <a:pt x="17222" y="9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1" name="Google Shape;1181;p56"/>
            <p:cNvGrpSpPr/>
            <p:nvPr/>
          </p:nvGrpSpPr>
          <p:grpSpPr>
            <a:xfrm>
              <a:off x="6238207" y="2723125"/>
              <a:ext cx="2905800" cy="1903286"/>
              <a:chOff x="5700400" y="3687875"/>
              <a:chExt cx="560500" cy="367125"/>
            </a:xfrm>
          </p:grpSpPr>
          <p:sp>
            <p:nvSpPr>
              <p:cNvPr id="1182" name="Google Shape;1182;p56"/>
              <p:cNvSpPr/>
              <p:nvPr/>
            </p:nvSpPr>
            <p:spPr>
              <a:xfrm>
                <a:off x="5805425" y="3869350"/>
                <a:ext cx="28550" cy="72900"/>
              </a:xfrm>
              <a:custGeom>
                <a:rect b="b" l="l" r="r" t="t"/>
                <a:pathLst>
                  <a:path extrusionOk="0" h="2916" w="1142">
                    <a:moveTo>
                      <a:pt x="906" y="0"/>
                    </a:moveTo>
                    <a:lnTo>
                      <a:pt x="19" y="199"/>
                    </a:lnTo>
                    <a:cubicBezTo>
                      <a:pt x="1" y="562"/>
                      <a:pt x="490" y="1159"/>
                      <a:pt x="490" y="1159"/>
                    </a:cubicBezTo>
                    <a:cubicBezTo>
                      <a:pt x="490" y="1159"/>
                      <a:pt x="218" y="1829"/>
                      <a:pt x="182" y="1956"/>
                    </a:cubicBezTo>
                    <a:cubicBezTo>
                      <a:pt x="73" y="2155"/>
                      <a:pt x="55" y="2373"/>
                      <a:pt x="109" y="2590"/>
                    </a:cubicBezTo>
                    <a:cubicBezTo>
                      <a:pt x="164" y="2753"/>
                      <a:pt x="309" y="2880"/>
                      <a:pt x="472" y="2916"/>
                    </a:cubicBezTo>
                    <a:cubicBezTo>
                      <a:pt x="417" y="2861"/>
                      <a:pt x="399" y="2753"/>
                      <a:pt x="417" y="2680"/>
                    </a:cubicBezTo>
                    <a:lnTo>
                      <a:pt x="417" y="2680"/>
                    </a:lnTo>
                    <a:cubicBezTo>
                      <a:pt x="465" y="2759"/>
                      <a:pt x="539" y="2811"/>
                      <a:pt x="630" y="2811"/>
                    </a:cubicBezTo>
                    <a:cubicBezTo>
                      <a:pt x="643" y="2811"/>
                      <a:pt x="657" y="2810"/>
                      <a:pt x="671" y="2807"/>
                    </a:cubicBezTo>
                    <a:cubicBezTo>
                      <a:pt x="544" y="2717"/>
                      <a:pt x="580" y="2481"/>
                      <a:pt x="580" y="2481"/>
                    </a:cubicBezTo>
                    <a:lnTo>
                      <a:pt x="580" y="2481"/>
                    </a:lnTo>
                    <a:cubicBezTo>
                      <a:pt x="616" y="2572"/>
                      <a:pt x="707" y="2626"/>
                      <a:pt x="798" y="2626"/>
                    </a:cubicBezTo>
                    <a:cubicBezTo>
                      <a:pt x="743" y="2572"/>
                      <a:pt x="707" y="2481"/>
                      <a:pt x="707" y="2409"/>
                    </a:cubicBezTo>
                    <a:cubicBezTo>
                      <a:pt x="707" y="2264"/>
                      <a:pt x="526" y="2083"/>
                      <a:pt x="526" y="2083"/>
                    </a:cubicBezTo>
                    <a:cubicBezTo>
                      <a:pt x="598" y="1992"/>
                      <a:pt x="689" y="1902"/>
                      <a:pt x="779" y="1829"/>
                    </a:cubicBezTo>
                    <a:cubicBezTo>
                      <a:pt x="979" y="1612"/>
                      <a:pt x="1142" y="1358"/>
                      <a:pt x="1051" y="1069"/>
                    </a:cubicBezTo>
                    <a:cubicBezTo>
                      <a:pt x="960" y="779"/>
                      <a:pt x="852" y="743"/>
                      <a:pt x="960" y="543"/>
                    </a:cubicBezTo>
                    <a:cubicBezTo>
                      <a:pt x="1069" y="344"/>
                      <a:pt x="906" y="0"/>
                      <a:pt x="9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56"/>
              <p:cNvSpPr/>
              <p:nvPr/>
            </p:nvSpPr>
            <p:spPr>
              <a:xfrm>
                <a:off x="5739775" y="3847600"/>
                <a:ext cx="73375" cy="24925"/>
              </a:xfrm>
              <a:custGeom>
                <a:rect b="b" l="l" r="r" t="t"/>
                <a:pathLst>
                  <a:path extrusionOk="0" h="997" w="2935">
                    <a:moveTo>
                      <a:pt x="1305" y="1"/>
                    </a:moveTo>
                    <a:lnTo>
                      <a:pt x="689" y="327"/>
                    </a:lnTo>
                    <a:lnTo>
                      <a:pt x="725" y="200"/>
                    </a:lnTo>
                    <a:lnTo>
                      <a:pt x="472" y="454"/>
                    </a:lnTo>
                    <a:lnTo>
                      <a:pt x="472" y="454"/>
                    </a:lnTo>
                    <a:lnTo>
                      <a:pt x="508" y="273"/>
                    </a:lnTo>
                    <a:lnTo>
                      <a:pt x="73" y="617"/>
                    </a:lnTo>
                    <a:lnTo>
                      <a:pt x="1" y="834"/>
                    </a:lnTo>
                    <a:lnTo>
                      <a:pt x="1069" y="997"/>
                    </a:lnTo>
                    <a:lnTo>
                      <a:pt x="2518" y="562"/>
                    </a:lnTo>
                    <a:lnTo>
                      <a:pt x="2935" y="182"/>
                    </a:lnTo>
                    <a:lnTo>
                      <a:pt x="2935" y="182"/>
                    </a:lnTo>
                    <a:lnTo>
                      <a:pt x="2301" y="327"/>
                    </a:lnTo>
                    <a:lnTo>
                      <a:pt x="2446" y="182"/>
                    </a:lnTo>
                    <a:lnTo>
                      <a:pt x="2120" y="273"/>
                    </a:lnTo>
                    <a:lnTo>
                      <a:pt x="2192" y="128"/>
                    </a:lnTo>
                    <a:lnTo>
                      <a:pt x="1631" y="291"/>
                    </a:lnTo>
                    <a:lnTo>
                      <a:pt x="1631" y="291"/>
                    </a:lnTo>
                    <a:lnTo>
                      <a:pt x="1776" y="19"/>
                    </a:lnTo>
                    <a:lnTo>
                      <a:pt x="1776" y="19"/>
                    </a:lnTo>
                    <a:lnTo>
                      <a:pt x="1196" y="291"/>
                    </a:lnTo>
                    <a:lnTo>
                      <a:pt x="1196" y="291"/>
                    </a:lnTo>
                    <a:lnTo>
                      <a:pt x="13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84" name="Google Shape;1184;p56"/>
              <p:cNvGrpSpPr/>
              <p:nvPr/>
            </p:nvGrpSpPr>
            <p:grpSpPr>
              <a:xfrm>
                <a:off x="5700400" y="3687875"/>
                <a:ext cx="560500" cy="367125"/>
                <a:chOff x="5700400" y="3687875"/>
                <a:chExt cx="560500" cy="367125"/>
              </a:xfrm>
            </p:grpSpPr>
            <p:sp>
              <p:nvSpPr>
                <p:cNvPr id="1185" name="Google Shape;1185;p56"/>
                <p:cNvSpPr/>
                <p:nvPr/>
              </p:nvSpPr>
              <p:spPr>
                <a:xfrm>
                  <a:off x="5865650" y="3708175"/>
                  <a:ext cx="395250" cy="209175"/>
                </a:xfrm>
                <a:custGeom>
                  <a:rect b="b" l="l" r="r" t="t"/>
                  <a:pathLst>
                    <a:path extrusionOk="0" h="8367" w="15810">
                      <a:moveTo>
                        <a:pt x="6465" y="0"/>
                      </a:moveTo>
                      <a:lnTo>
                        <a:pt x="5596" y="326"/>
                      </a:lnTo>
                      <a:cubicBezTo>
                        <a:pt x="4419" y="2825"/>
                        <a:pt x="2445" y="4872"/>
                        <a:pt x="0" y="6157"/>
                      </a:cubicBezTo>
                      <a:lnTo>
                        <a:pt x="1250" y="7968"/>
                      </a:lnTo>
                      <a:cubicBezTo>
                        <a:pt x="1517" y="7729"/>
                        <a:pt x="1843" y="7641"/>
                        <a:pt x="2178" y="7641"/>
                      </a:cubicBezTo>
                      <a:cubicBezTo>
                        <a:pt x="3139" y="7641"/>
                        <a:pt x="4184" y="8367"/>
                        <a:pt x="4184" y="8367"/>
                      </a:cubicBezTo>
                      <a:cubicBezTo>
                        <a:pt x="4915" y="6729"/>
                        <a:pt x="6182" y="6351"/>
                        <a:pt x="7195" y="6351"/>
                      </a:cubicBezTo>
                      <a:cubicBezTo>
                        <a:pt x="8064" y="6351"/>
                        <a:pt x="8747" y="6628"/>
                        <a:pt x="8747" y="6628"/>
                      </a:cubicBezTo>
                      <a:cubicBezTo>
                        <a:pt x="9521" y="4345"/>
                        <a:pt x="11444" y="3805"/>
                        <a:pt x="13089" y="3805"/>
                      </a:cubicBezTo>
                      <a:cubicBezTo>
                        <a:pt x="14561" y="3805"/>
                        <a:pt x="15810" y="4238"/>
                        <a:pt x="15810" y="4238"/>
                      </a:cubicBezTo>
                      <a:cubicBezTo>
                        <a:pt x="12959" y="1093"/>
                        <a:pt x="10004" y="466"/>
                        <a:pt x="8099" y="466"/>
                      </a:cubicBezTo>
                      <a:cubicBezTo>
                        <a:pt x="6833" y="466"/>
                        <a:pt x="6031" y="743"/>
                        <a:pt x="6031" y="743"/>
                      </a:cubicBezTo>
                      <a:lnTo>
                        <a:pt x="64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6" name="Google Shape;1186;p56"/>
                <p:cNvSpPr/>
                <p:nvPr/>
              </p:nvSpPr>
              <p:spPr>
                <a:xfrm>
                  <a:off x="5710800" y="3687875"/>
                  <a:ext cx="147625" cy="182400"/>
                </a:xfrm>
                <a:custGeom>
                  <a:rect b="b" l="l" r="r" t="t"/>
                  <a:pathLst>
                    <a:path extrusionOk="0" h="7296" w="5905">
                      <a:moveTo>
                        <a:pt x="1595" y="0"/>
                      </a:moveTo>
                      <a:cubicBezTo>
                        <a:pt x="1123" y="0"/>
                        <a:pt x="593" y="53"/>
                        <a:pt x="1" y="178"/>
                      </a:cubicBezTo>
                      <a:cubicBezTo>
                        <a:pt x="1" y="178"/>
                        <a:pt x="3134" y="758"/>
                        <a:pt x="2319" y="3999"/>
                      </a:cubicBezTo>
                      <a:cubicBezTo>
                        <a:pt x="2319" y="3999"/>
                        <a:pt x="4184" y="4217"/>
                        <a:pt x="3749" y="6589"/>
                      </a:cubicBezTo>
                      <a:cubicBezTo>
                        <a:pt x="3749" y="6589"/>
                        <a:pt x="3892" y="6563"/>
                        <a:pt x="4088" y="6563"/>
                      </a:cubicBezTo>
                      <a:cubicBezTo>
                        <a:pt x="4480" y="6563"/>
                        <a:pt x="5084" y="6668"/>
                        <a:pt x="5180" y="7295"/>
                      </a:cubicBezTo>
                      <a:lnTo>
                        <a:pt x="5904" y="7024"/>
                      </a:lnTo>
                      <a:cubicBezTo>
                        <a:pt x="5904" y="7024"/>
                        <a:pt x="4836" y="4706"/>
                        <a:pt x="5397" y="1482"/>
                      </a:cubicBezTo>
                      <a:lnTo>
                        <a:pt x="5108" y="993"/>
                      </a:lnTo>
                      <a:lnTo>
                        <a:pt x="5053" y="1609"/>
                      </a:lnTo>
                      <a:cubicBezTo>
                        <a:pt x="5053" y="1609"/>
                        <a:pt x="4197" y="0"/>
                        <a:pt x="159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56"/>
                <p:cNvSpPr/>
                <p:nvPr/>
              </p:nvSpPr>
              <p:spPr>
                <a:xfrm>
                  <a:off x="5997850" y="4011950"/>
                  <a:ext cx="34875" cy="14975"/>
                </a:xfrm>
                <a:custGeom>
                  <a:rect b="b" l="l" r="r" t="t"/>
                  <a:pathLst>
                    <a:path extrusionOk="0" h="599" w="1395">
                      <a:moveTo>
                        <a:pt x="562" y="1"/>
                      </a:moveTo>
                      <a:lnTo>
                        <a:pt x="0" y="218"/>
                      </a:lnTo>
                      <a:lnTo>
                        <a:pt x="0" y="598"/>
                      </a:lnTo>
                      <a:lnTo>
                        <a:pt x="688" y="598"/>
                      </a:lnTo>
                      <a:lnTo>
                        <a:pt x="1395" y="73"/>
                      </a:lnTo>
                      <a:lnTo>
                        <a:pt x="5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p56"/>
                <p:cNvSpPr/>
                <p:nvPr/>
              </p:nvSpPr>
              <p:spPr>
                <a:xfrm>
                  <a:off x="5880575" y="3926375"/>
                  <a:ext cx="41675" cy="128625"/>
                </a:xfrm>
                <a:custGeom>
                  <a:rect b="b" l="l" r="r" t="t"/>
                  <a:pathLst>
                    <a:path extrusionOk="0" h="5145" w="1667">
                      <a:moveTo>
                        <a:pt x="924" y="1"/>
                      </a:moveTo>
                      <a:cubicBezTo>
                        <a:pt x="345" y="273"/>
                        <a:pt x="1" y="1486"/>
                        <a:pt x="19" y="1812"/>
                      </a:cubicBezTo>
                      <a:cubicBezTo>
                        <a:pt x="55" y="2156"/>
                        <a:pt x="671" y="3297"/>
                        <a:pt x="725" y="3460"/>
                      </a:cubicBezTo>
                      <a:cubicBezTo>
                        <a:pt x="798" y="3623"/>
                        <a:pt x="689" y="4003"/>
                        <a:pt x="761" y="4329"/>
                      </a:cubicBezTo>
                      <a:cubicBezTo>
                        <a:pt x="780" y="4583"/>
                        <a:pt x="689" y="4818"/>
                        <a:pt x="544" y="5017"/>
                      </a:cubicBezTo>
                      <a:cubicBezTo>
                        <a:pt x="671" y="4981"/>
                        <a:pt x="798" y="4872"/>
                        <a:pt x="870" y="4746"/>
                      </a:cubicBezTo>
                      <a:lnTo>
                        <a:pt x="870" y="4746"/>
                      </a:lnTo>
                      <a:cubicBezTo>
                        <a:pt x="870" y="4891"/>
                        <a:pt x="852" y="5017"/>
                        <a:pt x="780" y="5144"/>
                      </a:cubicBezTo>
                      <a:cubicBezTo>
                        <a:pt x="888" y="5108"/>
                        <a:pt x="979" y="5017"/>
                        <a:pt x="1015" y="4909"/>
                      </a:cubicBezTo>
                      <a:cubicBezTo>
                        <a:pt x="1051" y="4963"/>
                        <a:pt x="1069" y="5035"/>
                        <a:pt x="1069" y="5090"/>
                      </a:cubicBezTo>
                      <a:cubicBezTo>
                        <a:pt x="1160" y="4981"/>
                        <a:pt x="1178" y="4800"/>
                        <a:pt x="1124" y="4673"/>
                      </a:cubicBezTo>
                      <a:cubicBezTo>
                        <a:pt x="1033" y="4383"/>
                        <a:pt x="1269" y="3967"/>
                        <a:pt x="1395" y="3677"/>
                      </a:cubicBezTo>
                      <a:cubicBezTo>
                        <a:pt x="1504" y="3387"/>
                        <a:pt x="1142" y="3532"/>
                        <a:pt x="1178" y="3261"/>
                      </a:cubicBezTo>
                      <a:cubicBezTo>
                        <a:pt x="1196" y="2935"/>
                        <a:pt x="1124" y="2609"/>
                        <a:pt x="979" y="2319"/>
                      </a:cubicBezTo>
                      <a:cubicBezTo>
                        <a:pt x="816" y="1866"/>
                        <a:pt x="1667" y="1721"/>
                        <a:pt x="1667" y="1721"/>
                      </a:cubicBezTo>
                      <a:lnTo>
                        <a:pt x="92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p56"/>
                <p:cNvSpPr/>
                <p:nvPr/>
              </p:nvSpPr>
              <p:spPr>
                <a:xfrm>
                  <a:off x="5859300" y="3914625"/>
                  <a:ext cx="41225" cy="126775"/>
                </a:xfrm>
                <a:custGeom>
                  <a:rect b="b" l="l" r="r" t="t"/>
                  <a:pathLst>
                    <a:path extrusionOk="0" h="5071" w="1649">
                      <a:moveTo>
                        <a:pt x="1087" y="0"/>
                      </a:moveTo>
                      <a:cubicBezTo>
                        <a:pt x="472" y="217"/>
                        <a:pt x="19" y="1395"/>
                        <a:pt x="1" y="1721"/>
                      </a:cubicBezTo>
                      <a:cubicBezTo>
                        <a:pt x="1" y="2047"/>
                        <a:pt x="508" y="3242"/>
                        <a:pt x="562" y="3405"/>
                      </a:cubicBezTo>
                      <a:cubicBezTo>
                        <a:pt x="616" y="3568"/>
                        <a:pt x="472" y="3948"/>
                        <a:pt x="508" y="4274"/>
                      </a:cubicBezTo>
                      <a:cubicBezTo>
                        <a:pt x="490" y="4528"/>
                        <a:pt x="381" y="4763"/>
                        <a:pt x="200" y="4926"/>
                      </a:cubicBezTo>
                      <a:cubicBezTo>
                        <a:pt x="345" y="4908"/>
                        <a:pt x="472" y="4817"/>
                        <a:pt x="562" y="4691"/>
                      </a:cubicBezTo>
                      <a:lnTo>
                        <a:pt x="562" y="4691"/>
                      </a:lnTo>
                      <a:cubicBezTo>
                        <a:pt x="562" y="4835"/>
                        <a:pt x="508" y="4962"/>
                        <a:pt x="435" y="5071"/>
                      </a:cubicBezTo>
                      <a:cubicBezTo>
                        <a:pt x="562" y="5053"/>
                        <a:pt x="653" y="4962"/>
                        <a:pt x="689" y="4853"/>
                      </a:cubicBezTo>
                      <a:cubicBezTo>
                        <a:pt x="725" y="4908"/>
                        <a:pt x="743" y="4980"/>
                        <a:pt x="743" y="5053"/>
                      </a:cubicBezTo>
                      <a:cubicBezTo>
                        <a:pt x="834" y="4944"/>
                        <a:pt x="870" y="4781"/>
                        <a:pt x="834" y="4636"/>
                      </a:cubicBezTo>
                      <a:cubicBezTo>
                        <a:pt x="761" y="4328"/>
                        <a:pt x="1051" y="3948"/>
                        <a:pt x="1196" y="3676"/>
                      </a:cubicBezTo>
                      <a:cubicBezTo>
                        <a:pt x="1323" y="3387"/>
                        <a:pt x="961" y="3513"/>
                        <a:pt x="1015" y="3242"/>
                      </a:cubicBezTo>
                      <a:cubicBezTo>
                        <a:pt x="1069" y="2916"/>
                        <a:pt x="1033" y="2590"/>
                        <a:pt x="924" y="2282"/>
                      </a:cubicBezTo>
                      <a:cubicBezTo>
                        <a:pt x="798" y="1829"/>
                        <a:pt x="1649" y="1757"/>
                        <a:pt x="1649" y="1757"/>
                      </a:cubicBezTo>
                      <a:lnTo>
                        <a:pt x="10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p56"/>
                <p:cNvSpPr/>
                <p:nvPr/>
              </p:nvSpPr>
              <p:spPr>
                <a:xfrm>
                  <a:off x="5784600" y="3870250"/>
                  <a:ext cx="38500" cy="69300"/>
                </a:xfrm>
                <a:custGeom>
                  <a:rect b="b" l="l" r="r" t="t"/>
                  <a:pathLst>
                    <a:path extrusionOk="0" h="2772" w="1540">
                      <a:moveTo>
                        <a:pt x="580" y="0"/>
                      </a:moveTo>
                      <a:cubicBezTo>
                        <a:pt x="453" y="363"/>
                        <a:pt x="761" y="1069"/>
                        <a:pt x="761" y="1069"/>
                      </a:cubicBezTo>
                      <a:cubicBezTo>
                        <a:pt x="761" y="1069"/>
                        <a:pt x="309" y="1648"/>
                        <a:pt x="236" y="1757"/>
                      </a:cubicBezTo>
                      <a:cubicBezTo>
                        <a:pt x="91" y="1902"/>
                        <a:pt x="1" y="2119"/>
                        <a:pt x="1" y="2337"/>
                      </a:cubicBezTo>
                      <a:cubicBezTo>
                        <a:pt x="1" y="2518"/>
                        <a:pt x="91" y="2681"/>
                        <a:pt x="254" y="2771"/>
                      </a:cubicBezTo>
                      <a:cubicBezTo>
                        <a:pt x="218" y="2681"/>
                        <a:pt x="218" y="2590"/>
                        <a:pt x="272" y="2518"/>
                      </a:cubicBezTo>
                      <a:cubicBezTo>
                        <a:pt x="272" y="2626"/>
                        <a:pt x="363" y="2699"/>
                        <a:pt x="471" y="2717"/>
                      </a:cubicBezTo>
                      <a:cubicBezTo>
                        <a:pt x="363" y="2590"/>
                        <a:pt x="490" y="2373"/>
                        <a:pt x="490" y="2373"/>
                      </a:cubicBezTo>
                      <a:cubicBezTo>
                        <a:pt x="490" y="2463"/>
                        <a:pt x="544" y="2554"/>
                        <a:pt x="634" y="2572"/>
                      </a:cubicBezTo>
                      <a:cubicBezTo>
                        <a:pt x="598" y="2500"/>
                        <a:pt x="598" y="2409"/>
                        <a:pt x="616" y="2318"/>
                      </a:cubicBezTo>
                      <a:cubicBezTo>
                        <a:pt x="634" y="2192"/>
                        <a:pt x="598" y="2065"/>
                        <a:pt x="544" y="1956"/>
                      </a:cubicBezTo>
                      <a:cubicBezTo>
                        <a:pt x="634" y="1884"/>
                        <a:pt x="743" y="1829"/>
                        <a:pt x="852" y="1775"/>
                      </a:cubicBezTo>
                      <a:cubicBezTo>
                        <a:pt x="1105" y="1630"/>
                        <a:pt x="1341" y="1431"/>
                        <a:pt x="1323" y="1141"/>
                      </a:cubicBezTo>
                      <a:cubicBezTo>
                        <a:pt x="1323" y="833"/>
                        <a:pt x="1232" y="761"/>
                        <a:pt x="1377" y="616"/>
                      </a:cubicBezTo>
                      <a:cubicBezTo>
                        <a:pt x="1540" y="453"/>
                        <a:pt x="1486" y="73"/>
                        <a:pt x="1486" y="73"/>
                      </a:cubicBezTo>
                      <a:lnTo>
                        <a:pt x="5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56"/>
                <p:cNvSpPr/>
                <p:nvPr/>
              </p:nvSpPr>
              <p:spPr>
                <a:xfrm>
                  <a:off x="5700400" y="3839000"/>
                  <a:ext cx="301550" cy="189625"/>
                </a:xfrm>
                <a:custGeom>
                  <a:rect b="b" l="l" r="r" t="t"/>
                  <a:pathLst>
                    <a:path extrusionOk="0" h="7585" w="12062">
                      <a:moveTo>
                        <a:pt x="1938" y="1"/>
                      </a:moveTo>
                      <a:cubicBezTo>
                        <a:pt x="1938" y="1"/>
                        <a:pt x="942" y="508"/>
                        <a:pt x="1051" y="1305"/>
                      </a:cubicBezTo>
                      <a:cubicBezTo>
                        <a:pt x="743" y="1377"/>
                        <a:pt x="525" y="1649"/>
                        <a:pt x="507" y="1957"/>
                      </a:cubicBezTo>
                      <a:cubicBezTo>
                        <a:pt x="507" y="2246"/>
                        <a:pt x="344" y="2518"/>
                        <a:pt x="91" y="2663"/>
                      </a:cubicBezTo>
                      <a:cubicBezTo>
                        <a:pt x="0" y="2754"/>
                        <a:pt x="199" y="3079"/>
                        <a:pt x="489" y="3170"/>
                      </a:cubicBezTo>
                      <a:lnTo>
                        <a:pt x="707" y="3206"/>
                      </a:lnTo>
                      <a:cubicBezTo>
                        <a:pt x="719" y="3207"/>
                        <a:pt x="730" y="3208"/>
                        <a:pt x="742" y="3208"/>
                      </a:cubicBezTo>
                      <a:cubicBezTo>
                        <a:pt x="964" y="3208"/>
                        <a:pt x="1162" y="3050"/>
                        <a:pt x="1214" y="2844"/>
                      </a:cubicBezTo>
                      <a:cubicBezTo>
                        <a:pt x="1395" y="2500"/>
                        <a:pt x="1739" y="2283"/>
                        <a:pt x="2119" y="2283"/>
                      </a:cubicBezTo>
                      <a:cubicBezTo>
                        <a:pt x="3423" y="2301"/>
                        <a:pt x="4039" y="2663"/>
                        <a:pt x="4039" y="2663"/>
                      </a:cubicBezTo>
                      <a:cubicBezTo>
                        <a:pt x="4076" y="2658"/>
                        <a:pt x="4112" y="2655"/>
                        <a:pt x="4146" y="2655"/>
                      </a:cubicBezTo>
                      <a:cubicBezTo>
                        <a:pt x="4849" y="2655"/>
                        <a:pt x="5005" y="3677"/>
                        <a:pt x="5868" y="4401"/>
                      </a:cubicBezTo>
                      <a:cubicBezTo>
                        <a:pt x="6610" y="5017"/>
                        <a:pt x="8059" y="5687"/>
                        <a:pt x="8059" y="5687"/>
                      </a:cubicBezTo>
                      <a:cubicBezTo>
                        <a:pt x="8608" y="7299"/>
                        <a:pt x="10113" y="7585"/>
                        <a:pt x="11113" y="7585"/>
                      </a:cubicBezTo>
                      <a:cubicBezTo>
                        <a:pt x="11664" y="7585"/>
                        <a:pt x="12061" y="7498"/>
                        <a:pt x="12061" y="7498"/>
                      </a:cubicBezTo>
                      <a:lnTo>
                        <a:pt x="12025" y="7118"/>
                      </a:lnTo>
                      <a:cubicBezTo>
                        <a:pt x="11841" y="7176"/>
                        <a:pt x="11665" y="7204"/>
                        <a:pt x="11496" y="7204"/>
                      </a:cubicBezTo>
                      <a:cubicBezTo>
                        <a:pt x="10186" y="7204"/>
                        <a:pt x="9290" y="5502"/>
                        <a:pt x="8168" y="2663"/>
                      </a:cubicBezTo>
                      <a:cubicBezTo>
                        <a:pt x="7519" y="1014"/>
                        <a:pt x="6155" y="611"/>
                        <a:pt x="4978" y="611"/>
                      </a:cubicBezTo>
                      <a:cubicBezTo>
                        <a:pt x="3853" y="611"/>
                        <a:pt x="2898" y="979"/>
                        <a:pt x="2898" y="979"/>
                      </a:cubicBezTo>
                      <a:cubicBezTo>
                        <a:pt x="2827" y="976"/>
                        <a:pt x="2757" y="974"/>
                        <a:pt x="2686" y="974"/>
                      </a:cubicBezTo>
                      <a:cubicBezTo>
                        <a:pt x="2358" y="974"/>
                        <a:pt x="2030" y="1007"/>
                        <a:pt x="1703" y="1051"/>
                      </a:cubicBezTo>
                      <a:cubicBezTo>
                        <a:pt x="1811" y="743"/>
                        <a:pt x="2029" y="472"/>
                        <a:pt x="2318" y="291"/>
                      </a:cubicBezTo>
                      <a:lnTo>
                        <a:pt x="2318" y="291"/>
                      </a:lnTo>
                      <a:cubicBezTo>
                        <a:pt x="2318" y="291"/>
                        <a:pt x="1793" y="417"/>
                        <a:pt x="1612" y="653"/>
                      </a:cubicBezTo>
                      <a:cubicBezTo>
                        <a:pt x="1648" y="417"/>
                        <a:pt x="1757" y="182"/>
                        <a:pt x="193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92" name="Google Shape;1192;p56"/>
            <p:cNvGrpSpPr/>
            <p:nvPr/>
          </p:nvGrpSpPr>
          <p:grpSpPr>
            <a:xfrm>
              <a:off x="7160623" y="1944703"/>
              <a:ext cx="664368" cy="430815"/>
              <a:chOff x="5878325" y="3537725"/>
              <a:chExt cx="128150" cy="83100"/>
            </a:xfrm>
          </p:grpSpPr>
          <p:sp>
            <p:nvSpPr>
              <p:cNvPr id="1193" name="Google Shape;1193;p56"/>
              <p:cNvSpPr/>
              <p:nvPr/>
            </p:nvSpPr>
            <p:spPr>
              <a:xfrm>
                <a:off x="5921325" y="3543375"/>
                <a:ext cx="85150" cy="43025"/>
              </a:xfrm>
              <a:custGeom>
                <a:rect b="b" l="l" r="r" t="t"/>
                <a:pathLst>
                  <a:path extrusionOk="0" h="1721" w="3406">
                    <a:moveTo>
                      <a:pt x="1232" y="0"/>
                    </a:moveTo>
                    <a:lnTo>
                      <a:pt x="1051" y="91"/>
                    </a:lnTo>
                    <a:cubicBezTo>
                      <a:pt x="852" y="616"/>
                      <a:pt x="472" y="1069"/>
                      <a:pt x="1" y="1359"/>
                    </a:cubicBezTo>
                    <a:lnTo>
                      <a:pt x="327" y="1703"/>
                    </a:lnTo>
                    <a:cubicBezTo>
                      <a:pt x="390" y="1634"/>
                      <a:pt x="478" y="1611"/>
                      <a:pt x="569" y="1611"/>
                    </a:cubicBezTo>
                    <a:cubicBezTo>
                      <a:pt x="767" y="1611"/>
                      <a:pt x="979" y="1721"/>
                      <a:pt x="979" y="1721"/>
                    </a:cubicBezTo>
                    <a:cubicBezTo>
                      <a:pt x="1105" y="1317"/>
                      <a:pt x="1452" y="1244"/>
                      <a:pt x="1688" y="1244"/>
                    </a:cubicBezTo>
                    <a:cubicBezTo>
                      <a:pt x="1822" y="1244"/>
                      <a:pt x="1920" y="1268"/>
                      <a:pt x="1920" y="1268"/>
                    </a:cubicBezTo>
                    <a:cubicBezTo>
                      <a:pt x="2044" y="718"/>
                      <a:pt x="2585" y="613"/>
                      <a:pt x="2979" y="613"/>
                    </a:cubicBezTo>
                    <a:cubicBezTo>
                      <a:pt x="3220" y="613"/>
                      <a:pt x="3405" y="652"/>
                      <a:pt x="3405" y="652"/>
                    </a:cubicBezTo>
                    <a:cubicBezTo>
                      <a:pt x="2796" y="172"/>
                      <a:pt x="2224" y="55"/>
                      <a:pt x="1810" y="55"/>
                    </a:cubicBezTo>
                    <a:cubicBezTo>
                      <a:pt x="1412" y="55"/>
                      <a:pt x="1160" y="163"/>
                      <a:pt x="1160" y="163"/>
                    </a:cubicBezTo>
                    <a:lnTo>
                      <a:pt x="12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56"/>
              <p:cNvSpPr/>
              <p:nvPr/>
            </p:nvSpPr>
            <p:spPr>
              <a:xfrm>
                <a:off x="5878325" y="3537725"/>
                <a:ext cx="39400" cy="40525"/>
              </a:xfrm>
              <a:custGeom>
                <a:rect b="b" l="l" r="r" t="t"/>
                <a:pathLst>
                  <a:path extrusionOk="0" h="1621" w="1576">
                    <a:moveTo>
                      <a:pt x="534" y="0"/>
                    </a:moveTo>
                    <a:cubicBezTo>
                      <a:pt x="384" y="0"/>
                      <a:pt x="207" y="28"/>
                      <a:pt x="0" y="100"/>
                    </a:cubicBezTo>
                    <a:cubicBezTo>
                      <a:pt x="435" y="118"/>
                      <a:pt x="725" y="498"/>
                      <a:pt x="652" y="933"/>
                    </a:cubicBezTo>
                    <a:cubicBezTo>
                      <a:pt x="652" y="933"/>
                      <a:pt x="1105" y="933"/>
                      <a:pt x="1051" y="1494"/>
                    </a:cubicBezTo>
                    <a:cubicBezTo>
                      <a:pt x="1051" y="1494"/>
                      <a:pt x="1114" y="1475"/>
                      <a:pt x="1189" y="1475"/>
                    </a:cubicBezTo>
                    <a:cubicBezTo>
                      <a:pt x="1278" y="1475"/>
                      <a:pt x="1383" y="1502"/>
                      <a:pt x="1413" y="1621"/>
                    </a:cubicBezTo>
                    <a:lnTo>
                      <a:pt x="1576" y="1530"/>
                    </a:lnTo>
                    <a:cubicBezTo>
                      <a:pt x="1359" y="1150"/>
                      <a:pt x="1268" y="697"/>
                      <a:pt x="1304" y="244"/>
                    </a:cubicBezTo>
                    <a:lnTo>
                      <a:pt x="1232" y="154"/>
                    </a:lnTo>
                    <a:lnTo>
                      <a:pt x="1232" y="299"/>
                    </a:lnTo>
                    <a:cubicBezTo>
                      <a:pt x="1232" y="299"/>
                      <a:pt x="1029" y="0"/>
                      <a:pt x="5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56"/>
              <p:cNvSpPr/>
              <p:nvPr/>
            </p:nvSpPr>
            <p:spPr>
              <a:xfrm>
                <a:off x="5956650" y="3607200"/>
                <a:ext cx="8175" cy="4100"/>
              </a:xfrm>
              <a:custGeom>
                <a:rect b="b" l="l" r="r" t="t"/>
                <a:pathLst>
                  <a:path extrusionOk="0" h="164" w="327">
                    <a:moveTo>
                      <a:pt x="127" y="1"/>
                    </a:moveTo>
                    <a:lnTo>
                      <a:pt x="0" y="73"/>
                    </a:lnTo>
                    <a:lnTo>
                      <a:pt x="0" y="164"/>
                    </a:lnTo>
                    <a:lnTo>
                      <a:pt x="163" y="146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56"/>
              <p:cNvSpPr/>
              <p:nvPr/>
            </p:nvSpPr>
            <p:spPr>
              <a:xfrm>
                <a:off x="5927225" y="3590450"/>
                <a:ext cx="10425" cy="30375"/>
              </a:xfrm>
              <a:custGeom>
                <a:rect b="b" l="l" r="r" t="t"/>
                <a:pathLst>
                  <a:path extrusionOk="0" h="1215" w="417">
                    <a:moveTo>
                      <a:pt x="181" y="1"/>
                    </a:moveTo>
                    <a:cubicBezTo>
                      <a:pt x="73" y="128"/>
                      <a:pt x="0" y="291"/>
                      <a:pt x="18" y="453"/>
                    </a:cubicBezTo>
                    <a:cubicBezTo>
                      <a:pt x="73" y="580"/>
                      <a:pt x="145" y="707"/>
                      <a:pt x="236" y="816"/>
                    </a:cubicBezTo>
                    <a:cubicBezTo>
                      <a:pt x="254" y="852"/>
                      <a:pt x="236" y="942"/>
                      <a:pt x="254" y="1033"/>
                    </a:cubicBezTo>
                    <a:cubicBezTo>
                      <a:pt x="272" y="1087"/>
                      <a:pt x="254" y="1142"/>
                      <a:pt x="217" y="1196"/>
                    </a:cubicBezTo>
                    <a:cubicBezTo>
                      <a:pt x="254" y="1178"/>
                      <a:pt x="290" y="1160"/>
                      <a:pt x="290" y="1124"/>
                    </a:cubicBezTo>
                    <a:cubicBezTo>
                      <a:pt x="308" y="1160"/>
                      <a:pt x="308" y="1178"/>
                      <a:pt x="290" y="1214"/>
                    </a:cubicBezTo>
                    <a:cubicBezTo>
                      <a:pt x="326" y="1196"/>
                      <a:pt x="344" y="1178"/>
                      <a:pt x="344" y="1160"/>
                    </a:cubicBezTo>
                    <a:cubicBezTo>
                      <a:pt x="362" y="1160"/>
                      <a:pt x="362" y="1178"/>
                      <a:pt x="362" y="1196"/>
                    </a:cubicBezTo>
                    <a:cubicBezTo>
                      <a:pt x="380" y="1160"/>
                      <a:pt x="380" y="1124"/>
                      <a:pt x="362" y="1105"/>
                    </a:cubicBezTo>
                    <a:cubicBezTo>
                      <a:pt x="344" y="1033"/>
                      <a:pt x="380" y="924"/>
                      <a:pt x="399" y="852"/>
                    </a:cubicBezTo>
                    <a:cubicBezTo>
                      <a:pt x="417" y="779"/>
                      <a:pt x="344" y="834"/>
                      <a:pt x="344" y="761"/>
                    </a:cubicBezTo>
                    <a:cubicBezTo>
                      <a:pt x="344" y="689"/>
                      <a:pt x="308" y="598"/>
                      <a:pt x="272" y="544"/>
                    </a:cubicBezTo>
                    <a:cubicBezTo>
                      <a:pt x="217" y="435"/>
                      <a:pt x="417" y="381"/>
                      <a:pt x="417" y="381"/>
                    </a:cubicBezTo>
                    <a:lnTo>
                      <a:pt x="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56"/>
              <p:cNvSpPr/>
              <p:nvPr/>
            </p:nvSpPr>
            <p:spPr>
              <a:xfrm>
                <a:off x="5923150" y="3587750"/>
                <a:ext cx="9075" cy="30350"/>
              </a:xfrm>
              <a:custGeom>
                <a:rect b="b" l="l" r="r" t="t"/>
                <a:pathLst>
                  <a:path extrusionOk="0" h="1214" w="363">
                    <a:moveTo>
                      <a:pt x="199" y="0"/>
                    </a:moveTo>
                    <a:cubicBezTo>
                      <a:pt x="73" y="109"/>
                      <a:pt x="0" y="272"/>
                      <a:pt x="0" y="435"/>
                    </a:cubicBezTo>
                    <a:cubicBezTo>
                      <a:pt x="36" y="561"/>
                      <a:pt x="91" y="688"/>
                      <a:pt x="163" y="815"/>
                    </a:cubicBezTo>
                    <a:cubicBezTo>
                      <a:pt x="163" y="851"/>
                      <a:pt x="145" y="942"/>
                      <a:pt x="163" y="1014"/>
                    </a:cubicBezTo>
                    <a:cubicBezTo>
                      <a:pt x="163" y="1087"/>
                      <a:pt x="145" y="1141"/>
                      <a:pt x="109" y="1177"/>
                    </a:cubicBezTo>
                    <a:cubicBezTo>
                      <a:pt x="145" y="1177"/>
                      <a:pt x="181" y="1141"/>
                      <a:pt x="199" y="1123"/>
                    </a:cubicBezTo>
                    <a:lnTo>
                      <a:pt x="199" y="1123"/>
                    </a:lnTo>
                    <a:cubicBezTo>
                      <a:pt x="199" y="1141"/>
                      <a:pt x="181" y="1177"/>
                      <a:pt x="181" y="1213"/>
                    </a:cubicBezTo>
                    <a:cubicBezTo>
                      <a:pt x="199" y="1195"/>
                      <a:pt x="217" y="1177"/>
                      <a:pt x="236" y="1159"/>
                    </a:cubicBezTo>
                    <a:cubicBezTo>
                      <a:pt x="236" y="1159"/>
                      <a:pt x="236" y="1177"/>
                      <a:pt x="254" y="1195"/>
                    </a:cubicBezTo>
                    <a:cubicBezTo>
                      <a:pt x="272" y="1159"/>
                      <a:pt x="272" y="1123"/>
                      <a:pt x="254" y="1105"/>
                    </a:cubicBezTo>
                    <a:cubicBezTo>
                      <a:pt x="217" y="1032"/>
                      <a:pt x="272" y="942"/>
                      <a:pt x="308" y="869"/>
                    </a:cubicBezTo>
                    <a:cubicBezTo>
                      <a:pt x="326" y="797"/>
                      <a:pt x="254" y="833"/>
                      <a:pt x="254" y="779"/>
                    </a:cubicBezTo>
                    <a:cubicBezTo>
                      <a:pt x="254" y="688"/>
                      <a:pt x="236" y="616"/>
                      <a:pt x="199" y="543"/>
                    </a:cubicBezTo>
                    <a:cubicBezTo>
                      <a:pt x="163" y="453"/>
                      <a:pt x="362" y="399"/>
                      <a:pt x="362" y="399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56"/>
              <p:cNvSpPr/>
              <p:nvPr/>
            </p:nvSpPr>
            <p:spPr>
              <a:xfrm>
                <a:off x="5907750" y="3578675"/>
                <a:ext cx="7275" cy="17700"/>
              </a:xfrm>
              <a:custGeom>
                <a:rect b="b" l="l" r="r" t="t"/>
                <a:pathLst>
                  <a:path extrusionOk="0" h="708" w="291">
                    <a:moveTo>
                      <a:pt x="200" y="1"/>
                    </a:moveTo>
                    <a:lnTo>
                      <a:pt x="0" y="73"/>
                    </a:lnTo>
                    <a:cubicBezTo>
                      <a:pt x="0" y="164"/>
                      <a:pt x="127" y="291"/>
                      <a:pt x="127" y="291"/>
                    </a:cubicBezTo>
                    <a:cubicBezTo>
                      <a:pt x="127" y="291"/>
                      <a:pt x="91" y="454"/>
                      <a:pt x="91" y="490"/>
                    </a:cubicBezTo>
                    <a:cubicBezTo>
                      <a:pt x="73" y="544"/>
                      <a:pt x="73" y="599"/>
                      <a:pt x="91" y="635"/>
                    </a:cubicBezTo>
                    <a:cubicBezTo>
                      <a:pt x="91" y="671"/>
                      <a:pt x="127" y="707"/>
                      <a:pt x="182" y="707"/>
                    </a:cubicBezTo>
                    <a:cubicBezTo>
                      <a:pt x="163" y="689"/>
                      <a:pt x="163" y="671"/>
                      <a:pt x="163" y="653"/>
                    </a:cubicBezTo>
                    <a:lnTo>
                      <a:pt x="163" y="653"/>
                    </a:lnTo>
                    <a:cubicBezTo>
                      <a:pt x="163" y="666"/>
                      <a:pt x="182" y="678"/>
                      <a:pt x="199" y="678"/>
                    </a:cubicBezTo>
                    <a:cubicBezTo>
                      <a:pt x="206" y="678"/>
                      <a:pt x="212" y="676"/>
                      <a:pt x="218" y="671"/>
                    </a:cubicBezTo>
                    <a:cubicBezTo>
                      <a:pt x="200" y="654"/>
                      <a:pt x="200" y="603"/>
                      <a:pt x="200" y="599"/>
                    </a:cubicBezTo>
                    <a:lnTo>
                      <a:pt x="200" y="599"/>
                    </a:lnTo>
                    <a:cubicBezTo>
                      <a:pt x="200" y="617"/>
                      <a:pt x="218" y="635"/>
                      <a:pt x="254" y="635"/>
                    </a:cubicBezTo>
                    <a:cubicBezTo>
                      <a:pt x="236" y="617"/>
                      <a:pt x="218" y="599"/>
                      <a:pt x="218" y="580"/>
                    </a:cubicBezTo>
                    <a:cubicBezTo>
                      <a:pt x="218" y="544"/>
                      <a:pt x="163" y="508"/>
                      <a:pt x="163" y="508"/>
                    </a:cubicBezTo>
                    <a:cubicBezTo>
                      <a:pt x="163" y="508"/>
                      <a:pt x="163" y="490"/>
                      <a:pt x="218" y="436"/>
                    </a:cubicBezTo>
                    <a:cubicBezTo>
                      <a:pt x="272" y="399"/>
                      <a:pt x="290" y="327"/>
                      <a:pt x="272" y="254"/>
                    </a:cubicBezTo>
                    <a:cubicBezTo>
                      <a:pt x="236" y="200"/>
                      <a:pt x="218" y="182"/>
                      <a:pt x="236" y="128"/>
                    </a:cubicBezTo>
                    <a:cubicBezTo>
                      <a:pt x="254" y="91"/>
                      <a:pt x="200" y="1"/>
                      <a:pt x="2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56"/>
              <p:cNvSpPr/>
              <p:nvPr/>
            </p:nvSpPr>
            <p:spPr>
              <a:xfrm>
                <a:off x="5903675" y="3579600"/>
                <a:ext cx="8175" cy="16775"/>
              </a:xfrm>
              <a:custGeom>
                <a:rect b="b" l="l" r="r" t="t"/>
                <a:pathLst>
                  <a:path extrusionOk="0" h="671" w="327">
                    <a:moveTo>
                      <a:pt x="308" y="0"/>
                    </a:moveTo>
                    <a:lnTo>
                      <a:pt x="73" y="18"/>
                    </a:lnTo>
                    <a:cubicBezTo>
                      <a:pt x="73" y="109"/>
                      <a:pt x="109" y="181"/>
                      <a:pt x="145" y="254"/>
                    </a:cubicBezTo>
                    <a:lnTo>
                      <a:pt x="37" y="435"/>
                    </a:lnTo>
                    <a:cubicBezTo>
                      <a:pt x="19" y="471"/>
                      <a:pt x="0" y="525"/>
                      <a:pt x="0" y="580"/>
                    </a:cubicBezTo>
                    <a:cubicBezTo>
                      <a:pt x="0" y="616"/>
                      <a:pt x="37" y="652"/>
                      <a:pt x="73" y="670"/>
                    </a:cubicBezTo>
                    <a:cubicBezTo>
                      <a:pt x="73" y="652"/>
                      <a:pt x="73" y="634"/>
                      <a:pt x="73" y="616"/>
                    </a:cubicBezTo>
                    <a:cubicBezTo>
                      <a:pt x="73" y="634"/>
                      <a:pt x="109" y="652"/>
                      <a:pt x="127" y="652"/>
                    </a:cubicBezTo>
                    <a:cubicBezTo>
                      <a:pt x="109" y="634"/>
                      <a:pt x="127" y="562"/>
                      <a:pt x="127" y="562"/>
                    </a:cubicBezTo>
                    <a:cubicBezTo>
                      <a:pt x="127" y="598"/>
                      <a:pt x="145" y="616"/>
                      <a:pt x="163" y="616"/>
                    </a:cubicBezTo>
                    <a:cubicBezTo>
                      <a:pt x="163" y="598"/>
                      <a:pt x="163" y="580"/>
                      <a:pt x="163" y="562"/>
                    </a:cubicBezTo>
                    <a:cubicBezTo>
                      <a:pt x="182" y="525"/>
                      <a:pt x="145" y="471"/>
                      <a:pt x="145" y="471"/>
                    </a:cubicBezTo>
                    <a:cubicBezTo>
                      <a:pt x="163" y="453"/>
                      <a:pt x="182" y="435"/>
                      <a:pt x="218" y="417"/>
                    </a:cubicBezTo>
                    <a:cubicBezTo>
                      <a:pt x="272" y="399"/>
                      <a:pt x="308" y="326"/>
                      <a:pt x="308" y="254"/>
                    </a:cubicBezTo>
                    <a:cubicBezTo>
                      <a:pt x="308" y="181"/>
                      <a:pt x="272" y="181"/>
                      <a:pt x="308" y="127"/>
                    </a:cubicBezTo>
                    <a:cubicBezTo>
                      <a:pt x="326" y="91"/>
                      <a:pt x="308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56"/>
              <p:cNvSpPr/>
              <p:nvPr/>
            </p:nvSpPr>
            <p:spPr>
              <a:xfrm>
                <a:off x="5891900" y="3575075"/>
                <a:ext cx="16775" cy="6350"/>
              </a:xfrm>
              <a:custGeom>
                <a:rect b="b" l="l" r="r" t="t"/>
                <a:pathLst>
                  <a:path extrusionOk="0" h="254" w="671">
                    <a:moveTo>
                      <a:pt x="399" y="0"/>
                    </a:moveTo>
                    <a:lnTo>
                      <a:pt x="272" y="72"/>
                    </a:lnTo>
                    <a:lnTo>
                      <a:pt x="290" y="18"/>
                    </a:lnTo>
                    <a:lnTo>
                      <a:pt x="145" y="109"/>
                    </a:lnTo>
                    <a:lnTo>
                      <a:pt x="145" y="109"/>
                    </a:lnTo>
                    <a:lnTo>
                      <a:pt x="164" y="72"/>
                    </a:lnTo>
                    <a:lnTo>
                      <a:pt x="109" y="145"/>
                    </a:lnTo>
                    <a:lnTo>
                      <a:pt x="109" y="91"/>
                    </a:lnTo>
                    <a:lnTo>
                      <a:pt x="19" y="181"/>
                    </a:lnTo>
                    <a:lnTo>
                      <a:pt x="1" y="235"/>
                    </a:lnTo>
                    <a:lnTo>
                      <a:pt x="254" y="254"/>
                    </a:lnTo>
                    <a:lnTo>
                      <a:pt x="580" y="109"/>
                    </a:lnTo>
                    <a:lnTo>
                      <a:pt x="671" y="0"/>
                    </a:lnTo>
                    <a:lnTo>
                      <a:pt x="671" y="0"/>
                    </a:lnTo>
                    <a:lnTo>
                      <a:pt x="526" y="54"/>
                    </a:lnTo>
                    <a:lnTo>
                      <a:pt x="562" y="18"/>
                    </a:lnTo>
                    <a:lnTo>
                      <a:pt x="490" y="54"/>
                    </a:lnTo>
                    <a:lnTo>
                      <a:pt x="508" y="18"/>
                    </a:lnTo>
                    <a:lnTo>
                      <a:pt x="363" y="72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56"/>
              <p:cNvSpPr/>
              <p:nvPr/>
            </p:nvSpPr>
            <p:spPr>
              <a:xfrm>
                <a:off x="5924050" y="3583225"/>
                <a:ext cx="20850" cy="21750"/>
              </a:xfrm>
              <a:custGeom>
                <a:rect b="b" l="l" r="r" t="t"/>
                <a:pathLst>
                  <a:path extrusionOk="0" h="870" w="834">
                    <a:moveTo>
                      <a:pt x="254" y="0"/>
                    </a:moveTo>
                    <a:lnTo>
                      <a:pt x="0" y="72"/>
                    </a:lnTo>
                    <a:cubicBezTo>
                      <a:pt x="0" y="72"/>
                      <a:pt x="200" y="525"/>
                      <a:pt x="218" y="543"/>
                    </a:cubicBezTo>
                    <a:lnTo>
                      <a:pt x="562" y="869"/>
                    </a:lnTo>
                    <a:lnTo>
                      <a:pt x="689" y="815"/>
                    </a:lnTo>
                    <a:lnTo>
                      <a:pt x="833" y="797"/>
                    </a:lnTo>
                    <a:lnTo>
                      <a:pt x="670" y="670"/>
                    </a:lnTo>
                    <a:lnTo>
                      <a:pt x="725" y="670"/>
                    </a:lnTo>
                    <a:lnTo>
                      <a:pt x="598" y="561"/>
                    </a:lnTo>
                    <a:lnTo>
                      <a:pt x="670" y="561"/>
                    </a:lnTo>
                    <a:lnTo>
                      <a:pt x="507" y="453"/>
                    </a:lnTo>
                    <a:lnTo>
                      <a:pt x="598" y="471"/>
                    </a:lnTo>
                    <a:lnTo>
                      <a:pt x="453" y="308"/>
                    </a:lnTo>
                    <a:lnTo>
                      <a:pt x="507" y="308"/>
                    </a:lnTo>
                    <a:lnTo>
                      <a:pt x="399" y="163"/>
                    </a:lnTo>
                    <a:lnTo>
                      <a:pt x="399" y="163"/>
                    </a:lnTo>
                    <a:lnTo>
                      <a:pt x="471" y="181"/>
                    </a:lnTo>
                    <a:lnTo>
                      <a:pt x="471" y="181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56"/>
              <p:cNvSpPr/>
              <p:nvPr/>
            </p:nvSpPr>
            <p:spPr>
              <a:xfrm>
                <a:off x="5942600" y="3603125"/>
                <a:ext cx="10000" cy="7275"/>
              </a:xfrm>
              <a:custGeom>
                <a:rect b="b" l="l" r="r" t="t"/>
                <a:pathLst>
                  <a:path extrusionOk="0" h="291" w="400">
                    <a:moveTo>
                      <a:pt x="1" y="1"/>
                    </a:moveTo>
                    <a:lnTo>
                      <a:pt x="37" y="182"/>
                    </a:lnTo>
                    <a:cubicBezTo>
                      <a:pt x="73" y="218"/>
                      <a:pt x="128" y="236"/>
                      <a:pt x="182" y="254"/>
                    </a:cubicBezTo>
                    <a:lnTo>
                      <a:pt x="363" y="291"/>
                    </a:lnTo>
                    <a:lnTo>
                      <a:pt x="399" y="218"/>
                    </a:lnTo>
                    <a:lnTo>
                      <a:pt x="309" y="218"/>
                    </a:lnTo>
                    <a:lnTo>
                      <a:pt x="345" y="200"/>
                    </a:lnTo>
                    <a:lnTo>
                      <a:pt x="200" y="146"/>
                    </a:lnTo>
                    <a:lnTo>
                      <a:pt x="254" y="146"/>
                    </a:lnTo>
                    <a:lnTo>
                      <a:pt x="73" y="73"/>
                    </a:lnTo>
                    <a:lnTo>
                      <a:pt x="182" y="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56"/>
              <p:cNvSpPr/>
              <p:nvPr/>
            </p:nvSpPr>
            <p:spPr>
              <a:xfrm>
                <a:off x="5951200" y="3608125"/>
                <a:ext cx="5925" cy="2725"/>
              </a:xfrm>
              <a:custGeom>
                <a:rect b="b" l="l" r="r" t="t"/>
                <a:pathLst>
                  <a:path extrusionOk="0" h="109" w="237">
                    <a:moveTo>
                      <a:pt x="236" y="0"/>
                    </a:moveTo>
                    <a:lnTo>
                      <a:pt x="182" y="36"/>
                    </a:lnTo>
                    <a:lnTo>
                      <a:pt x="182" y="18"/>
                    </a:lnTo>
                    <a:lnTo>
                      <a:pt x="110" y="54"/>
                    </a:lnTo>
                    <a:lnTo>
                      <a:pt x="110" y="36"/>
                    </a:lnTo>
                    <a:lnTo>
                      <a:pt x="55" y="54"/>
                    </a:lnTo>
                    <a:lnTo>
                      <a:pt x="1" y="91"/>
                    </a:lnTo>
                    <a:lnTo>
                      <a:pt x="37" y="109"/>
                    </a:lnTo>
                    <a:lnTo>
                      <a:pt x="146" y="109"/>
                    </a:lnTo>
                    <a:lnTo>
                      <a:pt x="218" y="72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56"/>
              <p:cNvSpPr/>
              <p:nvPr/>
            </p:nvSpPr>
            <p:spPr>
              <a:xfrm>
                <a:off x="5883750" y="3574150"/>
                <a:ext cx="73825" cy="38375"/>
              </a:xfrm>
              <a:custGeom>
                <a:rect b="b" l="l" r="r" t="t"/>
                <a:pathLst>
                  <a:path extrusionOk="0" h="1535" w="2953">
                    <a:moveTo>
                      <a:pt x="381" y="1"/>
                    </a:moveTo>
                    <a:cubicBezTo>
                      <a:pt x="381" y="1"/>
                      <a:pt x="146" y="146"/>
                      <a:pt x="200" y="327"/>
                    </a:cubicBezTo>
                    <a:cubicBezTo>
                      <a:pt x="127" y="345"/>
                      <a:pt x="91" y="417"/>
                      <a:pt x="91" y="490"/>
                    </a:cubicBezTo>
                    <a:cubicBezTo>
                      <a:pt x="109" y="562"/>
                      <a:pt x="73" y="635"/>
                      <a:pt x="19" y="671"/>
                    </a:cubicBezTo>
                    <a:cubicBezTo>
                      <a:pt x="1" y="689"/>
                      <a:pt x="55" y="761"/>
                      <a:pt x="127" y="780"/>
                    </a:cubicBezTo>
                    <a:lnTo>
                      <a:pt x="182" y="780"/>
                    </a:lnTo>
                    <a:cubicBezTo>
                      <a:pt x="236" y="780"/>
                      <a:pt x="290" y="725"/>
                      <a:pt x="290" y="671"/>
                    </a:cubicBezTo>
                    <a:cubicBezTo>
                      <a:pt x="327" y="598"/>
                      <a:pt x="399" y="526"/>
                      <a:pt x="490" y="526"/>
                    </a:cubicBezTo>
                    <a:cubicBezTo>
                      <a:pt x="541" y="513"/>
                      <a:pt x="595" y="507"/>
                      <a:pt x="649" y="507"/>
                    </a:cubicBezTo>
                    <a:cubicBezTo>
                      <a:pt x="748" y="507"/>
                      <a:pt x="849" y="527"/>
                      <a:pt x="942" y="562"/>
                    </a:cubicBezTo>
                    <a:cubicBezTo>
                      <a:pt x="959" y="557"/>
                      <a:pt x="975" y="555"/>
                      <a:pt x="991" y="555"/>
                    </a:cubicBezTo>
                    <a:cubicBezTo>
                      <a:pt x="1138" y="555"/>
                      <a:pt x="1216" y="777"/>
                      <a:pt x="1413" y="924"/>
                    </a:cubicBezTo>
                    <a:cubicBezTo>
                      <a:pt x="1594" y="1015"/>
                      <a:pt x="1775" y="1105"/>
                      <a:pt x="1975" y="1160"/>
                    </a:cubicBezTo>
                    <a:cubicBezTo>
                      <a:pt x="2112" y="1465"/>
                      <a:pt x="2390" y="1535"/>
                      <a:pt x="2614" y="1535"/>
                    </a:cubicBezTo>
                    <a:cubicBezTo>
                      <a:pt x="2802" y="1535"/>
                      <a:pt x="2952" y="1486"/>
                      <a:pt x="2952" y="1486"/>
                    </a:cubicBezTo>
                    <a:lnTo>
                      <a:pt x="2934" y="1395"/>
                    </a:lnTo>
                    <a:cubicBezTo>
                      <a:pt x="2880" y="1420"/>
                      <a:pt x="2828" y="1432"/>
                      <a:pt x="2776" y="1432"/>
                    </a:cubicBezTo>
                    <a:cubicBezTo>
                      <a:pt x="2488" y="1432"/>
                      <a:pt x="2241" y="1054"/>
                      <a:pt x="1902" y="454"/>
                    </a:cubicBezTo>
                    <a:cubicBezTo>
                      <a:pt x="1737" y="139"/>
                      <a:pt x="1476" y="50"/>
                      <a:pt x="1233" y="50"/>
                    </a:cubicBezTo>
                    <a:cubicBezTo>
                      <a:pt x="918" y="50"/>
                      <a:pt x="634" y="200"/>
                      <a:pt x="634" y="200"/>
                    </a:cubicBezTo>
                    <a:cubicBezTo>
                      <a:pt x="526" y="200"/>
                      <a:pt x="435" y="218"/>
                      <a:pt x="345" y="236"/>
                    </a:cubicBezTo>
                    <a:cubicBezTo>
                      <a:pt x="363" y="164"/>
                      <a:pt x="417" y="91"/>
                      <a:pt x="471" y="55"/>
                    </a:cubicBezTo>
                    <a:lnTo>
                      <a:pt x="471" y="55"/>
                    </a:lnTo>
                    <a:cubicBezTo>
                      <a:pt x="417" y="73"/>
                      <a:pt x="363" y="109"/>
                      <a:pt x="327" y="164"/>
                    </a:cubicBezTo>
                    <a:cubicBezTo>
                      <a:pt x="308" y="91"/>
                      <a:pt x="345" y="37"/>
                      <a:pt x="3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56"/>
              <p:cNvSpPr/>
              <p:nvPr/>
            </p:nvSpPr>
            <p:spPr>
              <a:xfrm>
                <a:off x="5891000" y="3586375"/>
                <a:ext cx="5000" cy="4100"/>
              </a:xfrm>
              <a:custGeom>
                <a:rect b="b" l="l" r="r" t="t"/>
                <a:pathLst>
                  <a:path extrusionOk="0" h="164" w="200">
                    <a:moveTo>
                      <a:pt x="145" y="1"/>
                    </a:moveTo>
                    <a:lnTo>
                      <a:pt x="0" y="128"/>
                    </a:lnTo>
                    <a:lnTo>
                      <a:pt x="127" y="164"/>
                    </a:lnTo>
                    <a:lnTo>
                      <a:pt x="127" y="164"/>
                    </a:lnTo>
                    <a:lnTo>
                      <a:pt x="91" y="128"/>
                    </a:lnTo>
                    <a:lnTo>
                      <a:pt x="163" y="128"/>
                    </a:lnTo>
                    <a:lnTo>
                      <a:pt x="127" y="91"/>
                    </a:lnTo>
                    <a:lnTo>
                      <a:pt x="127" y="91"/>
                    </a:lnTo>
                    <a:lnTo>
                      <a:pt x="200" y="109"/>
                    </a:lnTo>
                    <a:lnTo>
                      <a:pt x="1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6" name="Google Shape;1206;p56"/>
            <p:cNvGrpSpPr/>
            <p:nvPr/>
          </p:nvGrpSpPr>
          <p:grpSpPr>
            <a:xfrm>
              <a:off x="4754849" y="2531954"/>
              <a:ext cx="1089092" cy="665016"/>
              <a:chOff x="5414275" y="3651000"/>
              <a:chExt cx="210075" cy="128275"/>
            </a:xfrm>
          </p:grpSpPr>
          <p:sp>
            <p:nvSpPr>
              <p:cNvPr id="1207" name="Google Shape;1207;p56"/>
              <p:cNvSpPr/>
              <p:nvPr/>
            </p:nvSpPr>
            <p:spPr>
              <a:xfrm>
                <a:off x="5414275" y="3651975"/>
                <a:ext cx="135375" cy="72075"/>
              </a:xfrm>
              <a:custGeom>
                <a:rect b="b" l="l" r="r" t="t"/>
                <a:pathLst>
                  <a:path extrusionOk="0" h="2883" w="5415">
                    <a:moveTo>
                      <a:pt x="2365" y="0"/>
                    </a:moveTo>
                    <a:cubicBezTo>
                      <a:pt x="1727" y="0"/>
                      <a:pt x="906" y="168"/>
                      <a:pt x="0" y="763"/>
                    </a:cubicBezTo>
                    <a:cubicBezTo>
                      <a:pt x="0" y="763"/>
                      <a:pt x="155" y="743"/>
                      <a:pt x="385" y="743"/>
                    </a:cubicBezTo>
                    <a:cubicBezTo>
                      <a:pt x="1005" y="743"/>
                      <a:pt x="2173" y="888"/>
                      <a:pt x="2318" y="1958"/>
                    </a:cubicBezTo>
                    <a:cubicBezTo>
                      <a:pt x="2318" y="1958"/>
                      <a:pt x="2410" y="1943"/>
                      <a:pt x="2548" y="1943"/>
                    </a:cubicBezTo>
                    <a:cubicBezTo>
                      <a:pt x="2913" y="1943"/>
                      <a:pt x="3601" y="2048"/>
                      <a:pt x="3785" y="2810"/>
                    </a:cubicBezTo>
                    <a:cubicBezTo>
                      <a:pt x="3785" y="2810"/>
                      <a:pt x="4073" y="2700"/>
                      <a:pt x="4366" y="2700"/>
                    </a:cubicBezTo>
                    <a:cubicBezTo>
                      <a:pt x="4550" y="2700"/>
                      <a:pt x="4735" y="2743"/>
                      <a:pt x="4853" y="2882"/>
                    </a:cubicBezTo>
                    <a:lnTo>
                      <a:pt x="5415" y="2375"/>
                    </a:lnTo>
                    <a:cubicBezTo>
                      <a:pt x="4672" y="1832"/>
                      <a:pt x="4129" y="1053"/>
                      <a:pt x="3894" y="166"/>
                    </a:cubicBezTo>
                    <a:lnTo>
                      <a:pt x="3604" y="21"/>
                    </a:lnTo>
                    <a:lnTo>
                      <a:pt x="3694" y="274"/>
                    </a:lnTo>
                    <a:cubicBezTo>
                      <a:pt x="3694" y="274"/>
                      <a:pt x="3181" y="0"/>
                      <a:pt x="23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56"/>
              <p:cNvSpPr/>
              <p:nvPr/>
            </p:nvSpPr>
            <p:spPr>
              <a:xfrm>
                <a:off x="5555525" y="3651000"/>
                <a:ext cx="68825" cy="62625"/>
              </a:xfrm>
              <a:custGeom>
                <a:rect b="b" l="l" r="r" t="t"/>
                <a:pathLst>
                  <a:path extrusionOk="0" h="2505" w="2753">
                    <a:moveTo>
                      <a:pt x="1746" y="0"/>
                    </a:moveTo>
                    <a:cubicBezTo>
                      <a:pt x="1064" y="0"/>
                      <a:pt x="743" y="386"/>
                      <a:pt x="743" y="386"/>
                    </a:cubicBezTo>
                    <a:lnTo>
                      <a:pt x="761" y="150"/>
                    </a:lnTo>
                    <a:lnTo>
                      <a:pt x="616" y="313"/>
                    </a:lnTo>
                    <a:cubicBezTo>
                      <a:pt x="616" y="1038"/>
                      <a:pt x="399" y="1744"/>
                      <a:pt x="0" y="2360"/>
                    </a:cubicBezTo>
                    <a:lnTo>
                      <a:pt x="254" y="2505"/>
                    </a:lnTo>
                    <a:cubicBezTo>
                      <a:pt x="316" y="2337"/>
                      <a:pt x="455" y="2294"/>
                      <a:pt x="581" y="2294"/>
                    </a:cubicBezTo>
                    <a:cubicBezTo>
                      <a:pt x="714" y="2294"/>
                      <a:pt x="833" y="2342"/>
                      <a:pt x="833" y="2342"/>
                    </a:cubicBezTo>
                    <a:cubicBezTo>
                      <a:pt x="865" y="1543"/>
                      <a:pt x="1397" y="1489"/>
                      <a:pt x="1540" y="1489"/>
                    </a:cubicBezTo>
                    <a:cubicBezTo>
                      <a:pt x="1563" y="1489"/>
                      <a:pt x="1576" y="1490"/>
                      <a:pt x="1576" y="1490"/>
                    </a:cubicBezTo>
                    <a:cubicBezTo>
                      <a:pt x="1524" y="273"/>
                      <a:pt x="2625" y="241"/>
                      <a:pt x="2743" y="241"/>
                    </a:cubicBezTo>
                    <a:cubicBezTo>
                      <a:pt x="2749" y="241"/>
                      <a:pt x="2753" y="241"/>
                      <a:pt x="2753" y="241"/>
                    </a:cubicBezTo>
                    <a:cubicBezTo>
                      <a:pt x="2356" y="63"/>
                      <a:pt x="2021" y="0"/>
                      <a:pt x="17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56"/>
              <p:cNvSpPr/>
              <p:nvPr/>
            </p:nvSpPr>
            <p:spPr>
              <a:xfrm>
                <a:off x="5474925" y="3753000"/>
                <a:ext cx="13150" cy="7700"/>
              </a:xfrm>
              <a:custGeom>
                <a:rect b="b" l="l" r="r" t="t"/>
                <a:pathLst>
                  <a:path extrusionOk="0" h="308" w="526">
                    <a:moveTo>
                      <a:pt x="1" y="0"/>
                    </a:moveTo>
                    <a:lnTo>
                      <a:pt x="236" y="254"/>
                    </a:lnTo>
                    <a:lnTo>
                      <a:pt x="490" y="308"/>
                    </a:lnTo>
                    <a:lnTo>
                      <a:pt x="526" y="163"/>
                    </a:lnTo>
                    <a:lnTo>
                      <a:pt x="327" y="5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56"/>
              <p:cNvSpPr/>
              <p:nvPr/>
            </p:nvSpPr>
            <p:spPr>
              <a:xfrm>
                <a:off x="5518400" y="3730350"/>
                <a:ext cx="17675" cy="48925"/>
              </a:xfrm>
              <a:custGeom>
                <a:rect b="b" l="l" r="r" t="t"/>
                <a:pathLst>
                  <a:path extrusionOk="0" h="1957" w="707">
                    <a:moveTo>
                      <a:pt x="489" y="1"/>
                    </a:moveTo>
                    <a:lnTo>
                      <a:pt x="73" y="598"/>
                    </a:lnTo>
                    <a:cubicBezTo>
                      <a:pt x="73" y="598"/>
                      <a:pt x="381" y="707"/>
                      <a:pt x="272" y="870"/>
                    </a:cubicBezTo>
                    <a:cubicBezTo>
                      <a:pt x="199" y="960"/>
                      <a:pt x="145" y="1087"/>
                      <a:pt x="127" y="1214"/>
                    </a:cubicBezTo>
                    <a:cubicBezTo>
                      <a:pt x="127" y="1323"/>
                      <a:pt x="0" y="1232"/>
                      <a:pt x="18" y="1341"/>
                    </a:cubicBezTo>
                    <a:cubicBezTo>
                      <a:pt x="36" y="1467"/>
                      <a:pt x="91" y="1630"/>
                      <a:pt x="36" y="1739"/>
                    </a:cubicBezTo>
                    <a:cubicBezTo>
                      <a:pt x="0" y="1793"/>
                      <a:pt x="0" y="1848"/>
                      <a:pt x="18" y="1902"/>
                    </a:cubicBezTo>
                    <a:cubicBezTo>
                      <a:pt x="36" y="1884"/>
                      <a:pt x="36" y="1848"/>
                      <a:pt x="55" y="1830"/>
                    </a:cubicBezTo>
                    <a:cubicBezTo>
                      <a:pt x="73" y="1884"/>
                      <a:pt x="91" y="1920"/>
                      <a:pt x="127" y="1956"/>
                    </a:cubicBezTo>
                    <a:cubicBezTo>
                      <a:pt x="109" y="1902"/>
                      <a:pt x="109" y="1848"/>
                      <a:pt x="127" y="1793"/>
                    </a:cubicBezTo>
                    <a:cubicBezTo>
                      <a:pt x="145" y="1848"/>
                      <a:pt x="181" y="1884"/>
                      <a:pt x="236" y="1920"/>
                    </a:cubicBezTo>
                    <a:cubicBezTo>
                      <a:pt x="181" y="1830"/>
                      <a:pt x="181" y="1739"/>
                      <a:pt x="199" y="1649"/>
                    </a:cubicBezTo>
                    <a:cubicBezTo>
                      <a:pt x="254" y="1522"/>
                      <a:pt x="236" y="1377"/>
                      <a:pt x="272" y="1323"/>
                    </a:cubicBezTo>
                    <a:cubicBezTo>
                      <a:pt x="435" y="1141"/>
                      <a:pt x="562" y="960"/>
                      <a:pt x="670" y="761"/>
                    </a:cubicBezTo>
                    <a:cubicBezTo>
                      <a:pt x="707" y="634"/>
                      <a:pt x="670" y="145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56"/>
              <p:cNvSpPr/>
              <p:nvPr/>
            </p:nvSpPr>
            <p:spPr>
              <a:xfrm>
                <a:off x="5528350" y="3727175"/>
                <a:ext cx="16325" cy="48925"/>
              </a:xfrm>
              <a:custGeom>
                <a:rect b="b" l="l" r="r" t="t"/>
                <a:pathLst>
                  <a:path extrusionOk="0" h="1957" w="653">
                    <a:moveTo>
                      <a:pt x="363" y="1"/>
                    </a:moveTo>
                    <a:lnTo>
                      <a:pt x="19" y="635"/>
                    </a:lnTo>
                    <a:cubicBezTo>
                      <a:pt x="19" y="635"/>
                      <a:pt x="345" y="725"/>
                      <a:pt x="254" y="888"/>
                    </a:cubicBezTo>
                    <a:cubicBezTo>
                      <a:pt x="182" y="979"/>
                      <a:pt x="146" y="1106"/>
                      <a:pt x="146" y="1232"/>
                    </a:cubicBezTo>
                    <a:cubicBezTo>
                      <a:pt x="146" y="1341"/>
                      <a:pt x="1" y="1268"/>
                      <a:pt x="37" y="1377"/>
                    </a:cubicBezTo>
                    <a:cubicBezTo>
                      <a:pt x="73" y="1486"/>
                      <a:pt x="146" y="1667"/>
                      <a:pt x="109" y="1776"/>
                    </a:cubicBezTo>
                    <a:cubicBezTo>
                      <a:pt x="73" y="1812"/>
                      <a:pt x="73" y="1884"/>
                      <a:pt x="109" y="1939"/>
                    </a:cubicBezTo>
                    <a:cubicBezTo>
                      <a:pt x="109" y="1902"/>
                      <a:pt x="127" y="1884"/>
                      <a:pt x="127" y="1866"/>
                    </a:cubicBezTo>
                    <a:cubicBezTo>
                      <a:pt x="146" y="1902"/>
                      <a:pt x="164" y="1939"/>
                      <a:pt x="218" y="1957"/>
                    </a:cubicBezTo>
                    <a:cubicBezTo>
                      <a:pt x="200" y="1920"/>
                      <a:pt x="182" y="1866"/>
                      <a:pt x="200" y="1812"/>
                    </a:cubicBezTo>
                    <a:lnTo>
                      <a:pt x="200" y="1812"/>
                    </a:lnTo>
                    <a:cubicBezTo>
                      <a:pt x="218" y="1866"/>
                      <a:pt x="254" y="1902"/>
                      <a:pt x="309" y="1920"/>
                    </a:cubicBezTo>
                    <a:cubicBezTo>
                      <a:pt x="254" y="1848"/>
                      <a:pt x="236" y="1757"/>
                      <a:pt x="254" y="1649"/>
                    </a:cubicBezTo>
                    <a:cubicBezTo>
                      <a:pt x="290" y="1540"/>
                      <a:pt x="272" y="1377"/>
                      <a:pt x="290" y="1323"/>
                    </a:cubicBezTo>
                    <a:cubicBezTo>
                      <a:pt x="435" y="1142"/>
                      <a:pt x="544" y="943"/>
                      <a:pt x="634" y="743"/>
                    </a:cubicBezTo>
                    <a:cubicBezTo>
                      <a:pt x="653" y="617"/>
                      <a:pt x="580" y="128"/>
                      <a:pt x="3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56"/>
              <p:cNvSpPr/>
              <p:nvPr/>
            </p:nvSpPr>
            <p:spPr>
              <a:xfrm>
                <a:off x="5558700" y="3714950"/>
                <a:ext cx="12700" cy="28550"/>
              </a:xfrm>
              <a:custGeom>
                <a:rect b="b" l="l" r="r" t="t"/>
                <a:pathLst>
                  <a:path extrusionOk="0" h="1142" w="508">
                    <a:moveTo>
                      <a:pt x="199" y="1"/>
                    </a:moveTo>
                    <a:cubicBezTo>
                      <a:pt x="199" y="1"/>
                      <a:pt x="109" y="110"/>
                      <a:pt x="127" y="200"/>
                    </a:cubicBezTo>
                    <a:cubicBezTo>
                      <a:pt x="145" y="273"/>
                      <a:pt x="109" y="291"/>
                      <a:pt x="54" y="381"/>
                    </a:cubicBezTo>
                    <a:cubicBezTo>
                      <a:pt x="0" y="490"/>
                      <a:pt x="18" y="617"/>
                      <a:pt x="109" y="689"/>
                    </a:cubicBezTo>
                    <a:lnTo>
                      <a:pt x="181" y="816"/>
                    </a:lnTo>
                    <a:cubicBezTo>
                      <a:pt x="181" y="816"/>
                      <a:pt x="91" y="870"/>
                      <a:pt x="72" y="924"/>
                    </a:cubicBezTo>
                    <a:cubicBezTo>
                      <a:pt x="72" y="943"/>
                      <a:pt x="54" y="979"/>
                      <a:pt x="18" y="997"/>
                    </a:cubicBezTo>
                    <a:cubicBezTo>
                      <a:pt x="28" y="1002"/>
                      <a:pt x="38" y="1004"/>
                      <a:pt x="47" y="1004"/>
                    </a:cubicBezTo>
                    <a:cubicBezTo>
                      <a:pt x="72" y="1004"/>
                      <a:pt x="95" y="987"/>
                      <a:pt x="109" y="961"/>
                    </a:cubicBezTo>
                    <a:lnTo>
                      <a:pt x="109" y="961"/>
                    </a:lnTo>
                    <a:cubicBezTo>
                      <a:pt x="109" y="961"/>
                      <a:pt x="109" y="1051"/>
                      <a:pt x="54" y="1069"/>
                    </a:cubicBezTo>
                    <a:cubicBezTo>
                      <a:pt x="69" y="1077"/>
                      <a:pt x="87" y="1081"/>
                      <a:pt x="105" y="1081"/>
                    </a:cubicBezTo>
                    <a:cubicBezTo>
                      <a:pt x="129" y="1081"/>
                      <a:pt x="152" y="1072"/>
                      <a:pt x="163" y="1051"/>
                    </a:cubicBezTo>
                    <a:lnTo>
                      <a:pt x="163" y="1051"/>
                    </a:lnTo>
                    <a:cubicBezTo>
                      <a:pt x="163" y="1087"/>
                      <a:pt x="145" y="1106"/>
                      <a:pt x="127" y="1142"/>
                    </a:cubicBezTo>
                    <a:cubicBezTo>
                      <a:pt x="199" y="1142"/>
                      <a:pt x="254" y="1106"/>
                      <a:pt x="290" y="1033"/>
                    </a:cubicBezTo>
                    <a:cubicBezTo>
                      <a:pt x="326" y="961"/>
                      <a:pt x="326" y="870"/>
                      <a:pt x="308" y="798"/>
                    </a:cubicBezTo>
                    <a:cubicBezTo>
                      <a:pt x="308" y="743"/>
                      <a:pt x="254" y="472"/>
                      <a:pt x="254" y="472"/>
                    </a:cubicBezTo>
                    <a:cubicBezTo>
                      <a:pt x="254" y="472"/>
                      <a:pt x="489" y="291"/>
                      <a:pt x="507" y="146"/>
                    </a:cubicBezTo>
                    <a:lnTo>
                      <a:pt x="1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56"/>
              <p:cNvSpPr/>
              <p:nvPr/>
            </p:nvSpPr>
            <p:spPr>
              <a:xfrm>
                <a:off x="5564125" y="3716325"/>
                <a:ext cx="11350" cy="28075"/>
              </a:xfrm>
              <a:custGeom>
                <a:rect b="b" l="l" r="r" t="t"/>
                <a:pathLst>
                  <a:path extrusionOk="0" h="1123" w="454">
                    <a:moveTo>
                      <a:pt x="55" y="0"/>
                    </a:moveTo>
                    <a:cubicBezTo>
                      <a:pt x="55" y="0"/>
                      <a:pt x="0" y="145"/>
                      <a:pt x="55" y="218"/>
                    </a:cubicBezTo>
                    <a:cubicBezTo>
                      <a:pt x="109" y="290"/>
                      <a:pt x="55" y="308"/>
                      <a:pt x="37" y="417"/>
                    </a:cubicBezTo>
                    <a:cubicBezTo>
                      <a:pt x="18" y="525"/>
                      <a:pt x="73" y="634"/>
                      <a:pt x="163" y="688"/>
                    </a:cubicBezTo>
                    <a:cubicBezTo>
                      <a:pt x="200" y="725"/>
                      <a:pt x="236" y="761"/>
                      <a:pt x="272" y="779"/>
                    </a:cubicBezTo>
                    <a:cubicBezTo>
                      <a:pt x="272" y="779"/>
                      <a:pt x="200" y="869"/>
                      <a:pt x="200" y="924"/>
                    </a:cubicBezTo>
                    <a:cubicBezTo>
                      <a:pt x="200" y="942"/>
                      <a:pt x="200" y="978"/>
                      <a:pt x="181" y="1014"/>
                    </a:cubicBezTo>
                    <a:cubicBezTo>
                      <a:pt x="218" y="1014"/>
                      <a:pt x="236" y="978"/>
                      <a:pt x="254" y="942"/>
                    </a:cubicBezTo>
                    <a:lnTo>
                      <a:pt x="254" y="942"/>
                    </a:lnTo>
                    <a:cubicBezTo>
                      <a:pt x="254" y="942"/>
                      <a:pt x="272" y="1032"/>
                      <a:pt x="236" y="1087"/>
                    </a:cubicBezTo>
                    <a:cubicBezTo>
                      <a:pt x="272" y="1087"/>
                      <a:pt x="308" y="1051"/>
                      <a:pt x="326" y="1014"/>
                    </a:cubicBezTo>
                    <a:lnTo>
                      <a:pt x="326" y="1014"/>
                    </a:lnTo>
                    <a:cubicBezTo>
                      <a:pt x="326" y="1051"/>
                      <a:pt x="326" y="1087"/>
                      <a:pt x="308" y="1123"/>
                    </a:cubicBezTo>
                    <a:cubicBezTo>
                      <a:pt x="363" y="1087"/>
                      <a:pt x="417" y="1032"/>
                      <a:pt x="435" y="978"/>
                    </a:cubicBezTo>
                    <a:cubicBezTo>
                      <a:pt x="453" y="888"/>
                      <a:pt x="435" y="797"/>
                      <a:pt x="399" y="743"/>
                    </a:cubicBezTo>
                    <a:lnTo>
                      <a:pt x="254" y="435"/>
                    </a:lnTo>
                    <a:cubicBezTo>
                      <a:pt x="326" y="326"/>
                      <a:pt x="381" y="199"/>
                      <a:pt x="399" y="55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56"/>
              <p:cNvSpPr/>
              <p:nvPr/>
            </p:nvSpPr>
            <p:spPr>
              <a:xfrm>
                <a:off x="5570000" y="3709525"/>
                <a:ext cx="26750" cy="12250"/>
              </a:xfrm>
              <a:custGeom>
                <a:rect b="b" l="l" r="r" t="t"/>
                <a:pathLst>
                  <a:path extrusionOk="0" h="490" w="1070">
                    <a:moveTo>
                      <a:pt x="1" y="1"/>
                    </a:moveTo>
                    <a:lnTo>
                      <a:pt x="128" y="182"/>
                    </a:lnTo>
                    <a:lnTo>
                      <a:pt x="635" y="453"/>
                    </a:lnTo>
                    <a:lnTo>
                      <a:pt x="1069" y="490"/>
                    </a:lnTo>
                    <a:lnTo>
                      <a:pt x="1051" y="399"/>
                    </a:lnTo>
                    <a:lnTo>
                      <a:pt x="906" y="236"/>
                    </a:lnTo>
                    <a:lnTo>
                      <a:pt x="906" y="308"/>
                    </a:lnTo>
                    <a:lnTo>
                      <a:pt x="834" y="182"/>
                    </a:lnTo>
                    <a:lnTo>
                      <a:pt x="834" y="236"/>
                    </a:lnTo>
                    <a:lnTo>
                      <a:pt x="635" y="73"/>
                    </a:lnTo>
                    <a:lnTo>
                      <a:pt x="653" y="182"/>
                    </a:lnTo>
                    <a:lnTo>
                      <a:pt x="453" y="37"/>
                    </a:lnTo>
                    <a:lnTo>
                      <a:pt x="490" y="145"/>
                    </a:lnTo>
                    <a:lnTo>
                      <a:pt x="290" y="37"/>
                    </a:lnTo>
                    <a:lnTo>
                      <a:pt x="309" y="109"/>
                    </a:lnTo>
                    <a:lnTo>
                      <a:pt x="309" y="109"/>
                    </a:lnTo>
                    <a:lnTo>
                      <a:pt x="200" y="37"/>
                    </a:lnTo>
                    <a:lnTo>
                      <a:pt x="236" y="109"/>
                    </a:lnTo>
                    <a:lnTo>
                      <a:pt x="236" y="10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56"/>
              <p:cNvSpPr/>
              <p:nvPr/>
            </p:nvSpPr>
            <p:spPr>
              <a:xfrm>
                <a:off x="5507525" y="3719950"/>
                <a:ext cx="35800" cy="33975"/>
              </a:xfrm>
              <a:custGeom>
                <a:rect b="b" l="l" r="r" t="t"/>
                <a:pathLst>
                  <a:path extrusionOk="0" h="1359" w="1432">
                    <a:moveTo>
                      <a:pt x="1033" y="0"/>
                    </a:moveTo>
                    <a:lnTo>
                      <a:pt x="653" y="254"/>
                    </a:lnTo>
                    <a:lnTo>
                      <a:pt x="779" y="235"/>
                    </a:lnTo>
                    <a:lnTo>
                      <a:pt x="779" y="235"/>
                    </a:lnTo>
                    <a:lnTo>
                      <a:pt x="580" y="453"/>
                    </a:lnTo>
                    <a:lnTo>
                      <a:pt x="671" y="453"/>
                    </a:lnTo>
                    <a:lnTo>
                      <a:pt x="417" y="706"/>
                    </a:lnTo>
                    <a:lnTo>
                      <a:pt x="580" y="670"/>
                    </a:lnTo>
                    <a:lnTo>
                      <a:pt x="308" y="833"/>
                    </a:lnTo>
                    <a:lnTo>
                      <a:pt x="417" y="833"/>
                    </a:lnTo>
                    <a:lnTo>
                      <a:pt x="182" y="996"/>
                    </a:lnTo>
                    <a:lnTo>
                      <a:pt x="272" y="996"/>
                    </a:lnTo>
                    <a:lnTo>
                      <a:pt x="1" y="1177"/>
                    </a:lnTo>
                    <a:lnTo>
                      <a:pt x="236" y="1232"/>
                    </a:lnTo>
                    <a:lnTo>
                      <a:pt x="417" y="1358"/>
                    </a:lnTo>
                    <a:cubicBezTo>
                      <a:pt x="417" y="1358"/>
                      <a:pt x="997" y="887"/>
                      <a:pt x="1033" y="869"/>
                    </a:cubicBezTo>
                    <a:cubicBezTo>
                      <a:pt x="1051" y="851"/>
                      <a:pt x="1431" y="145"/>
                      <a:pt x="1431" y="145"/>
                    </a:cubicBezTo>
                    <a:lnTo>
                      <a:pt x="10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56"/>
              <p:cNvSpPr/>
              <p:nvPr/>
            </p:nvSpPr>
            <p:spPr>
              <a:xfrm>
                <a:off x="5493950" y="3749375"/>
                <a:ext cx="17225" cy="11325"/>
              </a:xfrm>
              <a:custGeom>
                <a:rect b="b" l="l" r="r" t="t"/>
                <a:pathLst>
                  <a:path extrusionOk="0" h="453" w="689">
                    <a:moveTo>
                      <a:pt x="689" y="0"/>
                    </a:moveTo>
                    <a:lnTo>
                      <a:pt x="399" y="109"/>
                    </a:lnTo>
                    <a:lnTo>
                      <a:pt x="544" y="127"/>
                    </a:lnTo>
                    <a:lnTo>
                      <a:pt x="272" y="236"/>
                    </a:lnTo>
                    <a:lnTo>
                      <a:pt x="344" y="254"/>
                    </a:lnTo>
                    <a:lnTo>
                      <a:pt x="109" y="308"/>
                    </a:lnTo>
                    <a:lnTo>
                      <a:pt x="163" y="362"/>
                    </a:lnTo>
                    <a:lnTo>
                      <a:pt x="0" y="326"/>
                    </a:lnTo>
                    <a:lnTo>
                      <a:pt x="55" y="453"/>
                    </a:lnTo>
                    <a:lnTo>
                      <a:pt x="363" y="417"/>
                    </a:lnTo>
                    <a:cubicBezTo>
                      <a:pt x="453" y="417"/>
                      <a:pt x="526" y="380"/>
                      <a:pt x="598" y="326"/>
                    </a:cubicBez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56"/>
              <p:cNvSpPr/>
              <p:nvPr/>
            </p:nvSpPr>
            <p:spPr>
              <a:xfrm>
                <a:off x="5487150" y="3755700"/>
                <a:ext cx="9075" cy="5475"/>
              </a:xfrm>
              <a:custGeom>
                <a:rect b="b" l="l" r="r" t="t"/>
                <a:pathLst>
                  <a:path extrusionOk="0" h="219" w="363">
                    <a:moveTo>
                      <a:pt x="1" y="1"/>
                    </a:moveTo>
                    <a:lnTo>
                      <a:pt x="37" y="109"/>
                    </a:lnTo>
                    <a:lnTo>
                      <a:pt x="127" y="200"/>
                    </a:lnTo>
                    <a:lnTo>
                      <a:pt x="309" y="218"/>
                    </a:lnTo>
                    <a:lnTo>
                      <a:pt x="363" y="200"/>
                    </a:lnTo>
                    <a:lnTo>
                      <a:pt x="290" y="109"/>
                    </a:lnTo>
                    <a:lnTo>
                      <a:pt x="200" y="73"/>
                    </a:lnTo>
                    <a:lnTo>
                      <a:pt x="200" y="109"/>
                    </a:lnTo>
                    <a:lnTo>
                      <a:pt x="73" y="37"/>
                    </a:lnTo>
                    <a:lnTo>
                      <a:pt x="91" y="9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56"/>
              <p:cNvSpPr/>
              <p:nvPr/>
            </p:nvSpPr>
            <p:spPr>
              <a:xfrm>
                <a:off x="5485800" y="3708800"/>
                <a:ext cx="122250" cy="55325"/>
              </a:xfrm>
              <a:custGeom>
                <a:rect b="b" l="l" r="r" t="t"/>
                <a:pathLst>
                  <a:path extrusionOk="0" h="2213" w="4890">
                    <a:moveTo>
                      <a:pt x="2850" y="0"/>
                    </a:moveTo>
                    <a:cubicBezTo>
                      <a:pt x="2492" y="0"/>
                      <a:pt x="2114" y="131"/>
                      <a:pt x="1829" y="555"/>
                    </a:cubicBezTo>
                    <a:cubicBezTo>
                      <a:pt x="1236" y="1460"/>
                      <a:pt x="788" y="2013"/>
                      <a:pt x="336" y="2013"/>
                    </a:cubicBezTo>
                    <a:cubicBezTo>
                      <a:pt x="237" y="2013"/>
                      <a:pt x="138" y="1986"/>
                      <a:pt x="37" y="1931"/>
                    </a:cubicBezTo>
                    <a:lnTo>
                      <a:pt x="0" y="2076"/>
                    </a:lnTo>
                    <a:cubicBezTo>
                      <a:pt x="0" y="2076"/>
                      <a:pt x="315" y="2213"/>
                      <a:pt x="686" y="2213"/>
                    </a:cubicBezTo>
                    <a:cubicBezTo>
                      <a:pt x="1017" y="2213"/>
                      <a:pt x="1392" y="2105"/>
                      <a:pt x="1630" y="1696"/>
                    </a:cubicBezTo>
                    <a:cubicBezTo>
                      <a:pt x="1956" y="1623"/>
                      <a:pt x="2264" y="1533"/>
                      <a:pt x="2554" y="1388"/>
                    </a:cubicBezTo>
                    <a:cubicBezTo>
                      <a:pt x="2922" y="1196"/>
                      <a:pt x="3064" y="862"/>
                      <a:pt x="3292" y="862"/>
                    </a:cubicBezTo>
                    <a:cubicBezTo>
                      <a:pt x="3322" y="862"/>
                      <a:pt x="3353" y="868"/>
                      <a:pt x="3387" y="881"/>
                    </a:cubicBezTo>
                    <a:cubicBezTo>
                      <a:pt x="3514" y="854"/>
                      <a:pt x="3640" y="840"/>
                      <a:pt x="3765" y="840"/>
                    </a:cubicBezTo>
                    <a:cubicBezTo>
                      <a:pt x="3889" y="840"/>
                      <a:pt x="4012" y="854"/>
                      <a:pt x="4129" y="881"/>
                    </a:cubicBezTo>
                    <a:cubicBezTo>
                      <a:pt x="4274" y="917"/>
                      <a:pt x="4383" y="1026"/>
                      <a:pt x="4437" y="1152"/>
                    </a:cubicBezTo>
                    <a:cubicBezTo>
                      <a:pt x="4437" y="1243"/>
                      <a:pt x="4510" y="1315"/>
                      <a:pt x="4600" y="1333"/>
                    </a:cubicBezTo>
                    <a:lnTo>
                      <a:pt x="4600" y="1352"/>
                    </a:lnTo>
                    <a:lnTo>
                      <a:pt x="4673" y="1352"/>
                    </a:lnTo>
                    <a:cubicBezTo>
                      <a:pt x="4799" y="1333"/>
                      <a:pt x="4890" y="1225"/>
                      <a:pt x="4872" y="1189"/>
                    </a:cubicBezTo>
                    <a:cubicBezTo>
                      <a:pt x="4781" y="1116"/>
                      <a:pt x="4745" y="989"/>
                      <a:pt x="4763" y="881"/>
                    </a:cubicBezTo>
                    <a:cubicBezTo>
                      <a:pt x="4781" y="772"/>
                      <a:pt x="4727" y="645"/>
                      <a:pt x="4618" y="609"/>
                    </a:cubicBezTo>
                    <a:cubicBezTo>
                      <a:pt x="4727" y="301"/>
                      <a:pt x="4383" y="48"/>
                      <a:pt x="4383" y="48"/>
                    </a:cubicBezTo>
                    <a:lnTo>
                      <a:pt x="4383" y="48"/>
                    </a:lnTo>
                    <a:cubicBezTo>
                      <a:pt x="4437" y="120"/>
                      <a:pt x="4473" y="211"/>
                      <a:pt x="4455" y="319"/>
                    </a:cubicBezTo>
                    <a:cubicBezTo>
                      <a:pt x="4419" y="211"/>
                      <a:pt x="4238" y="120"/>
                      <a:pt x="4238" y="120"/>
                    </a:cubicBezTo>
                    <a:lnTo>
                      <a:pt x="4238" y="120"/>
                    </a:lnTo>
                    <a:cubicBezTo>
                      <a:pt x="4310" y="211"/>
                      <a:pt x="4383" y="319"/>
                      <a:pt x="4401" y="446"/>
                    </a:cubicBezTo>
                    <a:cubicBezTo>
                      <a:pt x="4256" y="410"/>
                      <a:pt x="4093" y="356"/>
                      <a:pt x="3948" y="337"/>
                    </a:cubicBezTo>
                    <a:cubicBezTo>
                      <a:pt x="3948" y="337"/>
                      <a:pt x="3425" y="0"/>
                      <a:pt x="28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56"/>
              <p:cNvSpPr/>
              <p:nvPr/>
            </p:nvSpPr>
            <p:spPr>
              <a:xfrm>
                <a:off x="5588575" y="3729450"/>
                <a:ext cx="8175" cy="6800"/>
              </a:xfrm>
              <a:custGeom>
                <a:rect b="b" l="l" r="r" t="t"/>
                <a:pathLst>
                  <a:path extrusionOk="0" h="272" w="327">
                    <a:moveTo>
                      <a:pt x="109" y="0"/>
                    </a:moveTo>
                    <a:lnTo>
                      <a:pt x="0" y="181"/>
                    </a:lnTo>
                    <a:lnTo>
                      <a:pt x="109" y="145"/>
                    </a:lnTo>
                    <a:lnTo>
                      <a:pt x="55" y="218"/>
                    </a:lnTo>
                    <a:lnTo>
                      <a:pt x="163" y="218"/>
                    </a:lnTo>
                    <a:lnTo>
                      <a:pt x="127" y="272"/>
                    </a:lnTo>
                    <a:lnTo>
                      <a:pt x="326" y="21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0" name="Google Shape;1220;p56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1221" name="Google Shape;1221;p56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56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56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56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56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rect b="b" l="l" r="r" t="t"/>
                <a:pathLst>
                  <a:path extrusionOk="0" h="1345" w="16372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56"/>
              <p:cNvSpPr/>
              <p:nvPr/>
            </p:nvSpPr>
            <p:spPr>
              <a:xfrm flipH="1" rot="10800000">
                <a:off x="8499548" y="4285468"/>
                <a:ext cx="562025" cy="45801"/>
              </a:xfrm>
              <a:custGeom>
                <a:rect b="b" l="l" r="r" t="t"/>
                <a:pathLst>
                  <a:path extrusionOk="0" h="1335" w="16382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56"/>
              <p:cNvSpPr/>
              <p:nvPr/>
            </p:nvSpPr>
            <p:spPr>
              <a:xfrm flipH="1" rot="10800000">
                <a:off x="78005" y="2766605"/>
                <a:ext cx="562060" cy="46144"/>
              </a:xfrm>
              <a:custGeom>
                <a:rect b="b" l="l" r="r" t="t"/>
                <a:pathLst>
                  <a:path extrusionOk="0" h="1345" w="16383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56"/>
              <p:cNvSpPr/>
              <p:nvPr/>
            </p:nvSpPr>
            <p:spPr>
              <a:xfrm flipH="1" rot="10800000">
                <a:off x="8670743" y="3733933"/>
                <a:ext cx="562025" cy="45766"/>
              </a:xfrm>
              <a:custGeom>
                <a:rect b="b" l="l" r="r" t="t"/>
                <a:pathLst>
                  <a:path extrusionOk="0" h="1334" w="16382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56"/>
              <p:cNvSpPr/>
              <p:nvPr/>
            </p:nvSpPr>
            <p:spPr>
              <a:xfrm flipH="1" rot="10800000">
                <a:off x="145179" y="4740334"/>
                <a:ext cx="561682" cy="45801"/>
              </a:xfrm>
              <a:custGeom>
                <a:rect b="b" l="l" r="r" t="t"/>
                <a:pathLst>
                  <a:path extrusionOk="0" h="1335" w="16372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0" name="Google Shape;1230;p56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1231" name="Google Shape;1231;p56"/>
              <p:cNvSpPr/>
              <p:nvPr/>
            </p:nvSpPr>
            <p:spPr>
              <a:xfrm>
                <a:off x="4141012" y="4362198"/>
                <a:ext cx="222166" cy="76196"/>
              </a:xfrm>
              <a:custGeom>
                <a:rect b="b" l="l" r="r" t="t"/>
                <a:pathLst>
                  <a:path extrusionOk="0" h="522" w="1522">
                    <a:moveTo>
                      <a:pt x="1247" y="0"/>
                    </a:moveTo>
                    <a:cubicBezTo>
                      <a:pt x="1188" y="0"/>
                      <a:pt x="1133" y="13"/>
                      <a:pt x="1069" y="26"/>
                    </a:cubicBezTo>
                    <a:cubicBezTo>
                      <a:pt x="966" y="77"/>
                      <a:pt x="863" y="156"/>
                      <a:pt x="786" y="249"/>
                    </a:cubicBezTo>
                    <a:lnTo>
                      <a:pt x="786" y="249"/>
                    </a:lnTo>
                    <a:cubicBezTo>
                      <a:pt x="643" y="110"/>
                      <a:pt x="455" y="31"/>
                      <a:pt x="261" y="31"/>
                    </a:cubicBezTo>
                    <a:cubicBezTo>
                      <a:pt x="174" y="31"/>
                      <a:pt x="86" y="47"/>
                      <a:pt x="0" y="80"/>
                    </a:cubicBezTo>
                    <a:cubicBezTo>
                      <a:pt x="38" y="73"/>
                      <a:pt x="76" y="70"/>
                      <a:pt x="113" y="70"/>
                    </a:cubicBezTo>
                    <a:cubicBezTo>
                      <a:pt x="366" y="70"/>
                      <a:pt x="612" y="224"/>
                      <a:pt x="707" y="460"/>
                    </a:cubicBezTo>
                    <a:cubicBezTo>
                      <a:pt x="725" y="497"/>
                      <a:pt x="743" y="515"/>
                      <a:pt x="761" y="515"/>
                    </a:cubicBezTo>
                    <a:cubicBezTo>
                      <a:pt x="775" y="519"/>
                      <a:pt x="788" y="521"/>
                      <a:pt x="801" y="521"/>
                    </a:cubicBezTo>
                    <a:cubicBezTo>
                      <a:pt x="840" y="521"/>
                      <a:pt x="874" y="501"/>
                      <a:pt x="888" y="460"/>
                    </a:cubicBezTo>
                    <a:cubicBezTo>
                      <a:pt x="924" y="334"/>
                      <a:pt x="1015" y="207"/>
                      <a:pt x="1123" y="116"/>
                    </a:cubicBezTo>
                    <a:cubicBezTo>
                      <a:pt x="1170" y="77"/>
                      <a:pt x="1231" y="58"/>
                      <a:pt x="1293" y="58"/>
                    </a:cubicBezTo>
                    <a:cubicBezTo>
                      <a:pt x="1375" y="58"/>
                      <a:pt x="1460" y="91"/>
                      <a:pt x="1522" y="153"/>
                    </a:cubicBezTo>
                    <a:cubicBezTo>
                      <a:pt x="1467" y="80"/>
                      <a:pt x="1413" y="26"/>
                      <a:pt x="1322" y="8"/>
                    </a:cubicBezTo>
                    <a:cubicBezTo>
                      <a:pt x="1296" y="2"/>
                      <a:pt x="1271" y="0"/>
                      <a:pt x="1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56"/>
              <p:cNvSpPr/>
              <p:nvPr/>
            </p:nvSpPr>
            <p:spPr>
              <a:xfrm>
                <a:off x="4871050" y="4613203"/>
                <a:ext cx="187863" cy="112397"/>
              </a:xfrm>
              <a:custGeom>
                <a:rect b="b" l="l" r="r" t="t"/>
                <a:pathLst>
                  <a:path extrusionOk="0" h="770" w="1287">
                    <a:moveTo>
                      <a:pt x="1" y="0"/>
                    </a:moveTo>
                    <a:cubicBezTo>
                      <a:pt x="273" y="73"/>
                      <a:pt x="454" y="344"/>
                      <a:pt x="417" y="634"/>
                    </a:cubicBezTo>
                    <a:cubicBezTo>
                      <a:pt x="417" y="670"/>
                      <a:pt x="417" y="706"/>
                      <a:pt x="454" y="743"/>
                    </a:cubicBezTo>
                    <a:cubicBezTo>
                      <a:pt x="481" y="761"/>
                      <a:pt x="512" y="770"/>
                      <a:pt x="542" y="770"/>
                    </a:cubicBezTo>
                    <a:cubicBezTo>
                      <a:pt x="571" y="770"/>
                      <a:pt x="598" y="761"/>
                      <a:pt x="617" y="743"/>
                    </a:cubicBezTo>
                    <a:cubicBezTo>
                      <a:pt x="707" y="634"/>
                      <a:pt x="834" y="562"/>
                      <a:pt x="961" y="525"/>
                    </a:cubicBezTo>
                    <a:cubicBezTo>
                      <a:pt x="975" y="524"/>
                      <a:pt x="990" y="523"/>
                      <a:pt x="1004" y="523"/>
                    </a:cubicBezTo>
                    <a:cubicBezTo>
                      <a:pt x="1130" y="523"/>
                      <a:pt x="1238" y="594"/>
                      <a:pt x="1287" y="725"/>
                    </a:cubicBezTo>
                    <a:cubicBezTo>
                      <a:pt x="1287" y="634"/>
                      <a:pt x="1250" y="562"/>
                      <a:pt x="1196" y="507"/>
                    </a:cubicBezTo>
                    <a:cubicBezTo>
                      <a:pt x="1124" y="453"/>
                      <a:pt x="1051" y="417"/>
                      <a:pt x="961" y="399"/>
                    </a:cubicBezTo>
                    <a:cubicBezTo>
                      <a:pt x="841" y="399"/>
                      <a:pt x="730" y="414"/>
                      <a:pt x="626" y="451"/>
                    </a:cubicBezTo>
                    <a:lnTo>
                      <a:pt x="626" y="451"/>
                    </a:lnTo>
                    <a:cubicBezTo>
                      <a:pt x="525" y="198"/>
                      <a:pt x="281" y="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56"/>
              <p:cNvSpPr/>
              <p:nvPr/>
            </p:nvSpPr>
            <p:spPr>
              <a:xfrm>
                <a:off x="4667567" y="4869527"/>
                <a:ext cx="179835" cy="78532"/>
              </a:xfrm>
              <a:custGeom>
                <a:rect b="b" l="l" r="r" t="t"/>
                <a:pathLst>
                  <a:path extrusionOk="0" h="538" w="1232">
                    <a:moveTo>
                      <a:pt x="158" y="0"/>
                    </a:moveTo>
                    <a:cubicBezTo>
                      <a:pt x="106" y="0"/>
                      <a:pt x="53" y="7"/>
                      <a:pt x="0" y="19"/>
                    </a:cubicBezTo>
                    <a:cubicBezTo>
                      <a:pt x="254" y="91"/>
                      <a:pt x="453" y="254"/>
                      <a:pt x="580" y="490"/>
                    </a:cubicBezTo>
                    <a:cubicBezTo>
                      <a:pt x="580" y="490"/>
                      <a:pt x="580" y="508"/>
                      <a:pt x="598" y="526"/>
                    </a:cubicBezTo>
                    <a:cubicBezTo>
                      <a:pt x="613" y="534"/>
                      <a:pt x="631" y="538"/>
                      <a:pt x="650" y="538"/>
                    </a:cubicBezTo>
                    <a:cubicBezTo>
                      <a:pt x="676" y="538"/>
                      <a:pt x="704" y="529"/>
                      <a:pt x="725" y="508"/>
                    </a:cubicBezTo>
                    <a:cubicBezTo>
                      <a:pt x="797" y="417"/>
                      <a:pt x="870" y="345"/>
                      <a:pt x="942" y="272"/>
                    </a:cubicBezTo>
                    <a:cubicBezTo>
                      <a:pt x="1015" y="182"/>
                      <a:pt x="1123" y="146"/>
                      <a:pt x="1232" y="146"/>
                    </a:cubicBezTo>
                    <a:cubicBezTo>
                      <a:pt x="1178" y="110"/>
                      <a:pt x="1114" y="91"/>
                      <a:pt x="1051" y="91"/>
                    </a:cubicBezTo>
                    <a:cubicBezTo>
                      <a:pt x="987" y="91"/>
                      <a:pt x="924" y="110"/>
                      <a:pt x="870" y="146"/>
                    </a:cubicBezTo>
                    <a:cubicBezTo>
                      <a:pt x="803" y="179"/>
                      <a:pt x="736" y="219"/>
                      <a:pt x="678" y="266"/>
                    </a:cubicBezTo>
                    <a:lnTo>
                      <a:pt x="678" y="266"/>
                    </a:lnTo>
                    <a:cubicBezTo>
                      <a:pt x="558" y="97"/>
                      <a:pt x="365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56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rect b="b" l="l" r="r" t="t"/>
                <a:pathLst>
                  <a:path extrusionOk="0" h="401" w="635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56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rect b="b" l="l" r="r" t="t"/>
                <a:pathLst>
                  <a:path extrusionOk="0" h="431" w="87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36" name="Google Shape;1236;p56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1237" name="Google Shape;1237;p56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rect b="b" l="l" r="r" t="t"/>
                  <a:pathLst>
                    <a:path extrusionOk="0" h="525" w="1523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8" name="Google Shape;1238;p56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rect b="b" l="l" r="r" t="t"/>
                  <a:pathLst>
                    <a:path extrusionOk="0" h="758" w="1323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9" name="Google Shape;1239;p56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rect b="b" l="l" r="r" t="t"/>
                  <a:pathLst>
                    <a:path extrusionOk="0" h="660" w="906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56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rect b="b" l="l" r="r" t="t"/>
                  <a:pathLst>
                    <a:path extrusionOk="0" h="417" w="87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41" name="Google Shape;1241;p56"/>
            <p:cNvSpPr/>
            <p:nvPr/>
          </p:nvSpPr>
          <p:spPr>
            <a:xfrm>
              <a:off x="-328621" y="2613514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56"/>
            <p:cNvSpPr/>
            <p:nvPr/>
          </p:nvSpPr>
          <p:spPr>
            <a:xfrm>
              <a:off x="7055289" y="4188893"/>
              <a:ext cx="3471302" cy="954615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56"/>
            <p:cNvSpPr/>
            <p:nvPr/>
          </p:nvSpPr>
          <p:spPr>
            <a:xfrm>
              <a:off x="8337154" y="-1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4" name="Google Shape;1244;p56"/>
          <p:cNvSpPr txBox="1"/>
          <p:nvPr>
            <p:ph type="ctrTitle"/>
          </p:nvPr>
        </p:nvSpPr>
        <p:spPr>
          <a:xfrm>
            <a:off x="720000" y="569275"/>
            <a:ext cx="3852000" cy="13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45" name="Google Shape;1245;p56"/>
          <p:cNvSpPr txBox="1"/>
          <p:nvPr>
            <p:ph idx="1" type="subTitle"/>
          </p:nvPr>
        </p:nvSpPr>
        <p:spPr>
          <a:xfrm>
            <a:off x="720000" y="1937549"/>
            <a:ext cx="3852000" cy="9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6" name="Google Shape;1246;p56"/>
          <p:cNvSpPr txBox="1"/>
          <p:nvPr/>
        </p:nvSpPr>
        <p:spPr>
          <a:xfrm>
            <a:off x="716650" y="3556644"/>
            <a:ext cx="3852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 Slidesgo,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including icons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 Flaticon,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nfographics &amp; images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 Freepik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omine"/>
              <a:buNone/>
              <a:defRPr b="1" sz="3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b="1"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6.jpg"/><Relationship Id="rId5" Type="http://schemas.openxmlformats.org/officeDocument/2006/relationships/image" Target="../media/image2.jpg"/><Relationship Id="rId6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58"/>
          <p:cNvSpPr txBox="1"/>
          <p:nvPr>
            <p:ph type="ctrTitle"/>
          </p:nvPr>
        </p:nvSpPr>
        <p:spPr>
          <a:xfrm>
            <a:off x="1932900" y="1196200"/>
            <a:ext cx="5087100" cy="14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Razvoj sistema za generisanje sadržaja zasnovanog na podacima iz igre Elden Ring</a:t>
            </a:r>
            <a:endParaRPr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3" name="Google Shape;1253;p58"/>
          <p:cNvSpPr txBox="1"/>
          <p:nvPr>
            <p:ph idx="1" type="subTitle"/>
          </p:nvPr>
        </p:nvSpPr>
        <p:spPr>
          <a:xfrm>
            <a:off x="1932900" y="2149603"/>
            <a:ext cx="3074400" cy="16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Domine"/>
                <a:ea typeface="Domine"/>
                <a:cs typeface="Domine"/>
                <a:sym typeface="Domine"/>
              </a:rPr>
              <a:t>Marko Erdelji, R2 4/2024</a:t>
            </a:r>
            <a:endParaRPr sz="15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Domine"/>
                <a:ea typeface="Domine"/>
                <a:cs typeface="Domine"/>
                <a:sym typeface="Domine"/>
              </a:rPr>
              <a:t>Dušan Rožić, </a:t>
            </a:r>
            <a:r>
              <a:rPr lang="en" sz="14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R2 39/2024</a:t>
            </a:r>
            <a:endParaRPr sz="15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Domine"/>
                <a:ea typeface="Domine"/>
                <a:cs typeface="Domine"/>
                <a:sym typeface="Domine"/>
              </a:rPr>
              <a:t>Jelena Miković, </a:t>
            </a:r>
            <a:r>
              <a:rPr lang="en" sz="14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R2 35/2024</a:t>
            </a:r>
            <a:endParaRPr sz="15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59"/>
          <p:cNvSpPr txBox="1"/>
          <p:nvPr>
            <p:ph type="title"/>
          </p:nvPr>
        </p:nvSpPr>
        <p:spPr>
          <a:xfrm>
            <a:off x="2006850" y="2150850"/>
            <a:ext cx="513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Uvod</a:t>
            </a:r>
            <a:endParaRPr/>
          </a:p>
        </p:txBody>
      </p:sp>
      <p:sp>
        <p:nvSpPr>
          <p:cNvPr id="1259" name="Google Shape;1259;p59"/>
          <p:cNvSpPr txBox="1"/>
          <p:nvPr>
            <p:ph idx="2" type="title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oogle Shape;1264;p60"/>
          <p:cNvGrpSpPr/>
          <p:nvPr/>
        </p:nvGrpSpPr>
        <p:grpSpPr>
          <a:xfrm>
            <a:off x="6" y="2752832"/>
            <a:ext cx="2579259" cy="1935583"/>
            <a:chOff x="-1545755" y="2356907"/>
            <a:chExt cx="3858855" cy="2895846"/>
          </a:xfrm>
        </p:grpSpPr>
        <p:sp>
          <p:nvSpPr>
            <p:cNvPr id="1265" name="Google Shape;1265;p60"/>
            <p:cNvSpPr/>
            <p:nvPr/>
          </p:nvSpPr>
          <p:spPr>
            <a:xfrm flipH="1">
              <a:off x="-522308" y="2356907"/>
              <a:ext cx="1446545" cy="1508572"/>
            </a:xfrm>
            <a:custGeom>
              <a:rect b="b" l="l" r="r" t="t"/>
              <a:pathLst>
                <a:path extrusionOk="0" h="20284" w="19450">
                  <a:moveTo>
                    <a:pt x="17476" y="4637"/>
                  </a:moveTo>
                  <a:lnTo>
                    <a:pt x="17476" y="5361"/>
                  </a:lnTo>
                  <a:lnTo>
                    <a:pt x="17114" y="5361"/>
                  </a:lnTo>
                  <a:lnTo>
                    <a:pt x="17114" y="4637"/>
                  </a:lnTo>
                  <a:close/>
                  <a:moveTo>
                    <a:pt x="18146" y="4637"/>
                  </a:moveTo>
                  <a:lnTo>
                    <a:pt x="18146" y="5361"/>
                  </a:lnTo>
                  <a:lnTo>
                    <a:pt x="17784" y="5361"/>
                  </a:lnTo>
                  <a:lnTo>
                    <a:pt x="17784" y="4637"/>
                  </a:lnTo>
                  <a:close/>
                  <a:moveTo>
                    <a:pt x="18834" y="4637"/>
                  </a:moveTo>
                  <a:lnTo>
                    <a:pt x="18834" y="5361"/>
                  </a:lnTo>
                  <a:lnTo>
                    <a:pt x="18454" y="5361"/>
                  </a:lnTo>
                  <a:lnTo>
                    <a:pt x="18454" y="4637"/>
                  </a:lnTo>
                  <a:close/>
                  <a:moveTo>
                    <a:pt x="7751" y="7987"/>
                  </a:moveTo>
                  <a:lnTo>
                    <a:pt x="7751" y="8693"/>
                  </a:lnTo>
                  <a:lnTo>
                    <a:pt x="7389" y="8693"/>
                  </a:lnTo>
                  <a:lnTo>
                    <a:pt x="7389" y="7987"/>
                  </a:lnTo>
                  <a:close/>
                  <a:moveTo>
                    <a:pt x="8729" y="7969"/>
                  </a:moveTo>
                  <a:lnTo>
                    <a:pt x="8729" y="8693"/>
                  </a:lnTo>
                  <a:lnTo>
                    <a:pt x="8367" y="8693"/>
                  </a:lnTo>
                  <a:lnTo>
                    <a:pt x="8367" y="7969"/>
                  </a:lnTo>
                  <a:close/>
                  <a:moveTo>
                    <a:pt x="6900" y="9454"/>
                  </a:moveTo>
                  <a:lnTo>
                    <a:pt x="6900" y="10812"/>
                  </a:lnTo>
                  <a:lnTo>
                    <a:pt x="6447" y="10812"/>
                  </a:lnTo>
                  <a:lnTo>
                    <a:pt x="6447" y="9454"/>
                  </a:lnTo>
                  <a:close/>
                  <a:moveTo>
                    <a:pt x="8294" y="9454"/>
                  </a:moveTo>
                  <a:lnTo>
                    <a:pt x="8294" y="10812"/>
                  </a:lnTo>
                  <a:lnTo>
                    <a:pt x="7842" y="10812"/>
                  </a:lnTo>
                  <a:lnTo>
                    <a:pt x="7842" y="9454"/>
                  </a:lnTo>
                  <a:close/>
                  <a:moveTo>
                    <a:pt x="9689" y="9454"/>
                  </a:moveTo>
                  <a:lnTo>
                    <a:pt x="9689" y="10812"/>
                  </a:lnTo>
                  <a:lnTo>
                    <a:pt x="9236" y="10812"/>
                  </a:lnTo>
                  <a:lnTo>
                    <a:pt x="9236" y="9454"/>
                  </a:lnTo>
                  <a:close/>
                  <a:moveTo>
                    <a:pt x="1123" y="9291"/>
                  </a:moveTo>
                  <a:lnTo>
                    <a:pt x="1123" y="11409"/>
                  </a:lnTo>
                  <a:lnTo>
                    <a:pt x="888" y="11409"/>
                  </a:lnTo>
                  <a:lnTo>
                    <a:pt x="888" y="9291"/>
                  </a:lnTo>
                  <a:close/>
                  <a:moveTo>
                    <a:pt x="2536" y="9291"/>
                  </a:moveTo>
                  <a:lnTo>
                    <a:pt x="2536" y="11409"/>
                  </a:lnTo>
                  <a:lnTo>
                    <a:pt x="1992" y="11409"/>
                  </a:lnTo>
                  <a:lnTo>
                    <a:pt x="1992" y="9291"/>
                  </a:lnTo>
                  <a:close/>
                  <a:moveTo>
                    <a:pt x="3640" y="9291"/>
                  </a:moveTo>
                  <a:lnTo>
                    <a:pt x="3640" y="11409"/>
                  </a:lnTo>
                  <a:lnTo>
                    <a:pt x="3405" y="11409"/>
                  </a:lnTo>
                  <a:lnTo>
                    <a:pt x="3405" y="9291"/>
                  </a:lnTo>
                  <a:close/>
                  <a:moveTo>
                    <a:pt x="17974" y="11133"/>
                  </a:moveTo>
                  <a:cubicBezTo>
                    <a:pt x="18169" y="11133"/>
                    <a:pt x="18363" y="11256"/>
                    <a:pt x="18381" y="11500"/>
                  </a:cubicBezTo>
                  <a:lnTo>
                    <a:pt x="18381" y="12442"/>
                  </a:lnTo>
                  <a:lnTo>
                    <a:pt x="17566" y="12442"/>
                  </a:lnTo>
                  <a:lnTo>
                    <a:pt x="17566" y="11500"/>
                  </a:lnTo>
                  <a:cubicBezTo>
                    <a:pt x="17585" y="11256"/>
                    <a:pt x="17779" y="11133"/>
                    <a:pt x="17974" y="11133"/>
                  </a:cubicBezTo>
                  <a:close/>
                  <a:moveTo>
                    <a:pt x="1503" y="12356"/>
                  </a:moveTo>
                  <a:cubicBezTo>
                    <a:pt x="1702" y="12356"/>
                    <a:pt x="1902" y="12487"/>
                    <a:pt x="1920" y="12750"/>
                  </a:cubicBezTo>
                  <a:lnTo>
                    <a:pt x="1920" y="14072"/>
                  </a:lnTo>
                  <a:lnTo>
                    <a:pt x="1087" y="14072"/>
                  </a:lnTo>
                  <a:lnTo>
                    <a:pt x="1087" y="12750"/>
                  </a:lnTo>
                  <a:cubicBezTo>
                    <a:pt x="1105" y="12487"/>
                    <a:pt x="1304" y="12356"/>
                    <a:pt x="1503" y="12356"/>
                  </a:cubicBezTo>
                  <a:close/>
                  <a:moveTo>
                    <a:pt x="3079" y="12329"/>
                  </a:moveTo>
                  <a:cubicBezTo>
                    <a:pt x="3287" y="12329"/>
                    <a:pt x="3495" y="12469"/>
                    <a:pt x="3495" y="12750"/>
                  </a:cubicBezTo>
                  <a:lnTo>
                    <a:pt x="3513" y="14072"/>
                  </a:lnTo>
                  <a:lnTo>
                    <a:pt x="2662" y="14072"/>
                  </a:lnTo>
                  <a:lnTo>
                    <a:pt x="2662" y="12750"/>
                  </a:lnTo>
                  <a:cubicBezTo>
                    <a:pt x="2662" y="12469"/>
                    <a:pt x="2871" y="12329"/>
                    <a:pt x="3079" y="12329"/>
                  </a:cubicBezTo>
                  <a:close/>
                  <a:moveTo>
                    <a:pt x="18" y="12351"/>
                  </a:moveTo>
                  <a:cubicBezTo>
                    <a:pt x="199" y="12387"/>
                    <a:pt x="344" y="12550"/>
                    <a:pt x="344" y="12750"/>
                  </a:cubicBezTo>
                  <a:lnTo>
                    <a:pt x="344" y="14090"/>
                  </a:lnTo>
                  <a:lnTo>
                    <a:pt x="18" y="14090"/>
                  </a:lnTo>
                  <a:lnTo>
                    <a:pt x="18" y="12351"/>
                  </a:lnTo>
                  <a:close/>
                  <a:moveTo>
                    <a:pt x="7624" y="16208"/>
                  </a:moveTo>
                  <a:lnTo>
                    <a:pt x="7624" y="16716"/>
                  </a:lnTo>
                  <a:lnTo>
                    <a:pt x="7190" y="16716"/>
                  </a:lnTo>
                  <a:lnTo>
                    <a:pt x="7190" y="16208"/>
                  </a:lnTo>
                  <a:close/>
                  <a:moveTo>
                    <a:pt x="9091" y="16208"/>
                  </a:moveTo>
                  <a:lnTo>
                    <a:pt x="9091" y="16716"/>
                  </a:lnTo>
                  <a:lnTo>
                    <a:pt x="8675" y="16716"/>
                  </a:lnTo>
                  <a:lnTo>
                    <a:pt x="8675" y="16208"/>
                  </a:lnTo>
                  <a:close/>
                  <a:moveTo>
                    <a:pt x="10576" y="16208"/>
                  </a:moveTo>
                  <a:lnTo>
                    <a:pt x="10576" y="16716"/>
                  </a:lnTo>
                  <a:lnTo>
                    <a:pt x="10142" y="16716"/>
                  </a:lnTo>
                  <a:lnTo>
                    <a:pt x="10142" y="16208"/>
                  </a:lnTo>
                  <a:close/>
                  <a:moveTo>
                    <a:pt x="12061" y="16208"/>
                  </a:moveTo>
                  <a:lnTo>
                    <a:pt x="12061" y="16716"/>
                  </a:lnTo>
                  <a:lnTo>
                    <a:pt x="11626" y="16716"/>
                  </a:lnTo>
                  <a:lnTo>
                    <a:pt x="11626" y="16208"/>
                  </a:lnTo>
                  <a:close/>
                  <a:moveTo>
                    <a:pt x="13528" y="16208"/>
                  </a:moveTo>
                  <a:lnTo>
                    <a:pt x="13528" y="16716"/>
                  </a:lnTo>
                  <a:lnTo>
                    <a:pt x="13093" y="16716"/>
                  </a:lnTo>
                  <a:lnTo>
                    <a:pt x="13093" y="16208"/>
                  </a:lnTo>
                  <a:close/>
                  <a:moveTo>
                    <a:pt x="14995" y="16208"/>
                  </a:moveTo>
                  <a:lnTo>
                    <a:pt x="14995" y="16716"/>
                  </a:lnTo>
                  <a:lnTo>
                    <a:pt x="14578" y="16716"/>
                  </a:lnTo>
                  <a:lnTo>
                    <a:pt x="14578" y="16208"/>
                  </a:lnTo>
                  <a:close/>
                  <a:moveTo>
                    <a:pt x="16462" y="16208"/>
                  </a:moveTo>
                  <a:lnTo>
                    <a:pt x="16462" y="16716"/>
                  </a:lnTo>
                  <a:lnTo>
                    <a:pt x="16045" y="16716"/>
                  </a:lnTo>
                  <a:lnTo>
                    <a:pt x="16045" y="16208"/>
                  </a:lnTo>
                  <a:close/>
                  <a:moveTo>
                    <a:pt x="7624" y="17204"/>
                  </a:moveTo>
                  <a:lnTo>
                    <a:pt x="7624" y="18581"/>
                  </a:lnTo>
                  <a:lnTo>
                    <a:pt x="7190" y="18581"/>
                  </a:lnTo>
                  <a:lnTo>
                    <a:pt x="7190" y="17204"/>
                  </a:lnTo>
                  <a:close/>
                  <a:moveTo>
                    <a:pt x="9091" y="17204"/>
                  </a:moveTo>
                  <a:lnTo>
                    <a:pt x="9091" y="18581"/>
                  </a:lnTo>
                  <a:lnTo>
                    <a:pt x="8675" y="18581"/>
                  </a:lnTo>
                  <a:lnTo>
                    <a:pt x="8675" y="17204"/>
                  </a:lnTo>
                  <a:close/>
                  <a:moveTo>
                    <a:pt x="10576" y="17204"/>
                  </a:moveTo>
                  <a:lnTo>
                    <a:pt x="10576" y="18581"/>
                  </a:lnTo>
                  <a:lnTo>
                    <a:pt x="10142" y="18581"/>
                  </a:lnTo>
                  <a:lnTo>
                    <a:pt x="10142" y="17204"/>
                  </a:lnTo>
                  <a:close/>
                  <a:moveTo>
                    <a:pt x="12061" y="17204"/>
                  </a:moveTo>
                  <a:lnTo>
                    <a:pt x="12061" y="18581"/>
                  </a:lnTo>
                  <a:lnTo>
                    <a:pt x="11626" y="18581"/>
                  </a:lnTo>
                  <a:lnTo>
                    <a:pt x="11626" y="17204"/>
                  </a:lnTo>
                  <a:close/>
                  <a:moveTo>
                    <a:pt x="13528" y="17204"/>
                  </a:moveTo>
                  <a:lnTo>
                    <a:pt x="13528" y="18581"/>
                  </a:lnTo>
                  <a:lnTo>
                    <a:pt x="13093" y="18581"/>
                  </a:lnTo>
                  <a:lnTo>
                    <a:pt x="13093" y="17204"/>
                  </a:lnTo>
                  <a:close/>
                  <a:moveTo>
                    <a:pt x="14995" y="17204"/>
                  </a:moveTo>
                  <a:lnTo>
                    <a:pt x="14995" y="18581"/>
                  </a:lnTo>
                  <a:lnTo>
                    <a:pt x="14578" y="18581"/>
                  </a:lnTo>
                  <a:lnTo>
                    <a:pt x="14578" y="17204"/>
                  </a:lnTo>
                  <a:close/>
                  <a:moveTo>
                    <a:pt x="16462" y="17204"/>
                  </a:moveTo>
                  <a:lnTo>
                    <a:pt x="16462" y="18581"/>
                  </a:lnTo>
                  <a:lnTo>
                    <a:pt x="16045" y="18581"/>
                  </a:lnTo>
                  <a:lnTo>
                    <a:pt x="16045" y="17204"/>
                  </a:lnTo>
                  <a:close/>
                  <a:moveTo>
                    <a:pt x="8005" y="0"/>
                  </a:moveTo>
                  <a:lnTo>
                    <a:pt x="8005" y="960"/>
                  </a:lnTo>
                  <a:cubicBezTo>
                    <a:pt x="7552" y="1015"/>
                    <a:pt x="7534" y="1648"/>
                    <a:pt x="7968" y="1739"/>
                  </a:cubicBezTo>
                  <a:lnTo>
                    <a:pt x="7208" y="4908"/>
                  </a:lnTo>
                  <a:cubicBezTo>
                    <a:pt x="7135" y="4926"/>
                    <a:pt x="7081" y="4926"/>
                    <a:pt x="7009" y="4962"/>
                  </a:cubicBezTo>
                  <a:cubicBezTo>
                    <a:pt x="7009" y="4944"/>
                    <a:pt x="7009" y="4926"/>
                    <a:pt x="7009" y="4908"/>
                  </a:cubicBezTo>
                  <a:cubicBezTo>
                    <a:pt x="7009" y="4854"/>
                    <a:pt x="6981" y="4833"/>
                    <a:pt x="6944" y="4833"/>
                  </a:cubicBezTo>
                  <a:cubicBezTo>
                    <a:pt x="6845" y="4833"/>
                    <a:pt x="6682" y="4982"/>
                    <a:pt x="6827" y="5035"/>
                  </a:cubicBezTo>
                  <a:cubicBezTo>
                    <a:pt x="6483" y="5216"/>
                    <a:pt x="6266" y="5578"/>
                    <a:pt x="6284" y="5977"/>
                  </a:cubicBezTo>
                  <a:cubicBezTo>
                    <a:pt x="6284" y="6556"/>
                    <a:pt x="6737" y="7027"/>
                    <a:pt x="7316" y="7045"/>
                  </a:cubicBezTo>
                  <a:lnTo>
                    <a:pt x="7316" y="7244"/>
                  </a:lnTo>
                  <a:lnTo>
                    <a:pt x="7190" y="7244"/>
                  </a:lnTo>
                  <a:cubicBezTo>
                    <a:pt x="6773" y="7244"/>
                    <a:pt x="6429" y="7570"/>
                    <a:pt x="6411" y="7969"/>
                  </a:cubicBezTo>
                  <a:lnTo>
                    <a:pt x="6755" y="7969"/>
                  </a:lnTo>
                  <a:lnTo>
                    <a:pt x="6755" y="8693"/>
                  </a:lnTo>
                  <a:lnTo>
                    <a:pt x="6411" y="8693"/>
                  </a:lnTo>
                  <a:lnTo>
                    <a:pt x="6411" y="9037"/>
                  </a:lnTo>
                  <a:lnTo>
                    <a:pt x="6465" y="9037"/>
                  </a:lnTo>
                  <a:cubicBezTo>
                    <a:pt x="6031" y="9037"/>
                    <a:pt x="5687" y="9381"/>
                    <a:pt x="5687" y="9816"/>
                  </a:cubicBezTo>
                  <a:lnTo>
                    <a:pt x="5687" y="11138"/>
                  </a:lnTo>
                  <a:lnTo>
                    <a:pt x="4528" y="11138"/>
                  </a:lnTo>
                  <a:lnTo>
                    <a:pt x="4528" y="8947"/>
                  </a:lnTo>
                  <a:lnTo>
                    <a:pt x="4220" y="7226"/>
                  </a:lnTo>
                  <a:cubicBezTo>
                    <a:pt x="4292" y="7208"/>
                    <a:pt x="4346" y="7154"/>
                    <a:pt x="4346" y="7081"/>
                  </a:cubicBezTo>
                  <a:cubicBezTo>
                    <a:pt x="4356" y="7000"/>
                    <a:pt x="4279" y="6959"/>
                    <a:pt x="4202" y="6959"/>
                  </a:cubicBezTo>
                  <a:cubicBezTo>
                    <a:pt x="4125" y="6959"/>
                    <a:pt x="4048" y="7000"/>
                    <a:pt x="4057" y="7081"/>
                  </a:cubicBezTo>
                  <a:cubicBezTo>
                    <a:pt x="4057" y="7154"/>
                    <a:pt x="4111" y="7208"/>
                    <a:pt x="4183" y="7226"/>
                  </a:cubicBezTo>
                  <a:lnTo>
                    <a:pt x="3894" y="8947"/>
                  </a:lnTo>
                  <a:lnTo>
                    <a:pt x="3858" y="8947"/>
                  </a:lnTo>
                  <a:lnTo>
                    <a:pt x="3568" y="7226"/>
                  </a:lnTo>
                  <a:cubicBezTo>
                    <a:pt x="3622" y="7208"/>
                    <a:pt x="3676" y="7154"/>
                    <a:pt x="3676" y="7081"/>
                  </a:cubicBezTo>
                  <a:cubicBezTo>
                    <a:pt x="3685" y="7000"/>
                    <a:pt x="3609" y="6959"/>
                    <a:pt x="3532" y="6959"/>
                  </a:cubicBezTo>
                  <a:cubicBezTo>
                    <a:pt x="3455" y="6959"/>
                    <a:pt x="3378" y="7000"/>
                    <a:pt x="3387" y="7081"/>
                  </a:cubicBezTo>
                  <a:cubicBezTo>
                    <a:pt x="3387" y="7154"/>
                    <a:pt x="3441" y="7208"/>
                    <a:pt x="3513" y="7226"/>
                  </a:cubicBezTo>
                  <a:lnTo>
                    <a:pt x="3224" y="8947"/>
                  </a:lnTo>
                  <a:lnTo>
                    <a:pt x="2318" y="3822"/>
                  </a:lnTo>
                  <a:cubicBezTo>
                    <a:pt x="2789" y="3749"/>
                    <a:pt x="2771" y="3097"/>
                    <a:pt x="2318" y="3043"/>
                  </a:cubicBezTo>
                  <a:lnTo>
                    <a:pt x="2318" y="2083"/>
                  </a:lnTo>
                  <a:lnTo>
                    <a:pt x="2210" y="2083"/>
                  </a:lnTo>
                  <a:lnTo>
                    <a:pt x="2210" y="3043"/>
                  </a:lnTo>
                  <a:cubicBezTo>
                    <a:pt x="1757" y="3097"/>
                    <a:pt x="1739" y="3749"/>
                    <a:pt x="2191" y="3822"/>
                  </a:cubicBezTo>
                  <a:lnTo>
                    <a:pt x="1304" y="8947"/>
                  </a:lnTo>
                  <a:lnTo>
                    <a:pt x="1014" y="7226"/>
                  </a:lnTo>
                  <a:cubicBezTo>
                    <a:pt x="1178" y="7199"/>
                    <a:pt x="992" y="7007"/>
                    <a:pt x="891" y="7007"/>
                  </a:cubicBezTo>
                  <a:cubicBezTo>
                    <a:pt x="857" y="7007"/>
                    <a:pt x="833" y="7028"/>
                    <a:pt x="833" y="7081"/>
                  </a:cubicBezTo>
                  <a:cubicBezTo>
                    <a:pt x="833" y="7154"/>
                    <a:pt x="888" y="7208"/>
                    <a:pt x="960" y="7226"/>
                  </a:cubicBezTo>
                  <a:lnTo>
                    <a:pt x="670" y="8947"/>
                  </a:lnTo>
                  <a:lnTo>
                    <a:pt x="634" y="8947"/>
                  </a:lnTo>
                  <a:lnTo>
                    <a:pt x="344" y="7226"/>
                  </a:lnTo>
                  <a:cubicBezTo>
                    <a:pt x="417" y="7208"/>
                    <a:pt x="471" y="7154"/>
                    <a:pt x="471" y="7081"/>
                  </a:cubicBezTo>
                  <a:cubicBezTo>
                    <a:pt x="480" y="7000"/>
                    <a:pt x="403" y="6959"/>
                    <a:pt x="326" y="6959"/>
                  </a:cubicBezTo>
                  <a:cubicBezTo>
                    <a:pt x="249" y="6959"/>
                    <a:pt x="172" y="7000"/>
                    <a:pt x="181" y="7081"/>
                  </a:cubicBezTo>
                  <a:cubicBezTo>
                    <a:pt x="181" y="7154"/>
                    <a:pt x="236" y="7208"/>
                    <a:pt x="308" y="7226"/>
                  </a:cubicBezTo>
                  <a:lnTo>
                    <a:pt x="0" y="8947"/>
                  </a:lnTo>
                  <a:lnTo>
                    <a:pt x="0" y="14778"/>
                  </a:lnTo>
                  <a:lnTo>
                    <a:pt x="471" y="14778"/>
                  </a:lnTo>
                  <a:lnTo>
                    <a:pt x="471" y="20283"/>
                  </a:lnTo>
                  <a:lnTo>
                    <a:pt x="4093" y="20283"/>
                  </a:lnTo>
                  <a:lnTo>
                    <a:pt x="4093" y="14778"/>
                  </a:lnTo>
                  <a:lnTo>
                    <a:pt x="4509" y="14778"/>
                  </a:lnTo>
                  <a:lnTo>
                    <a:pt x="4509" y="14090"/>
                  </a:lnTo>
                  <a:lnTo>
                    <a:pt x="4238" y="14090"/>
                  </a:lnTo>
                  <a:lnTo>
                    <a:pt x="4238" y="12750"/>
                  </a:lnTo>
                  <a:cubicBezTo>
                    <a:pt x="4238" y="12568"/>
                    <a:pt x="4346" y="12424"/>
                    <a:pt x="4509" y="12351"/>
                  </a:cubicBezTo>
                  <a:lnTo>
                    <a:pt x="4509" y="12080"/>
                  </a:lnTo>
                  <a:lnTo>
                    <a:pt x="5433" y="12080"/>
                  </a:lnTo>
                  <a:lnTo>
                    <a:pt x="5433" y="20283"/>
                  </a:lnTo>
                  <a:lnTo>
                    <a:pt x="18599" y="20283"/>
                  </a:lnTo>
                  <a:lnTo>
                    <a:pt x="18599" y="8385"/>
                  </a:lnTo>
                  <a:lnTo>
                    <a:pt x="19142" y="8385"/>
                  </a:lnTo>
                  <a:lnTo>
                    <a:pt x="19142" y="7335"/>
                  </a:lnTo>
                  <a:lnTo>
                    <a:pt x="19450" y="6031"/>
                  </a:lnTo>
                  <a:lnTo>
                    <a:pt x="19450" y="5542"/>
                  </a:lnTo>
                  <a:lnTo>
                    <a:pt x="19088" y="5542"/>
                  </a:lnTo>
                  <a:lnTo>
                    <a:pt x="19088" y="4274"/>
                  </a:lnTo>
                  <a:cubicBezTo>
                    <a:pt x="19088" y="3985"/>
                    <a:pt x="18870" y="3749"/>
                    <a:pt x="18581" y="3749"/>
                  </a:cubicBezTo>
                  <a:lnTo>
                    <a:pt x="18599" y="3749"/>
                  </a:lnTo>
                  <a:lnTo>
                    <a:pt x="18019" y="1214"/>
                  </a:lnTo>
                  <a:cubicBezTo>
                    <a:pt x="18273" y="1159"/>
                    <a:pt x="18218" y="797"/>
                    <a:pt x="17965" y="797"/>
                  </a:cubicBezTo>
                  <a:cubicBezTo>
                    <a:pt x="17729" y="797"/>
                    <a:pt x="17675" y="1159"/>
                    <a:pt x="17929" y="1214"/>
                  </a:cubicBezTo>
                  <a:lnTo>
                    <a:pt x="17349" y="3749"/>
                  </a:lnTo>
                  <a:lnTo>
                    <a:pt x="17367" y="3749"/>
                  </a:lnTo>
                  <a:cubicBezTo>
                    <a:pt x="17077" y="3767"/>
                    <a:pt x="16860" y="3985"/>
                    <a:pt x="16860" y="4274"/>
                  </a:cubicBezTo>
                  <a:lnTo>
                    <a:pt x="16860" y="5542"/>
                  </a:lnTo>
                  <a:lnTo>
                    <a:pt x="16607" y="5542"/>
                  </a:lnTo>
                  <a:lnTo>
                    <a:pt x="16607" y="6013"/>
                  </a:lnTo>
                  <a:lnTo>
                    <a:pt x="16933" y="7335"/>
                  </a:lnTo>
                  <a:lnTo>
                    <a:pt x="16933" y="8385"/>
                  </a:lnTo>
                  <a:lnTo>
                    <a:pt x="17349" y="8385"/>
                  </a:lnTo>
                  <a:lnTo>
                    <a:pt x="17349" y="13257"/>
                  </a:lnTo>
                  <a:lnTo>
                    <a:pt x="17150" y="13257"/>
                  </a:lnTo>
                  <a:lnTo>
                    <a:pt x="16733" y="11518"/>
                  </a:lnTo>
                  <a:cubicBezTo>
                    <a:pt x="16788" y="11518"/>
                    <a:pt x="16824" y="11464"/>
                    <a:pt x="16824" y="11409"/>
                  </a:cubicBezTo>
                  <a:cubicBezTo>
                    <a:pt x="16824" y="11337"/>
                    <a:pt x="16770" y="11283"/>
                    <a:pt x="16697" y="11283"/>
                  </a:cubicBezTo>
                  <a:cubicBezTo>
                    <a:pt x="16589" y="11301"/>
                    <a:pt x="16570" y="11464"/>
                    <a:pt x="16679" y="11518"/>
                  </a:cubicBezTo>
                  <a:lnTo>
                    <a:pt x="16263" y="13239"/>
                  </a:lnTo>
                  <a:lnTo>
                    <a:pt x="13782" y="13239"/>
                  </a:lnTo>
                  <a:lnTo>
                    <a:pt x="13782" y="11265"/>
                  </a:lnTo>
                  <a:lnTo>
                    <a:pt x="14053" y="11265"/>
                  </a:lnTo>
                  <a:lnTo>
                    <a:pt x="14053" y="10269"/>
                  </a:lnTo>
                  <a:lnTo>
                    <a:pt x="13727" y="10269"/>
                  </a:lnTo>
                  <a:lnTo>
                    <a:pt x="13727" y="10776"/>
                  </a:lnTo>
                  <a:lnTo>
                    <a:pt x="13456" y="10776"/>
                  </a:lnTo>
                  <a:lnTo>
                    <a:pt x="13456" y="10269"/>
                  </a:lnTo>
                  <a:lnTo>
                    <a:pt x="12822" y="10269"/>
                  </a:lnTo>
                  <a:lnTo>
                    <a:pt x="12822" y="10776"/>
                  </a:lnTo>
                  <a:lnTo>
                    <a:pt x="12532" y="10776"/>
                  </a:lnTo>
                  <a:lnTo>
                    <a:pt x="12532" y="10269"/>
                  </a:lnTo>
                  <a:lnTo>
                    <a:pt x="12206" y="10269"/>
                  </a:lnTo>
                  <a:lnTo>
                    <a:pt x="12206" y="11265"/>
                  </a:lnTo>
                  <a:lnTo>
                    <a:pt x="12496" y="11265"/>
                  </a:lnTo>
                  <a:lnTo>
                    <a:pt x="12496" y="13257"/>
                  </a:lnTo>
                  <a:lnTo>
                    <a:pt x="10685" y="13257"/>
                  </a:lnTo>
                  <a:lnTo>
                    <a:pt x="10685" y="11156"/>
                  </a:lnTo>
                  <a:lnTo>
                    <a:pt x="10431" y="11156"/>
                  </a:lnTo>
                  <a:lnTo>
                    <a:pt x="10431" y="9816"/>
                  </a:lnTo>
                  <a:cubicBezTo>
                    <a:pt x="10431" y="9381"/>
                    <a:pt x="10087" y="9037"/>
                    <a:pt x="9653" y="9037"/>
                  </a:cubicBezTo>
                  <a:lnTo>
                    <a:pt x="9725" y="9037"/>
                  </a:lnTo>
                  <a:lnTo>
                    <a:pt x="9725" y="8711"/>
                  </a:lnTo>
                  <a:lnTo>
                    <a:pt x="9363" y="8711"/>
                  </a:lnTo>
                  <a:lnTo>
                    <a:pt x="9363" y="7987"/>
                  </a:lnTo>
                  <a:lnTo>
                    <a:pt x="9707" y="7987"/>
                  </a:lnTo>
                  <a:cubicBezTo>
                    <a:pt x="9689" y="7570"/>
                    <a:pt x="9363" y="7244"/>
                    <a:pt x="8946" y="7244"/>
                  </a:cubicBezTo>
                  <a:lnTo>
                    <a:pt x="8801" y="7244"/>
                  </a:lnTo>
                  <a:lnTo>
                    <a:pt x="8801" y="7045"/>
                  </a:lnTo>
                  <a:cubicBezTo>
                    <a:pt x="9381" y="7027"/>
                    <a:pt x="9852" y="6538"/>
                    <a:pt x="9852" y="5958"/>
                  </a:cubicBezTo>
                  <a:cubicBezTo>
                    <a:pt x="9852" y="5560"/>
                    <a:pt x="9634" y="5198"/>
                    <a:pt x="9290" y="5017"/>
                  </a:cubicBezTo>
                  <a:cubicBezTo>
                    <a:pt x="9422" y="4964"/>
                    <a:pt x="9256" y="4815"/>
                    <a:pt x="9156" y="4815"/>
                  </a:cubicBezTo>
                  <a:cubicBezTo>
                    <a:pt x="9119" y="4815"/>
                    <a:pt x="9091" y="4836"/>
                    <a:pt x="9091" y="4890"/>
                  </a:cubicBezTo>
                  <a:cubicBezTo>
                    <a:pt x="9091" y="4908"/>
                    <a:pt x="9091" y="4926"/>
                    <a:pt x="9091" y="4944"/>
                  </a:cubicBezTo>
                  <a:cubicBezTo>
                    <a:pt x="9037" y="4926"/>
                    <a:pt x="8964" y="4908"/>
                    <a:pt x="8892" y="4890"/>
                  </a:cubicBezTo>
                  <a:lnTo>
                    <a:pt x="8149" y="1721"/>
                  </a:lnTo>
                  <a:cubicBezTo>
                    <a:pt x="8312" y="1685"/>
                    <a:pt x="8439" y="1522"/>
                    <a:pt x="8457" y="1341"/>
                  </a:cubicBezTo>
                  <a:cubicBezTo>
                    <a:pt x="8457" y="1141"/>
                    <a:pt x="8294" y="978"/>
                    <a:pt x="8113" y="960"/>
                  </a:cubicBezTo>
                  <a:lnTo>
                    <a:pt x="8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0"/>
            <p:cNvSpPr/>
            <p:nvPr/>
          </p:nvSpPr>
          <p:spPr>
            <a:xfrm flipH="1">
              <a:off x="-1545755" y="3789575"/>
              <a:ext cx="3858855" cy="1463178"/>
            </a:xfrm>
            <a:custGeom>
              <a:rect b="b" l="l" r="r" t="t"/>
              <a:pathLst>
                <a:path extrusionOk="0" h="24920" w="63330">
                  <a:moveTo>
                    <a:pt x="26259" y="1"/>
                  </a:moveTo>
                  <a:lnTo>
                    <a:pt x="25535" y="852"/>
                  </a:lnTo>
                  <a:cubicBezTo>
                    <a:pt x="25376" y="1178"/>
                    <a:pt x="25202" y="1301"/>
                    <a:pt x="25030" y="1301"/>
                  </a:cubicBezTo>
                  <a:cubicBezTo>
                    <a:pt x="24496" y="1301"/>
                    <a:pt x="23977" y="109"/>
                    <a:pt x="23977" y="109"/>
                  </a:cubicBezTo>
                  <a:cubicBezTo>
                    <a:pt x="23561" y="616"/>
                    <a:pt x="23289" y="1196"/>
                    <a:pt x="23126" y="1830"/>
                  </a:cubicBezTo>
                  <a:cubicBezTo>
                    <a:pt x="22855" y="2934"/>
                    <a:pt x="21696" y="3242"/>
                    <a:pt x="21496" y="5198"/>
                  </a:cubicBezTo>
                  <a:cubicBezTo>
                    <a:pt x="21496" y="5198"/>
                    <a:pt x="20518" y="4474"/>
                    <a:pt x="19975" y="4474"/>
                  </a:cubicBezTo>
                  <a:cubicBezTo>
                    <a:pt x="19414" y="5035"/>
                    <a:pt x="18943" y="5669"/>
                    <a:pt x="18563" y="6357"/>
                  </a:cubicBezTo>
                  <a:cubicBezTo>
                    <a:pt x="18019" y="7407"/>
                    <a:pt x="14216" y="10287"/>
                    <a:pt x="6248" y="11518"/>
                  </a:cubicBezTo>
                  <a:cubicBezTo>
                    <a:pt x="6248" y="11518"/>
                    <a:pt x="5814" y="11428"/>
                    <a:pt x="5143" y="10794"/>
                  </a:cubicBezTo>
                  <a:cubicBezTo>
                    <a:pt x="5143" y="10794"/>
                    <a:pt x="4979" y="10932"/>
                    <a:pt x="4733" y="10932"/>
                  </a:cubicBezTo>
                  <a:cubicBezTo>
                    <a:pt x="4525" y="10932"/>
                    <a:pt x="4258" y="10833"/>
                    <a:pt x="3984" y="10468"/>
                  </a:cubicBezTo>
                  <a:cubicBezTo>
                    <a:pt x="3984" y="10468"/>
                    <a:pt x="2366" y="11648"/>
                    <a:pt x="787" y="11648"/>
                  </a:cubicBezTo>
                  <a:cubicBezTo>
                    <a:pt x="521" y="11648"/>
                    <a:pt x="256" y="11615"/>
                    <a:pt x="0" y="11536"/>
                  </a:cubicBezTo>
                  <a:lnTo>
                    <a:pt x="0" y="24919"/>
                  </a:lnTo>
                  <a:lnTo>
                    <a:pt x="63329" y="24919"/>
                  </a:lnTo>
                  <a:lnTo>
                    <a:pt x="63329" y="10396"/>
                  </a:lnTo>
                  <a:cubicBezTo>
                    <a:pt x="60070" y="9182"/>
                    <a:pt x="59671" y="7570"/>
                    <a:pt x="59671" y="7570"/>
                  </a:cubicBezTo>
                  <a:lnTo>
                    <a:pt x="59055" y="8168"/>
                  </a:lnTo>
                  <a:cubicBezTo>
                    <a:pt x="58150" y="8168"/>
                    <a:pt x="56466" y="6194"/>
                    <a:pt x="56122" y="6085"/>
                  </a:cubicBezTo>
                  <a:cubicBezTo>
                    <a:pt x="56113" y="6083"/>
                    <a:pt x="56104" y="6082"/>
                    <a:pt x="56093" y="6082"/>
                  </a:cubicBezTo>
                  <a:cubicBezTo>
                    <a:pt x="55671" y="6082"/>
                    <a:pt x="53876" y="7860"/>
                    <a:pt x="53876" y="7860"/>
                  </a:cubicBezTo>
                  <a:cubicBezTo>
                    <a:pt x="53423" y="7353"/>
                    <a:pt x="49602" y="4419"/>
                    <a:pt x="49457" y="4365"/>
                  </a:cubicBezTo>
                  <a:cubicBezTo>
                    <a:pt x="49453" y="4363"/>
                    <a:pt x="49448" y="4363"/>
                    <a:pt x="49442" y="4363"/>
                  </a:cubicBezTo>
                  <a:cubicBezTo>
                    <a:pt x="49252" y="4363"/>
                    <a:pt x="48298" y="5180"/>
                    <a:pt x="48298" y="5180"/>
                  </a:cubicBezTo>
                  <a:cubicBezTo>
                    <a:pt x="48298" y="5180"/>
                    <a:pt x="46614" y="2989"/>
                    <a:pt x="46415" y="2898"/>
                  </a:cubicBezTo>
                  <a:cubicBezTo>
                    <a:pt x="46394" y="2888"/>
                    <a:pt x="46371" y="2883"/>
                    <a:pt x="46346" y="2883"/>
                  </a:cubicBezTo>
                  <a:cubicBezTo>
                    <a:pt x="46114" y="2883"/>
                    <a:pt x="45745" y="3297"/>
                    <a:pt x="45745" y="3297"/>
                  </a:cubicBezTo>
                  <a:cubicBezTo>
                    <a:pt x="45745" y="1667"/>
                    <a:pt x="44423" y="1"/>
                    <a:pt x="4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0"/>
            <p:cNvSpPr/>
            <p:nvPr/>
          </p:nvSpPr>
          <p:spPr>
            <a:xfrm flipH="1">
              <a:off x="-618765" y="3427900"/>
              <a:ext cx="662516" cy="639836"/>
            </a:xfrm>
            <a:custGeom>
              <a:rect b="b" l="l" r="r" t="t"/>
              <a:pathLst>
                <a:path extrusionOk="0" h="10128" w="10487">
                  <a:moveTo>
                    <a:pt x="4792" y="0"/>
                  </a:moveTo>
                  <a:cubicBezTo>
                    <a:pt x="4688" y="0"/>
                    <a:pt x="4585" y="65"/>
                    <a:pt x="4565" y="185"/>
                  </a:cubicBezTo>
                  <a:cubicBezTo>
                    <a:pt x="4184" y="3029"/>
                    <a:pt x="2826" y="6361"/>
                    <a:pt x="2826" y="6361"/>
                  </a:cubicBezTo>
                  <a:cubicBezTo>
                    <a:pt x="2717" y="5727"/>
                    <a:pt x="1576" y="4188"/>
                    <a:pt x="1069" y="3536"/>
                  </a:cubicBezTo>
                  <a:cubicBezTo>
                    <a:pt x="1036" y="3495"/>
                    <a:pt x="990" y="3477"/>
                    <a:pt x="945" y="3477"/>
                  </a:cubicBezTo>
                  <a:cubicBezTo>
                    <a:pt x="869" y="3477"/>
                    <a:pt x="798" y="3528"/>
                    <a:pt x="798" y="3608"/>
                  </a:cubicBezTo>
                  <a:cubicBezTo>
                    <a:pt x="725" y="4423"/>
                    <a:pt x="599" y="5238"/>
                    <a:pt x="436" y="6035"/>
                  </a:cubicBezTo>
                  <a:cubicBezTo>
                    <a:pt x="200" y="7393"/>
                    <a:pt x="55" y="8751"/>
                    <a:pt x="1" y="10109"/>
                  </a:cubicBezTo>
                  <a:lnTo>
                    <a:pt x="10486" y="10127"/>
                  </a:lnTo>
                  <a:cubicBezTo>
                    <a:pt x="10126" y="7780"/>
                    <a:pt x="9778" y="7540"/>
                    <a:pt x="9650" y="7540"/>
                  </a:cubicBezTo>
                  <a:cubicBezTo>
                    <a:pt x="9617" y="7540"/>
                    <a:pt x="9599" y="7556"/>
                    <a:pt x="9599" y="7556"/>
                  </a:cubicBezTo>
                  <a:cubicBezTo>
                    <a:pt x="9599" y="7556"/>
                    <a:pt x="9472" y="5980"/>
                    <a:pt x="9219" y="5980"/>
                  </a:cubicBezTo>
                  <a:cubicBezTo>
                    <a:pt x="8965" y="5980"/>
                    <a:pt x="7534" y="7429"/>
                    <a:pt x="7534" y="7429"/>
                  </a:cubicBezTo>
                  <a:cubicBezTo>
                    <a:pt x="7534" y="7429"/>
                    <a:pt x="7208" y="1833"/>
                    <a:pt x="7027" y="1779"/>
                  </a:cubicBezTo>
                  <a:cubicBezTo>
                    <a:pt x="7022" y="1777"/>
                    <a:pt x="7015" y="1776"/>
                    <a:pt x="7007" y="1776"/>
                  </a:cubicBezTo>
                  <a:cubicBezTo>
                    <a:pt x="6760" y="1776"/>
                    <a:pt x="5651" y="2902"/>
                    <a:pt x="5651" y="2902"/>
                  </a:cubicBezTo>
                  <a:cubicBezTo>
                    <a:pt x="5452" y="1417"/>
                    <a:pt x="5198" y="584"/>
                    <a:pt x="4999" y="131"/>
                  </a:cubicBezTo>
                  <a:cubicBezTo>
                    <a:pt x="4959" y="42"/>
                    <a:pt x="4875" y="0"/>
                    <a:pt x="4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8" name="Google Shape;1268;p60"/>
          <p:cNvSpPr txBox="1"/>
          <p:nvPr>
            <p:ph idx="2" type="title"/>
          </p:nvPr>
        </p:nvSpPr>
        <p:spPr>
          <a:xfrm>
            <a:off x="4794624" y="1092425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269" name="Google Shape;1269;p60"/>
          <p:cNvSpPr txBox="1"/>
          <p:nvPr>
            <p:ph idx="3" type="title"/>
          </p:nvPr>
        </p:nvSpPr>
        <p:spPr>
          <a:xfrm>
            <a:off x="4131125" y="1092425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70" name="Google Shape;1270;p60"/>
          <p:cNvSpPr txBox="1"/>
          <p:nvPr>
            <p:ph idx="1" type="subTitle"/>
          </p:nvPr>
        </p:nvSpPr>
        <p:spPr>
          <a:xfrm>
            <a:off x="4131125" y="1560025"/>
            <a:ext cx="4179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Generisanje slika likova za video-igre pomoću veštačke inteligencije.</a:t>
            </a:r>
            <a:endParaRPr/>
          </a:p>
        </p:txBody>
      </p:sp>
      <p:sp>
        <p:nvSpPr>
          <p:cNvPr id="1271" name="Google Shape;1271;p60"/>
          <p:cNvSpPr txBox="1"/>
          <p:nvPr>
            <p:ph idx="4" type="title"/>
          </p:nvPr>
        </p:nvSpPr>
        <p:spPr>
          <a:xfrm>
            <a:off x="4794624" y="22055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Značaj</a:t>
            </a:r>
            <a:endParaRPr/>
          </a:p>
        </p:txBody>
      </p:sp>
      <p:sp>
        <p:nvSpPr>
          <p:cNvPr id="1272" name="Google Shape;1272;p60"/>
          <p:cNvSpPr txBox="1"/>
          <p:nvPr>
            <p:ph idx="5" type="title"/>
          </p:nvPr>
        </p:nvSpPr>
        <p:spPr>
          <a:xfrm>
            <a:off x="4131125" y="22055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73" name="Google Shape;1273;p60"/>
          <p:cNvSpPr txBox="1"/>
          <p:nvPr>
            <p:ph idx="6" type="subTitle"/>
          </p:nvPr>
        </p:nvSpPr>
        <p:spPr>
          <a:xfrm>
            <a:off x="4131125" y="2746300"/>
            <a:ext cx="4179000" cy="2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Automatizacija dizajna, smanjenje troškova, personalizacija.</a:t>
            </a:r>
            <a:endParaRPr/>
          </a:p>
        </p:txBody>
      </p:sp>
      <p:sp>
        <p:nvSpPr>
          <p:cNvPr id="1274" name="Google Shape;1274;p60"/>
          <p:cNvSpPr txBox="1"/>
          <p:nvPr>
            <p:ph idx="7" type="title"/>
          </p:nvPr>
        </p:nvSpPr>
        <p:spPr>
          <a:xfrm>
            <a:off x="4797562" y="3318563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Fokus</a:t>
            </a:r>
            <a:endParaRPr/>
          </a:p>
        </p:txBody>
      </p:sp>
      <p:sp>
        <p:nvSpPr>
          <p:cNvPr id="1275" name="Google Shape;1275;p60"/>
          <p:cNvSpPr txBox="1"/>
          <p:nvPr>
            <p:ph idx="8" type="title"/>
          </p:nvPr>
        </p:nvSpPr>
        <p:spPr>
          <a:xfrm>
            <a:off x="4134063" y="3318563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76" name="Google Shape;1276;p60"/>
          <p:cNvSpPr txBox="1"/>
          <p:nvPr>
            <p:ph idx="9" type="subTitle"/>
          </p:nvPr>
        </p:nvSpPr>
        <p:spPr>
          <a:xfrm>
            <a:off x="4134063" y="3786163"/>
            <a:ext cx="4179000" cy="2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Stvaranje slika u estetici Elden Ring-a.</a:t>
            </a:r>
            <a:endParaRPr/>
          </a:p>
        </p:txBody>
      </p:sp>
      <p:sp>
        <p:nvSpPr>
          <p:cNvPr id="1277" name="Google Shape;1277;p60"/>
          <p:cNvSpPr/>
          <p:nvPr/>
        </p:nvSpPr>
        <p:spPr>
          <a:xfrm flipH="1">
            <a:off x="891588" y="3509810"/>
            <a:ext cx="3095429" cy="1633696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8" name="Google Shape;1278;p60"/>
          <p:cNvGrpSpPr/>
          <p:nvPr/>
        </p:nvGrpSpPr>
        <p:grpSpPr>
          <a:xfrm>
            <a:off x="-44862" y="3264039"/>
            <a:ext cx="2579275" cy="2158467"/>
            <a:chOff x="-125002" y="3399213"/>
            <a:chExt cx="2579275" cy="2158467"/>
          </a:xfrm>
        </p:grpSpPr>
        <p:sp>
          <p:nvSpPr>
            <p:cNvPr id="1279" name="Google Shape;1279;p60"/>
            <p:cNvSpPr/>
            <p:nvPr/>
          </p:nvSpPr>
          <p:spPr>
            <a:xfrm>
              <a:off x="-125002" y="3399213"/>
              <a:ext cx="2579275" cy="2158467"/>
            </a:xfrm>
            <a:custGeom>
              <a:rect b="b" l="l" r="r" t="t"/>
              <a:pathLst>
                <a:path extrusionOk="0" h="21733" w="25970">
                  <a:moveTo>
                    <a:pt x="0" y="3840"/>
                  </a:moveTo>
                  <a:cubicBezTo>
                    <a:pt x="18" y="3822"/>
                    <a:pt x="18" y="3804"/>
                    <a:pt x="36" y="3804"/>
                  </a:cubicBezTo>
                  <a:cubicBezTo>
                    <a:pt x="36" y="3786"/>
                    <a:pt x="36" y="3786"/>
                    <a:pt x="36" y="3768"/>
                  </a:cubicBezTo>
                  <a:cubicBezTo>
                    <a:pt x="36" y="3713"/>
                    <a:pt x="127" y="3695"/>
                    <a:pt x="145" y="3750"/>
                  </a:cubicBezTo>
                  <a:lnTo>
                    <a:pt x="163" y="3768"/>
                  </a:lnTo>
                  <a:cubicBezTo>
                    <a:pt x="199" y="3822"/>
                    <a:pt x="235" y="3858"/>
                    <a:pt x="290" y="3876"/>
                  </a:cubicBezTo>
                  <a:cubicBezTo>
                    <a:pt x="326" y="3876"/>
                    <a:pt x="344" y="3894"/>
                    <a:pt x="344" y="3931"/>
                  </a:cubicBezTo>
                  <a:cubicBezTo>
                    <a:pt x="326" y="4112"/>
                    <a:pt x="362" y="4311"/>
                    <a:pt x="471" y="4474"/>
                  </a:cubicBezTo>
                  <a:cubicBezTo>
                    <a:pt x="489" y="4528"/>
                    <a:pt x="543" y="4583"/>
                    <a:pt x="616" y="4565"/>
                  </a:cubicBezTo>
                  <a:cubicBezTo>
                    <a:pt x="670" y="4546"/>
                    <a:pt x="634" y="4438"/>
                    <a:pt x="634" y="4383"/>
                  </a:cubicBezTo>
                  <a:cubicBezTo>
                    <a:pt x="616" y="4311"/>
                    <a:pt x="670" y="4257"/>
                    <a:pt x="724" y="4220"/>
                  </a:cubicBezTo>
                  <a:cubicBezTo>
                    <a:pt x="779" y="4220"/>
                    <a:pt x="815" y="4220"/>
                    <a:pt x="851" y="4257"/>
                  </a:cubicBezTo>
                  <a:lnTo>
                    <a:pt x="869" y="4275"/>
                  </a:lnTo>
                  <a:cubicBezTo>
                    <a:pt x="887" y="4275"/>
                    <a:pt x="924" y="4257"/>
                    <a:pt x="924" y="4239"/>
                  </a:cubicBezTo>
                  <a:lnTo>
                    <a:pt x="1068" y="4166"/>
                  </a:lnTo>
                  <a:cubicBezTo>
                    <a:pt x="1105" y="4148"/>
                    <a:pt x="1141" y="4130"/>
                    <a:pt x="1177" y="4112"/>
                  </a:cubicBezTo>
                  <a:cubicBezTo>
                    <a:pt x="1231" y="4057"/>
                    <a:pt x="1195" y="3985"/>
                    <a:pt x="1177" y="3931"/>
                  </a:cubicBezTo>
                  <a:cubicBezTo>
                    <a:pt x="1159" y="3840"/>
                    <a:pt x="1195" y="3768"/>
                    <a:pt x="1250" y="3713"/>
                  </a:cubicBezTo>
                  <a:cubicBezTo>
                    <a:pt x="1286" y="3677"/>
                    <a:pt x="1340" y="3659"/>
                    <a:pt x="1376" y="3677"/>
                  </a:cubicBezTo>
                  <a:cubicBezTo>
                    <a:pt x="1394" y="3623"/>
                    <a:pt x="1394" y="3587"/>
                    <a:pt x="1431" y="3550"/>
                  </a:cubicBezTo>
                  <a:cubicBezTo>
                    <a:pt x="1485" y="3496"/>
                    <a:pt x="1539" y="3478"/>
                    <a:pt x="1612" y="3460"/>
                  </a:cubicBezTo>
                  <a:cubicBezTo>
                    <a:pt x="1739" y="3442"/>
                    <a:pt x="1829" y="3369"/>
                    <a:pt x="1901" y="3279"/>
                  </a:cubicBezTo>
                  <a:cubicBezTo>
                    <a:pt x="1956" y="3188"/>
                    <a:pt x="1956" y="3061"/>
                    <a:pt x="2010" y="2953"/>
                  </a:cubicBezTo>
                  <a:cubicBezTo>
                    <a:pt x="2064" y="2862"/>
                    <a:pt x="2173" y="2790"/>
                    <a:pt x="2282" y="2772"/>
                  </a:cubicBezTo>
                  <a:cubicBezTo>
                    <a:pt x="2336" y="2754"/>
                    <a:pt x="2427" y="2699"/>
                    <a:pt x="2427" y="2627"/>
                  </a:cubicBezTo>
                  <a:cubicBezTo>
                    <a:pt x="2427" y="2609"/>
                    <a:pt x="2427" y="2609"/>
                    <a:pt x="2427" y="2591"/>
                  </a:cubicBezTo>
                  <a:cubicBezTo>
                    <a:pt x="2427" y="2572"/>
                    <a:pt x="2427" y="2572"/>
                    <a:pt x="2427" y="2572"/>
                  </a:cubicBezTo>
                  <a:cubicBezTo>
                    <a:pt x="2409" y="2536"/>
                    <a:pt x="2445" y="2500"/>
                    <a:pt x="2463" y="2536"/>
                  </a:cubicBezTo>
                  <a:lnTo>
                    <a:pt x="2463" y="2536"/>
                  </a:lnTo>
                  <a:lnTo>
                    <a:pt x="2553" y="2391"/>
                  </a:lnTo>
                  <a:cubicBezTo>
                    <a:pt x="2590" y="2337"/>
                    <a:pt x="2626" y="2283"/>
                    <a:pt x="2662" y="2210"/>
                  </a:cubicBezTo>
                  <a:cubicBezTo>
                    <a:pt x="2698" y="2084"/>
                    <a:pt x="2771" y="1975"/>
                    <a:pt x="2861" y="1884"/>
                  </a:cubicBezTo>
                  <a:cubicBezTo>
                    <a:pt x="2898" y="1848"/>
                    <a:pt x="2952" y="1812"/>
                    <a:pt x="3006" y="1812"/>
                  </a:cubicBezTo>
                  <a:cubicBezTo>
                    <a:pt x="3042" y="1794"/>
                    <a:pt x="3097" y="1794"/>
                    <a:pt x="3151" y="1812"/>
                  </a:cubicBezTo>
                  <a:cubicBezTo>
                    <a:pt x="3187" y="1812"/>
                    <a:pt x="3223" y="1830"/>
                    <a:pt x="3260" y="1812"/>
                  </a:cubicBezTo>
                  <a:cubicBezTo>
                    <a:pt x="3278" y="1794"/>
                    <a:pt x="3278" y="1758"/>
                    <a:pt x="3260" y="1721"/>
                  </a:cubicBezTo>
                  <a:cubicBezTo>
                    <a:pt x="3260" y="1631"/>
                    <a:pt x="3223" y="1540"/>
                    <a:pt x="3278" y="1468"/>
                  </a:cubicBezTo>
                  <a:cubicBezTo>
                    <a:pt x="3314" y="1432"/>
                    <a:pt x="3368" y="1413"/>
                    <a:pt x="3368" y="1359"/>
                  </a:cubicBezTo>
                  <a:cubicBezTo>
                    <a:pt x="3368" y="1305"/>
                    <a:pt x="3368" y="1250"/>
                    <a:pt x="3405" y="1196"/>
                  </a:cubicBezTo>
                  <a:cubicBezTo>
                    <a:pt x="3441" y="1106"/>
                    <a:pt x="3531" y="1051"/>
                    <a:pt x="3622" y="1069"/>
                  </a:cubicBezTo>
                  <a:cubicBezTo>
                    <a:pt x="3731" y="1087"/>
                    <a:pt x="3785" y="1196"/>
                    <a:pt x="3767" y="1287"/>
                  </a:cubicBezTo>
                  <a:cubicBezTo>
                    <a:pt x="3749" y="1341"/>
                    <a:pt x="3731" y="1377"/>
                    <a:pt x="3694" y="1413"/>
                  </a:cubicBezTo>
                  <a:cubicBezTo>
                    <a:pt x="3676" y="1432"/>
                    <a:pt x="3622" y="1468"/>
                    <a:pt x="3640" y="1486"/>
                  </a:cubicBezTo>
                  <a:cubicBezTo>
                    <a:pt x="3640" y="1504"/>
                    <a:pt x="3694" y="1522"/>
                    <a:pt x="3712" y="1540"/>
                  </a:cubicBezTo>
                  <a:cubicBezTo>
                    <a:pt x="3749" y="1558"/>
                    <a:pt x="3785" y="1595"/>
                    <a:pt x="3803" y="1631"/>
                  </a:cubicBezTo>
                  <a:cubicBezTo>
                    <a:pt x="3821" y="1649"/>
                    <a:pt x="3803" y="1667"/>
                    <a:pt x="3803" y="1685"/>
                  </a:cubicBezTo>
                  <a:cubicBezTo>
                    <a:pt x="3676" y="1776"/>
                    <a:pt x="3604" y="1902"/>
                    <a:pt x="3568" y="2047"/>
                  </a:cubicBezTo>
                  <a:cubicBezTo>
                    <a:pt x="3604" y="2047"/>
                    <a:pt x="3658" y="2047"/>
                    <a:pt x="3694" y="2047"/>
                  </a:cubicBezTo>
                  <a:cubicBezTo>
                    <a:pt x="3731" y="2047"/>
                    <a:pt x="3767" y="2065"/>
                    <a:pt x="3803" y="2084"/>
                  </a:cubicBezTo>
                  <a:cubicBezTo>
                    <a:pt x="3821" y="2084"/>
                    <a:pt x="3857" y="2102"/>
                    <a:pt x="3875" y="2084"/>
                  </a:cubicBezTo>
                  <a:cubicBezTo>
                    <a:pt x="3894" y="2047"/>
                    <a:pt x="3894" y="2029"/>
                    <a:pt x="3894" y="2011"/>
                  </a:cubicBezTo>
                  <a:cubicBezTo>
                    <a:pt x="3912" y="1975"/>
                    <a:pt x="3912" y="1939"/>
                    <a:pt x="3930" y="1921"/>
                  </a:cubicBezTo>
                  <a:cubicBezTo>
                    <a:pt x="3948" y="1848"/>
                    <a:pt x="4020" y="1812"/>
                    <a:pt x="4075" y="1830"/>
                  </a:cubicBezTo>
                  <a:cubicBezTo>
                    <a:pt x="4111" y="1830"/>
                    <a:pt x="4129" y="1848"/>
                    <a:pt x="4129" y="1884"/>
                  </a:cubicBezTo>
                  <a:cubicBezTo>
                    <a:pt x="4129" y="1921"/>
                    <a:pt x="4183" y="1957"/>
                    <a:pt x="4238" y="1957"/>
                  </a:cubicBezTo>
                  <a:cubicBezTo>
                    <a:pt x="4256" y="1957"/>
                    <a:pt x="4274" y="1921"/>
                    <a:pt x="4274" y="1902"/>
                  </a:cubicBezTo>
                  <a:cubicBezTo>
                    <a:pt x="4274" y="1884"/>
                    <a:pt x="4238" y="1866"/>
                    <a:pt x="4220" y="1866"/>
                  </a:cubicBezTo>
                  <a:cubicBezTo>
                    <a:pt x="4165" y="1812"/>
                    <a:pt x="4093" y="1739"/>
                    <a:pt x="4147" y="1667"/>
                  </a:cubicBezTo>
                  <a:cubicBezTo>
                    <a:pt x="4165" y="1613"/>
                    <a:pt x="4238" y="1576"/>
                    <a:pt x="4292" y="1558"/>
                  </a:cubicBezTo>
                  <a:cubicBezTo>
                    <a:pt x="4292" y="1558"/>
                    <a:pt x="4292" y="1540"/>
                    <a:pt x="4292" y="1522"/>
                  </a:cubicBezTo>
                  <a:cubicBezTo>
                    <a:pt x="4310" y="1468"/>
                    <a:pt x="4364" y="1432"/>
                    <a:pt x="4419" y="1413"/>
                  </a:cubicBezTo>
                  <a:cubicBezTo>
                    <a:pt x="4455" y="1395"/>
                    <a:pt x="4473" y="1395"/>
                    <a:pt x="4473" y="1341"/>
                  </a:cubicBezTo>
                  <a:cubicBezTo>
                    <a:pt x="4455" y="1305"/>
                    <a:pt x="4455" y="1250"/>
                    <a:pt x="4455" y="1214"/>
                  </a:cubicBezTo>
                  <a:cubicBezTo>
                    <a:pt x="4455" y="1160"/>
                    <a:pt x="4491" y="1124"/>
                    <a:pt x="4527" y="1087"/>
                  </a:cubicBezTo>
                  <a:cubicBezTo>
                    <a:pt x="4564" y="1069"/>
                    <a:pt x="4600" y="1069"/>
                    <a:pt x="4636" y="1051"/>
                  </a:cubicBezTo>
                  <a:cubicBezTo>
                    <a:pt x="4690" y="1033"/>
                    <a:pt x="4690" y="997"/>
                    <a:pt x="4708" y="961"/>
                  </a:cubicBezTo>
                  <a:cubicBezTo>
                    <a:pt x="4727" y="906"/>
                    <a:pt x="4763" y="870"/>
                    <a:pt x="4799" y="870"/>
                  </a:cubicBezTo>
                  <a:cubicBezTo>
                    <a:pt x="4853" y="834"/>
                    <a:pt x="4908" y="834"/>
                    <a:pt x="4962" y="870"/>
                  </a:cubicBezTo>
                  <a:cubicBezTo>
                    <a:pt x="4962" y="834"/>
                    <a:pt x="4980" y="798"/>
                    <a:pt x="4998" y="762"/>
                  </a:cubicBezTo>
                  <a:cubicBezTo>
                    <a:pt x="4998" y="725"/>
                    <a:pt x="5034" y="707"/>
                    <a:pt x="5071" y="725"/>
                  </a:cubicBezTo>
                  <a:lnTo>
                    <a:pt x="5234" y="816"/>
                  </a:lnTo>
                  <a:lnTo>
                    <a:pt x="5306" y="852"/>
                  </a:lnTo>
                  <a:lnTo>
                    <a:pt x="5306" y="852"/>
                  </a:lnTo>
                  <a:cubicBezTo>
                    <a:pt x="5288" y="816"/>
                    <a:pt x="5270" y="780"/>
                    <a:pt x="5270" y="743"/>
                  </a:cubicBezTo>
                  <a:cubicBezTo>
                    <a:pt x="5288" y="707"/>
                    <a:pt x="5288" y="653"/>
                    <a:pt x="5306" y="617"/>
                  </a:cubicBezTo>
                  <a:cubicBezTo>
                    <a:pt x="5324" y="580"/>
                    <a:pt x="5360" y="544"/>
                    <a:pt x="5397" y="526"/>
                  </a:cubicBezTo>
                  <a:cubicBezTo>
                    <a:pt x="5433" y="508"/>
                    <a:pt x="5505" y="562"/>
                    <a:pt x="5542" y="599"/>
                  </a:cubicBezTo>
                  <a:lnTo>
                    <a:pt x="5632" y="671"/>
                  </a:lnTo>
                  <a:cubicBezTo>
                    <a:pt x="5650" y="635"/>
                    <a:pt x="5686" y="580"/>
                    <a:pt x="5704" y="544"/>
                  </a:cubicBezTo>
                  <a:cubicBezTo>
                    <a:pt x="5686" y="526"/>
                    <a:pt x="5686" y="490"/>
                    <a:pt x="5704" y="472"/>
                  </a:cubicBezTo>
                  <a:lnTo>
                    <a:pt x="5777" y="399"/>
                  </a:lnTo>
                  <a:cubicBezTo>
                    <a:pt x="5849" y="327"/>
                    <a:pt x="5922" y="254"/>
                    <a:pt x="5976" y="164"/>
                  </a:cubicBezTo>
                  <a:cubicBezTo>
                    <a:pt x="5994" y="128"/>
                    <a:pt x="6030" y="128"/>
                    <a:pt x="6049" y="146"/>
                  </a:cubicBezTo>
                  <a:lnTo>
                    <a:pt x="6085" y="200"/>
                  </a:lnTo>
                  <a:cubicBezTo>
                    <a:pt x="6103" y="146"/>
                    <a:pt x="6139" y="91"/>
                    <a:pt x="6157" y="55"/>
                  </a:cubicBezTo>
                  <a:cubicBezTo>
                    <a:pt x="6157" y="19"/>
                    <a:pt x="6175" y="1"/>
                    <a:pt x="6212" y="19"/>
                  </a:cubicBezTo>
                  <a:cubicBezTo>
                    <a:pt x="6284" y="37"/>
                    <a:pt x="6320" y="91"/>
                    <a:pt x="6320" y="164"/>
                  </a:cubicBezTo>
                  <a:cubicBezTo>
                    <a:pt x="6320" y="218"/>
                    <a:pt x="6320" y="273"/>
                    <a:pt x="6338" y="327"/>
                  </a:cubicBezTo>
                  <a:cubicBezTo>
                    <a:pt x="6356" y="363"/>
                    <a:pt x="6411" y="381"/>
                    <a:pt x="6447" y="399"/>
                  </a:cubicBezTo>
                  <a:cubicBezTo>
                    <a:pt x="6465" y="417"/>
                    <a:pt x="6501" y="436"/>
                    <a:pt x="6519" y="490"/>
                  </a:cubicBezTo>
                  <a:cubicBezTo>
                    <a:pt x="6556" y="562"/>
                    <a:pt x="6538" y="635"/>
                    <a:pt x="6501" y="707"/>
                  </a:cubicBezTo>
                  <a:cubicBezTo>
                    <a:pt x="6483" y="762"/>
                    <a:pt x="6429" y="798"/>
                    <a:pt x="6393" y="834"/>
                  </a:cubicBezTo>
                  <a:lnTo>
                    <a:pt x="6574" y="888"/>
                  </a:lnTo>
                  <a:cubicBezTo>
                    <a:pt x="6592" y="888"/>
                    <a:pt x="6610" y="906"/>
                    <a:pt x="6610" y="925"/>
                  </a:cubicBezTo>
                  <a:lnTo>
                    <a:pt x="6592" y="1359"/>
                  </a:lnTo>
                  <a:cubicBezTo>
                    <a:pt x="6664" y="1359"/>
                    <a:pt x="6755" y="1377"/>
                    <a:pt x="6827" y="1413"/>
                  </a:cubicBezTo>
                  <a:cubicBezTo>
                    <a:pt x="6864" y="1432"/>
                    <a:pt x="6864" y="1468"/>
                    <a:pt x="6845" y="1486"/>
                  </a:cubicBezTo>
                  <a:lnTo>
                    <a:pt x="6773" y="1558"/>
                  </a:lnTo>
                  <a:cubicBezTo>
                    <a:pt x="6864" y="1649"/>
                    <a:pt x="6882" y="1776"/>
                    <a:pt x="6809" y="1884"/>
                  </a:cubicBezTo>
                  <a:cubicBezTo>
                    <a:pt x="6791" y="1902"/>
                    <a:pt x="6773" y="1921"/>
                    <a:pt x="6755" y="1921"/>
                  </a:cubicBezTo>
                  <a:cubicBezTo>
                    <a:pt x="6755" y="1921"/>
                    <a:pt x="6719" y="1939"/>
                    <a:pt x="6719" y="1957"/>
                  </a:cubicBezTo>
                  <a:cubicBezTo>
                    <a:pt x="6719" y="1975"/>
                    <a:pt x="6755" y="2011"/>
                    <a:pt x="6755" y="2011"/>
                  </a:cubicBezTo>
                  <a:cubicBezTo>
                    <a:pt x="6773" y="2047"/>
                    <a:pt x="6773" y="2065"/>
                    <a:pt x="6773" y="2084"/>
                  </a:cubicBezTo>
                  <a:cubicBezTo>
                    <a:pt x="6791" y="2138"/>
                    <a:pt x="6809" y="2192"/>
                    <a:pt x="6809" y="2246"/>
                  </a:cubicBezTo>
                  <a:cubicBezTo>
                    <a:pt x="6864" y="2246"/>
                    <a:pt x="6936" y="2301"/>
                    <a:pt x="6936" y="2373"/>
                  </a:cubicBezTo>
                  <a:cubicBezTo>
                    <a:pt x="6936" y="2446"/>
                    <a:pt x="6936" y="2536"/>
                    <a:pt x="6900" y="2609"/>
                  </a:cubicBezTo>
                  <a:cubicBezTo>
                    <a:pt x="6882" y="2645"/>
                    <a:pt x="6845" y="2681"/>
                    <a:pt x="6827" y="2717"/>
                  </a:cubicBezTo>
                  <a:cubicBezTo>
                    <a:pt x="6827" y="2717"/>
                    <a:pt x="6791" y="2735"/>
                    <a:pt x="6791" y="2754"/>
                  </a:cubicBezTo>
                  <a:lnTo>
                    <a:pt x="6791" y="2754"/>
                  </a:lnTo>
                  <a:cubicBezTo>
                    <a:pt x="6827" y="2735"/>
                    <a:pt x="6864" y="2772"/>
                    <a:pt x="6864" y="2808"/>
                  </a:cubicBezTo>
                  <a:lnTo>
                    <a:pt x="6845" y="2844"/>
                  </a:lnTo>
                  <a:cubicBezTo>
                    <a:pt x="6827" y="2880"/>
                    <a:pt x="6809" y="2917"/>
                    <a:pt x="6791" y="2953"/>
                  </a:cubicBezTo>
                  <a:cubicBezTo>
                    <a:pt x="6827" y="2971"/>
                    <a:pt x="6864" y="2989"/>
                    <a:pt x="6882" y="3025"/>
                  </a:cubicBezTo>
                  <a:cubicBezTo>
                    <a:pt x="6918" y="3080"/>
                    <a:pt x="6936" y="3152"/>
                    <a:pt x="6918" y="3224"/>
                  </a:cubicBezTo>
                  <a:cubicBezTo>
                    <a:pt x="6900" y="3297"/>
                    <a:pt x="6882" y="3351"/>
                    <a:pt x="6864" y="3405"/>
                  </a:cubicBezTo>
                  <a:cubicBezTo>
                    <a:pt x="6827" y="3460"/>
                    <a:pt x="6791" y="3496"/>
                    <a:pt x="6737" y="3514"/>
                  </a:cubicBezTo>
                  <a:cubicBezTo>
                    <a:pt x="6719" y="3514"/>
                    <a:pt x="6701" y="3514"/>
                    <a:pt x="6701" y="3550"/>
                  </a:cubicBezTo>
                  <a:cubicBezTo>
                    <a:pt x="6701" y="3568"/>
                    <a:pt x="6737" y="3587"/>
                    <a:pt x="6737" y="3605"/>
                  </a:cubicBezTo>
                  <a:cubicBezTo>
                    <a:pt x="6773" y="3641"/>
                    <a:pt x="6791" y="3677"/>
                    <a:pt x="6809" y="3731"/>
                  </a:cubicBezTo>
                  <a:cubicBezTo>
                    <a:pt x="6827" y="3822"/>
                    <a:pt x="6791" y="3913"/>
                    <a:pt x="6737" y="3985"/>
                  </a:cubicBezTo>
                  <a:cubicBezTo>
                    <a:pt x="6719" y="4021"/>
                    <a:pt x="6664" y="4094"/>
                    <a:pt x="6664" y="4166"/>
                  </a:cubicBezTo>
                  <a:cubicBezTo>
                    <a:pt x="6737" y="4148"/>
                    <a:pt x="6809" y="4094"/>
                    <a:pt x="6882" y="4076"/>
                  </a:cubicBezTo>
                  <a:cubicBezTo>
                    <a:pt x="6972" y="4076"/>
                    <a:pt x="7063" y="4130"/>
                    <a:pt x="7081" y="4220"/>
                  </a:cubicBezTo>
                  <a:cubicBezTo>
                    <a:pt x="7117" y="4311"/>
                    <a:pt x="7081" y="4420"/>
                    <a:pt x="7008" y="4474"/>
                  </a:cubicBezTo>
                  <a:cubicBezTo>
                    <a:pt x="6936" y="4528"/>
                    <a:pt x="6864" y="4546"/>
                    <a:pt x="6773" y="4528"/>
                  </a:cubicBezTo>
                  <a:cubicBezTo>
                    <a:pt x="6773" y="4583"/>
                    <a:pt x="6827" y="4637"/>
                    <a:pt x="6864" y="4673"/>
                  </a:cubicBezTo>
                  <a:cubicBezTo>
                    <a:pt x="6936" y="4727"/>
                    <a:pt x="6990" y="4800"/>
                    <a:pt x="7026" y="4890"/>
                  </a:cubicBezTo>
                  <a:cubicBezTo>
                    <a:pt x="7063" y="5017"/>
                    <a:pt x="7045" y="5162"/>
                    <a:pt x="6990" y="5271"/>
                  </a:cubicBezTo>
                  <a:cubicBezTo>
                    <a:pt x="7063" y="5307"/>
                    <a:pt x="7117" y="5379"/>
                    <a:pt x="7117" y="5470"/>
                  </a:cubicBezTo>
                  <a:cubicBezTo>
                    <a:pt x="7117" y="5597"/>
                    <a:pt x="7026" y="5669"/>
                    <a:pt x="6954" y="5760"/>
                  </a:cubicBezTo>
                  <a:cubicBezTo>
                    <a:pt x="6918" y="5778"/>
                    <a:pt x="6900" y="5832"/>
                    <a:pt x="6882" y="5886"/>
                  </a:cubicBezTo>
                  <a:cubicBezTo>
                    <a:pt x="6882" y="5923"/>
                    <a:pt x="6918" y="5941"/>
                    <a:pt x="6954" y="5959"/>
                  </a:cubicBezTo>
                  <a:cubicBezTo>
                    <a:pt x="7045" y="6013"/>
                    <a:pt x="7135" y="6068"/>
                    <a:pt x="7117" y="6194"/>
                  </a:cubicBezTo>
                  <a:cubicBezTo>
                    <a:pt x="7117" y="6249"/>
                    <a:pt x="7081" y="6285"/>
                    <a:pt x="7081" y="6339"/>
                  </a:cubicBezTo>
                  <a:cubicBezTo>
                    <a:pt x="7063" y="6394"/>
                    <a:pt x="7081" y="6430"/>
                    <a:pt x="7099" y="6430"/>
                  </a:cubicBezTo>
                  <a:cubicBezTo>
                    <a:pt x="7135" y="6448"/>
                    <a:pt x="7153" y="6484"/>
                    <a:pt x="7117" y="6520"/>
                  </a:cubicBezTo>
                  <a:cubicBezTo>
                    <a:pt x="6972" y="6647"/>
                    <a:pt x="6864" y="6810"/>
                    <a:pt x="6809" y="7009"/>
                  </a:cubicBezTo>
                  <a:cubicBezTo>
                    <a:pt x="6773" y="7136"/>
                    <a:pt x="6737" y="7245"/>
                    <a:pt x="6719" y="7353"/>
                  </a:cubicBezTo>
                  <a:lnTo>
                    <a:pt x="6737" y="7371"/>
                  </a:lnTo>
                  <a:cubicBezTo>
                    <a:pt x="6791" y="7390"/>
                    <a:pt x="6827" y="7408"/>
                    <a:pt x="6882" y="7408"/>
                  </a:cubicBezTo>
                  <a:cubicBezTo>
                    <a:pt x="6954" y="7426"/>
                    <a:pt x="7026" y="7480"/>
                    <a:pt x="7099" y="7534"/>
                  </a:cubicBezTo>
                  <a:cubicBezTo>
                    <a:pt x="7117" y="7553"/>
                    <a:pt x="7135" y="7589"/>
                    <a:pt x="7153" y="7607"/>
                  </a:cubicBezTo>
                  <a:cubicBezTo>
                    <a:pt x="7280" y="7371"/>
                    <a:pt x="7425" y="7154"/>
                    <a:pt x="7588" y="6937"/>
                  </a:cubicBezTo>
                  <a:cubicBezTo>
                    <a:pt x="7642" y="6864"/>
                    <a:pt x="7715" y="6792"/>
                    <a:pt x="7769" y="6738"/>
                  </a:cubicBezTo>
                  <a:cubicBezTo>
                    <a:pt x="7841" y="6665"/>
                    <a:pt x="7914" y="6611"/>
                    <a:pt x="8004" y="6538"/>
                  </a:cubicBezTo>
                  <a:cubicBezTo>
                    <a:pt x="8113" y="6430"/>
                    <a:pt x="8258" y="6339"/>
                    <a:pt x="8403" y="6267"/>
                  </a:cubicBezTo>
                  <a:cubicBezTo>
                    <a:pt x="8475" y="6249"/>
                    <a:pt x="8566" y="6249"/>
                    <a:pt x="8656" y="6267"/>
                  </a:cubicBezTo>
                  <a:cubicBezTo>
                    <a:pt x="8693" y="6285"/>
                    <a:pt x="8747" y="6285"/>
                    <a:pt x="8783" y="6303"/>
                  </a:cubicBezTo>
                  <a:cubicBezTo>
                    <a:pt x="8801" y="6303"/>
                    <a:pt x="8837" y="6285"/>
                    <a:pt x="8856" y="6285"/>
                  </a:cubicBezTo>
                  <a:cubicBezTo>
                    <a:pt x="8946" y="6249"/>
                    <a:pt x="9019" y="6194"/>
                    <a:pt x="9073" y="6104"/>
                  </a:cubicBezTo>
                  <a:cubicBezTo>
                    <a:pt x="9182" y="5977"/>
                    <a:pt x="9345" y="5742"/>
                    <a:pt x="9526" y="5778"/>
                  </a:cubicBezTo>
                  <a:cubicBezTo>
                    <a:pt x="9598" y="5742"/>
                    <a:pt x="9689" y="5760"/>
                    <a:pt x="9743" y="5832"/>
                  </a:cubicBezTo>
                  <a:cubicBezTo>
                    <a:pt x="9761" y="5850"/>
                    <a:pt x="9761" y="5886"/>
                    <a:pt x="9779" y="5923"/>
                  </a:cubicBezTo>
                  <a:cubicBezTo>
                    <a:pt x="9797" y="5905"/>
                    <a:pt x="9815" y="5905"/>
                    <a:pt x="9833" y="5886"/>
                  </a:cubicBezTo>
                  <a:lnTo>
                    <a:pt x="9833" y="5850"/>
                  </a:lnTo>
                  <a:cubicBezTo>
                    <a:pt x="9779" y="5814"/>
                    <a:pt x="9761" y="5760"/>
                    <a:pt x="9761" y="5705"/>
                  </a:cubicBezTo>
                  <a:cubicBezTo>
                    <a:pt x="9761" y="5633"/>
                    <a:pt x="9761" y="5579"/>
                    <a:pt x="9797" y="5506"/>
                  </a:cubicBezTo>
                  <a:cubicBezTo>
                    <a:pt x="9815" y="5452"/>
                    <a:pt x="9852" y="5379"/>
                    <a:pt x="9906" y="5343"/>
                  </a:cubicBezTo>
                  <a:cubicBezTo>
                    <a:pt x="9942" y="5325"/>
                    <a:pt x="9978" y="5325"/>
                    <a:pt x="10033" y="5325"/>
                  </a:cubicBezTo>
                  <a:cubicBezTo>
                    <a:pt x="10015" y="5289"/>
                    <a:pt x="10015" y="5253"/>
                    <a:pt x="10033" y="5198"/>
                  </a:cubicBezTo>
                  <a:lnTo>
                    <a:pt x="10033" y="5162"/>
                  </a:lnTo>
                  <a:cubicBezTo>
                    <a:pt x="10033" y="5126"/>
                    <a:pt x="10069" y="5126"/>
                    <a:pt x="10105" y="5144"/>
                  </a:cubicBezTo>
                  <a:lnTo>
                    <a:pt x="10105" y="5144"/>
                  </a:lnTo>
                  <a:lnTo>
                    <a:pt x="10105" y="5090"/>
                  </a:lnTo>
                  <a:cubicBezTo>
                    <a:pt x="10087" y="5053"/>
                    <a:pt x="10087" y="5017"/>
                    <a:pt x="10087" y="4963"/>
                  </a:cubicBezTo>
                  <a:cubicBezTo>
                    <a:pt x="10087" y="4890"/>
                    <a:pt x="10123" y="4800"/>
                    <a:pt x="10178" y="4746"/>
                  </a:cubicBezTo>
                  <a:cubicBezTo>
                    <a:pt x="10214" y="4691"/>
                    <a:pt x="10286" y="4655"/>
                    <a:pt x="10341" y="4691"/>
                  </a:cubicBezTo>
                  <a:cubicBezTo>
                    <a:pt x="10359" y="4637"/>
                    <a:pt x="10395" y="4601"/>
                    <a:pt x="10431" y="4565"/>
                  </a:cubicBezTo>
                  <a:lnTo>
                    <a:pt x="10485" y="4510"/>
                  </a:lnTo>
                  <a:cubicBezTo>
                    <a:pt x="10485" y="4510"/>
                    <a:pt x="10540" y="4492"/>
                    <a:pt x="10540" y="4474"/>
                  </a:cubicBezTo>
                  <a:cubicBezTo>
                    <a:pt x="10540" y="4456"/>
                    <a:pt x="10540" y="4438"/>
                    <a:pt x="10522" y="4438"/>
                  </a:cubicBezTo>
                  <a:cubicBezTo>
                    <a:pt x="10522" y="4420"/>
                    <a:pt x="10504" y="4402"/>
                    <a:pt x="10504" y="4383"/>
                  </a:cubicBezTo>
                  <a:cubicBezTo>
                    <a:pt x="10485" y="4257"/>
                    <a:pt x="10558" y="4130"/>
                    <a:pt x="10685" y="4112"/>
                  </a:cubicBezTo>
                  <a:cubicBezTo>
                    <a:pt x="10667" y="4076"/>
                    <a:pt x="10667" y="4039"/>
                    <a:pt x="10648" y="4003"/>
                  </a:cubicBezTo>
                  <a:cubicBezTo>
                    <a:pt x="10648" y="3985"/>
                    <a:pt x="10667" y="3949"/>
                    <a:pt x="10703" y="3949"/>
                  </a:cubicBezTo>
                  <a:cubicBezTo>
                    <a:pt x="10775" y="3949"/>
                    <a:pt x="10866" y="3967"/>
                    <a:pt x="10938" y="4021"/>
                  </a:cubicBezTo>
                  <a:cubicBezTo>
                    <a:pt x="11011" y="3876"/>
                    <a:pt x="11065" y="3750"/>
                    <a:pt x="11119" y="3623"/>
                  </a:cubicBezTo>
                  <a:cubicBezTo>
                    <a:pt x="11137" y="3605"/>
                    <a:pt x="11155" y="3587"/>
                    <a:pt x="11174" y="3587"/>
                  </a:cubicBezTo>
                  <a:lnTo>
                    <a:pt x="11355" y="3641"/>
                  </a:lnTo>
                  <a:cubicBezTo>
                    <a:pt x="11337" y="3587"/>
                    <a:pt x="11318" y="3532"/>
                    <a:pt x="11318" y="3460"/>
                  </a:cubicBezTo>
                  <a:cubicBezTo>
                    <a:pt x="11318" y="3387"/>
                    <a:pt x="11355" y="3315"/>
                    <a:pt x="11409" y="3261"/>
                  </a:cubicBezTo>
                  <a:cubicBezTo>
                    <a:pt x="11445" y="3243"/>
                    <a:pt x="11481" y="3224"/>
                    <a:pt x="11518" y="3206"/>
                  </a:cubicBezTo>
                  <a:cubicBezTo>
                    <a:pt x="11554" y="3206"/>
                    <a:pt x="11608" y="3224"/>
                    <a:pt x="11644" y="3206"/>
                  </a:cubicBezTo>
                  <a:cubicBezTo>
                    <a:pt x="11681" y="3170"/>
                    <a:pt x="11717" y="3134"/>
                    <a:pt x="11735" y="3080"/>
                  </a:cubicBezTo>
                  <a:cubicBezTo>
                    <a:pt x="11771" y="3025"/>
                    <a:pt x="11826" y="2989"/>
                    <a:pt x="11898" y="2989"/>
                  </a:cubicBezTo>
                  <a:cubicBezTo>
                    <a:pt x="11934" y="2989"/>
                    <a:pt x="11952" y="3025"/>
                    <a:pt x="11934" y="3043"/>
                  </a:cubicBezTo>
                  <a:cubicBezTo>
                    <a:pt x="11934" y="3098"/>
                    <a:pt x="11934" y="3152"/>
                    <a:pt x="11916" y="3206"/>
                  </a:cubicBezTo>
                  <a:lnTo>
                    <a:pt x="11988" y="3188"/>
                  </a:lnTo>
                  <a:cubicBezTo>
                    <a:pt x="12007" y="3188"/>
                    <a:pt x="12043" y="3206"/>
                    <a:pt x="12043" y="3243"/>
                  </a:cubicBezTo>
                  <a:cubicBezTo>
                    <a:pt x="12043" y="3333"/>
                    <a:pt x="12061" y="3442"/>
                    <a:pt x="12097" y="3532"/>
                  </a:cubicBezTo>
                  <a:cubicBezTo>
                    <a:pt x="12115" y="3568"/>
                    <a:pt x="12115" y="3587"/>
                    <a:pt x="12133" y="3623"/>
                  </a:cubicBezTo>
                  <a:cubicBezTo>
                    <a:pt x="12151" y="3659"/>
                    <a:pt x="12133" y="3695"/>
                    <a:pt x="12115" y="3695"/>
                  </a:cubicBezTo>
                  <a:lnTo>
                    <a:pt x="12115" y="3840"/>
                  </a:lnTo>
                  <a:lnTo>
                    <a:pt x="12242" y="3822"/>
                  </a:lnTo>
                  <a:cubicBezTo>
                    <a:pt x="12278" y="3804"/>
                    <a:pt x="12351" y="3786"/>
                    <a:pt x="12387" y="3822"/>
                  </a:cubicBezTo>
                  <a:cubicBezTo>
                    <a:pt x="12423" y="3858"/>
                    <a:pt x="12423" y="3894"/>
                    <a:pt x="12423" y="3949"/>
                  </a:cubicBezTo>
                  <a:cubicBezTo>
                    <a:pt x="12423" y="3985"/>
                    <a:pt x="12405" y="4021"/>
                    <a:pt x="12405" y="4057"/>
                  </a:cubicBezTo>
                  <a:cubicBezTo>
                    <a:pt x="12387" y="4112"/>
                    <a:pt x="12351" y="4130"/>
                    <a:pt x="12314" y="4148"/>
                  </a:cubicBezTo>
                  <a:lnTo>
                    <a:pt x="12586" y="4148"/>
                  </a:lnTo>
                  <a:cubicBezTo>
                    <a:pt x="12622" y="4148"/>
                    <a:pt x="12640" y="4184"/>
                    <a:pt x="12640" y="4202"/>
                  </a:cubicBezTo>
                  <a:cubicBezTo>
                    <a:pt x="12640" y="4239"/>
                    <a:pt x="12622" y="4275"/>
                    <a:pt x="12622" y="4311"/>
                  </a:cubicBezTo>
                  <a:cubicBezTo>
                    <a:pt x="12677" y="4329"/>
                    <a:pt x="12731" y="4347"/>
                    <a:pt x="12767" y="4383"/>
                  </a:cubicBezTo>
                  <a:cubicBezTo>
                    <a:pt x="12785" y="4420"/>
                    <a:pt x="12803" y="4474"/>
                    <a:pt x="12803" y="4510"/>
                  </a:cubicBezTo>
                  <a:cubicBezTo>
                    <a:pt x="12803" y="4565"/>
                    <a:pt x="12785" y="4601"/>
                    <a:pt x="12822" y="4619"/>
                  </a:cubicBezTo>
                  <a:cubicBezTo>
                    <a:pt x="12840" y="4655"/>
                    <a:pt x="12876" y="4691"/>
                    <a:pt x="12894" y="4709"/>
                  </a:cubicBezTo>
                  <a:cubicBezTo>
                    <a:pt x="12930" y="4764"/>
                    <a:pt x="12930" y="4800"/>
                    <a:pt x="12912" y="4854"/>
                  </a:cubicBezTo>
                  <a:cubicBezTo>
                    <a:pt x="12894" y="4890"/>
                    <a:pt x="12858" y="4927"/>
                    <a:pt x="12822" y="4963"/>
                  </a:cubicBezTo>
                  <a:cubicBezTo>
                    <a:pt x="12803" y="4999"/>
                    <a:pt x="12822" y="5035"/>
                    <a:pt x="12858" y="5053"/>
                  </a:cubicBezTo>
                  <a:cubicBezTo>
                    <a:pt x="12894" y="5108"/>
                    <a:pt x="12912" y="5162"/>
                    <a:pt x="12894" y="5216"/>
                  </a:cubicBezTo>
                  <a:cubicBezTo>
                    <a:pt x="12894" y="5216"/>
                    <a:pt x="12894" y="5235"/>
                    <a:pt x="12894" y="5253"/>
                  </a:cubicBezTo>
                  <a:cubicBezTo>
                    <a:pt x="12948" y="5289"/>
                    <a:pt x="12985" y="5343"/>
                    <a:pt x="12985" y="5398"/>
                  </a:cubicBezTo>
                  <a:cubicBezTo>
                    <a:pt x="12985" y="5488"/>
                    <a:pt x="12894" y="5524"/>
                    <a:pt x="12822" y="5542"/>
                  </a:cubicBezTo>
                  <a:cubicBezTo>
                    <a:pt x="12785" y="5542"/>
                    <a:pt x="12749" y="5542"/>
                    <a:pt x="12749" y="5561"/>
                  </a:cubicBezTo>
                  <a:cubicBezTo>
                    <a:pt x="12731" y="5579"/>
                    <a:pt x="12749" y="5597"/>
                    <a:pt x="12767" y="5615"/>
                  </a:cubicBezTo>
                  <a:cubicBezTo>
                    <a:pt x="12803" y="5651"/>
                    <a:pt x="12858" y="5651"/>
                    <a:pt x="12894" y="5597"/>
                  </a:cubicBezTo>
                  <a:cubicBezTo>
                    <a:pt x="12912" y="5579"/>
                    <a:pt x="12930" y="5579"/>
                    <a:pt x="12966" y="5579"/>
                  </a:cubicBezTo>
                  <a:cubicBezTo>
                    <a:pt x="13021" y="5597"/>
                    <a:pt x="13057" y="5651"/>
                    <a:pt x="13057" y="5724"/>
                  </a:cubicBezTo>
                  <a:cubicBezTo>
                    <a:pt x="13057" y="5760"/>
                    <a:pt x="13039" y="5796"/>
                    <a:pt x="13039" y="5814"/>
                  </a:cubicBezTo>
                  <a:cubicBezTo>
                    <a:pt x="13039" y="5850"/>
                    <a:pt x="13021" y="5868"/>
                    <a:pt x="13039" y="5905"/>
                  </a:cubicBezTo>
                  <a:cubicBezTo>
                    <a:pt x="13057" y="5923"/>
                    <a:pt x="13075" y="5923"/>
                    <a:pt x="13111" y="5923"/>
                  </a:cubicBezTo>
                  <a:cubicBezTo>
                    <a:pt x="13148" y="5923"/>
                    <a:pt x="13184" y="5941"/>
                    <a:pt x="13220" y="5941"/>
                  </a:cubicBezTo>
                  <a:cubicBezTo>
                    <a:pt x="13256" y="5959"/>
                    <a:pt x="13292" y="5977"/>
                    <a:pt x="13310" y="6013"/>
                  </a:cubicBezTo>
                  <a:cubicBezTo>
                    <a:pt x="13365" y="5868"/>
                    <a:pt x="13347" y="5724"/>
                    <a:pt x="13292" y="5579"/>
                  </a:cubicBezTo>
                  <a:cubicBezTo>
                    <a:pt x="13274" y="5561"/>
                    <a:pt x="13292" y="5542"/>
                    <a:pt x="13292" y="5524"/>
                  </a:cubicBezTo>
                  <a:cubicBezTo>
                    <a:pt x="13329" y="5506"/>
                    <a:pt x="13383" y="5488"/>
                    <a:pt x="13419" y="5488"/>
                  </a:cubicBezTo>
                  <a:lnTo>
                    <a:pt x="13528" y="5488"/>
                  </a:lnTo>
                  <a:cubicBezTo>
                    <a:pt x="13546" y="5488"/>
                    <a:pt x="13528" y="5416"/>
                    <a:pt x="13510" y="5398"/>
                  </a:cubicBezTo>
                  <a:cubicBezTo>
                    <a:pt x="13492" y="5361"/>
                    <a:pt x="13473" y="5307"/>
                    <a:pt x="13492" y="5253"/>
                  </a:cubicBezTo>
                  <a:cubicBezTo>
                    <a:pt x="13528" y="5162"/>
                    <a:pt x="13618" y="5108"/>
                    <a:pt x="13709" y="5126"/>
                  </a:cubicBezTo>
                  <a:cubicBezTo>
                    <a:pt x="13818" y="5162"/>
                    <a:pt x="13872" y="5253"/>
                    <a:pt x="13872" y="5361"/>
                  </a:cubicBezTo>
                  <a:cubicBezTo>
                    <a:pt x="13854" y="5416"/>
                    <a:pt x="13836" y="5470"/>
                    <a:pt x="13818" y="5506"/>
                  </a:cubicBezTo>
                  <a:cubicBezTo>
                    <a:pt x="13781" y="5561"/>
                    <a:pt x="13818" y="5597"/>
                    <a:pt x="13836" y="5651"/>
                  </a:cubicBezTo>
                  <a:cubicBezTo>
                    <a:pt x="13854" y="5742"/>
                    <a:pt x="13781" y="5814"/>
                    <a:pt x="13727" y="5868"/>
                  </a:cubicBezTo>
                  <a:cubicBezTo>
                    <a:pt x="13727" y="5905"/>
                    <a:pt x="13691" y="5923"/>
                    <a:pt x="13709" y="5959"/>
                  </a:cubicBezTo>
                  <a:cubicBezTo>
                    <a:pt x="13727" y="5977"/>
                    <a:pt x="13781" y="5995"/>
                    <a:pt x="13799" y="6013"/>
                  </a:cubicBezTo>
                  <a:cubicBezTo>
                    <a:pt x="13854" y="6013"/>
                    <a:pt x="13890" y="6031"/>
                    <a:pt x="13944" y="6068"/>
                  </a:cubicBezTo>
                  <a:cubicBezTo>
                    <a:pt x="13981" y="6104"/>
                    <a:pt x="13999" y="6158"/>
                    <a:pt x="14017" y="6194"/>
                  </a:cubicBezTo>
                  <a:cubicBezTo>
                    <a:pt x="14053" y="6321"/>
                    <a:pt x="14071" y="6466"/>
                    <a:pt x="14053" y="6593"/>
                  </a:cubicBezTo>
                  <a:cubicBezTo>
                    <a:pt x="14053" y="6665"/>
                    <a:pt x="14053" y="6738"/>
                    <a:pt x="14053" y="6810"/>
                  </a:cubicBezTo>
                  <a:cubicBezTo>
                    <a:pt x="14053" y="6864"/>
                    <a:pt x="14053" y="6919"/>
                    <a:pt x="14071" y="6955"/>
                  </a:cubicBezTo>
                  <a:lnTo>
                    <a:pt x="14071" y="6955"/>
                  </a:lnTo>
                  <a:cubicBezTo>
                    <a:pt x="14107" y="6955"/>
                    <a:pt x="14125" y="6991"/>
                    <a:pt x="14107" y="7009"/>
                  </a:cubicBezTo>
                  <a:cubicBezTo>
                    <a:pt x="14089" y="7009"/>
                    <a:pt x="14089" y="7027"/>
                    <a:pt x="14071" y="7027"/>
                  </a:cubicBezTo>
                  <a:cubicBezTo>
                    <a:pt x="14071" y="7046"/>
                    <a:pt x="14071" y="7064"/>
                    <a:pt x="14053" y="7064"/>
                  </a:cubicBezTo>
                  <a:cubicBezTo>
                    <a:pt x="14053" y="7136"/>
                    <a:pt x="14071" y="7208"/>
                    <a:pt x="14125" y="7263"/>
                  </a:cubicBezTo>
                  <a:cubicBezTo>
                    <a:pt x="14216" y="7335"/>
                    <a:pt x="14270" y="7444"/>
                    <a:pt x="14288" y="7553"/>
                  </a:cubicBezTo>
                  <a:cubicBezTo>
                    <a:pt x="14288" y="7661"/>
                    <a:pt x="14216" y="7770"/>
                    <a:pt x="14216" y="7879"/>
                  </a:cubicBezTo>
                  <a:cubicBezTo>
                    <a:pt x="14234" y="8005"/>
                    <a:pt x="14307" y="8114"/>
                    <a:pt x="14397" y="8186"/>
                  </a:cubicBezTo>
                  <a:cubicBezTo>
                    <a:pt x="14451" y="8223"/>
                    <a:pt x="14488" y="8277"/>
                    <a:pt x="14524" y="8349"/>
                  </a:cubicBezTo>
                  <a:cubicBezTo>
                    <a:pt x="14524" y="8386"/>
                    <a:pt x="14524" y="8440"/>
                    <a:pt x="14506" y="8476"/>
                  </a:cubicBezTo>
                  <a:cubicBezTo>
                    <a:pt x="14542" y="8494"/>
                    <a:pt x="14578" y="8530"/>
                    <a:pt x="14596" y="8585"/>
                  </a:cubicBezTo>
                  <a:cubicBezTo>
                    <a:pt x="14632" y="8657"/>
                    <a:pt x="14614" y="8730"/>
                    <a:pt x="14560" y="8784"/>
                  </a:cubicBezTo>
                  <a:cubicBezTo>
                    <a:pt x="14524" y="8838"/>
                    <a:pt x="14470" y="8893"/>
                    <a:pt x="14488" y="8947"/>
                  </a:cubicBezTo>
                  <a:cubicBezTo>
                    <a:pt x="14506" y="8983"/>
                    <a:pt x="14524" y="9019"/>
                    <a:pt x="14560" y="9056"/>
                  </a:cubicBezTo>
                  <a:cubicBezTo>
                    <a:pt x="14578" y="9110"/>
                    <a:pt x="14614" y="9146"/>
                    <a:pt x="14632" y="9182"/>
                  </a:cubicBezTo>
                  <a:cubicBezTo>
                    <a:pt x="14669" y="9237"/>
                    <a:pt x="14669" y="9237"/>
                    <a:pt x="14687" y="9255"/>
                  </a:cubicBezTo>
                  <a:lnTo>
                    <a:pt x="14705" y="9255"/>
                  </a:lnTo>
                  <a:cubicBezTo>
                    <a:pt x="14741" y="9237"/>
                    <a:pt x="14795" y="9237"/>
                    <a:pt x="14832" y="9273"/>
                  </a:cubicBezTo>
                  <a:cubicBezTo>
                    <a:pt x="14868" y="9327"/>
                    <a:pt x="14886" y="9400"/>
                    <a:pt x="14832" y="9472"/>
                  </a:cubicBezTo>
                  <a:cubicBezTo>
                    <a:pt x="14814" y="9508"/>
                    <a:pt x="14723" y="9581"/>
                    <a:pt x="14777" y="9635"/>
                  </a:cubicBezTo>
                  <a:cubicBezTo>
                    <a:pt x="14832" y="9689"/>
                    <a:pt x="14904" y="9653"/>
                    <a:pt x="14940" y="9617"/>
                  </a:cubicBezTo>
                  <a:cubicBezTo>
                    <a:pt x="15103" y="9508"/>
                    <a:pt x="15230" y="9364"/>
                    <a:pt x="15321" y="9182"/>
                  </a:cubicBezTo>
                  <a:cubicBezTo>
                    <a:pt x="15321" y="9164"/>
                    <a:pt x="15357" y="9146"/>
                    <a:pt x="15375" y="9164"/>
                  </a:cubicBezTo>
                  <a:cubicBezTo>
                    <a:pt x="15429" y="9164"/>
                    <a:pt x="15484" y="9164"/>
                    <a:pt x="15538" y="9128"/>
                  </a:cubicBezTo>
                  <a:lnTo>
                    <a:pt x="15556" y="9128"/>
                  </a:lnTo>
                  <a:cubicBezTo>
                    <a:pt x="15610" y="9092"/>
                    <a:pt x="15683" y="9146"/>
                    <a:pt x="15647" y="9201"/>
                  </a:cubicBezTo>
                  <a:cubicBezTo>
                    <a:pt x="15647" y="9201"/>
                    <a:pt x="15647" y="9219"/>
                    <a:pt x="15647" y="9219"/>
                  </a:cubicBezTo>
                  <a:cubicBezTo>
                    <a:pt x="15647" y="9255"/>
                    <a:pt x="15647" y="9273"/>
                    <a:pt x="15683" y="9291"/>
                  </a:cubicBezTo>
                  <a:cubicBezTo>
                    <a:pt x="15701" y="9309"/>
                    <a:pt x="15719" y="9327"/>
                    <a:pt x="15737" y="9345"/>
                  </a:cubicBezTo>
                  <a:cubicBezTo>
                    <a:pt x="15755" y="9382"/>
                    <a:pt x="15755" y="9400"/>
                    <a:pt x="15737" y="9436"/>
                  </a:cubicBezTo>
                  <a:cubicBezTo>
                    <a:pt x="15719" y="9472"/>
                    <a:pt x="15683" y="9527"/>
                    <a:pt x="15647" y="9563"/>
                  </a:cubicBezTo>
                  <a:cubicBezTo>
                    <a:pt x="15647" y="9563"/>
                    <a:pt x="15610" y="9581"/>
                    <a:pt x="15610" y="9599"/>
                  </a:cubicBezTo>
                  <a:cubicBezTo>
                    <a:pt x="15610" y="9617"/>
                    <a:pt x="15610" y="9635"/>
                    <a:pt x="15629" y="9653"/>
                  </a:cubicBezTo>
                  <a:cubicBezTo>
                    <a:pt x="15647" y="9671"/>
                    <a:pt x="15647" y="9708"/>
                    <a:pt x="15665" y="9726"/>
                  </a:cubicBezTo>
                  <a:cubicBezTo>
                    <a:pt x="15665" y="9708"/>
                    <a:pt x="15665" y="9689"/>
                    <a:pt x="15683" y="9689"/>
                  </a:cubicBezTo>
                  <a:lnTo>
                    <a:pt x="15936" y="9563"/>
                  </a:lnTo>
                  <a:lnTo>
                    <a:pt x="16045" y="9508"/>
                  </a:lnTo>
                  <a:cubicBezTo>
                    <a:pt x="16063" y="9490"/>
                    <a:pt x="16081" y="9490"/>
                    <a:pt x="16099" y="9472"/>
                  </a:cubicBezTo>
                  <a:lnTo>
                    <a:pt x="16117" y="9472"/>
                  </a:lnTo>
                  <a:lnTo>
                    <a:pt x="16117" y="9472"/>
                  </a:lnTo>
                  <a:cubicBezTo>
                    <a:pt x="16117" y="9418"/>
                    <a:pt x="16154" y="9400"/>
                    <a:pt x="16190" y="9400"/>
                  </a:cubicBezTo>
                  <a:cubicBezTo>
                    <a:pt x="16280" y="9418"/>
                    <a:pt x="16371" y="9472"/>
                    <a:pt x="16425" y="9563"/>
                  </a:cubicBezTo>
                  <a:cubicBezTo>
                    <a:pt x="16462" y="9599"/>
                    <a:pt x="16480" y="9653"/>
                    <a:pt x="16462" y="9708"/>
                  </a:cubicBezTo>
                  <a:cubicBezTo>
                    <a:pt x="16534" y="9708"/>
                    <a:pt x="16588" y="9726"/>
                    <a:pt x="16643" y="9780"/>
                  </a:cubicBezTo>
                  <a:cubicBezTo>
                    <a:pt x="16679" y="9816"/>
                    <a:pt x="16697" y="9871"/>
                    <a:pt x="16697" y="9925"/>
                  </a:cubicBezTo>
                  <a:cubicBezTo>
                    <a:pt x="16697" y="9961"/>
                    <a:pt x="16697" y="10015"/>
                    <a:pt x="16697" y="10070"/>
                  </a:cubicBezTo>
                  <a:cubicBezTo>
                    <a:pt x="16715" y="10124"/>
                    <a:pt x="16806" y="10178"/>
                    <a:pt x="16824" y="10233"/>
                  </a:cubicBezTo>
                  <a:cubicBezTo>
                    <a:pt x="16860" y="10269"/>
                    <a:pt x="16860" y="10323"/>
                    <a:pt x="16842" y="10360"/>
                  </a:cubicBezTo>
                  <a:cubicBezTo>
                    <a:pt x="16842" y="10378"/>
                    <a:pt x="16824" y="10414"/>
                    <a:pt x="16806" y="10432"/>
                  </a:cubicBezTo>
                  <a:cubicBezTo>
                    <a:pt x="16788" y="10450"/>
                    <a:pt x="16769" y="10468"/>
                    <a:pt x="16751" y="10486"/>
                  </a:cubicBezTo>
                  <a:cubicBezTo>
                    <a:pt x="16751" y="10523"/>
                    <a:pt x="16751" y="10577"/>
                    <a:pt x="16788" y="10595"/>
                  </a:cubicBezTo>
                  <a:cubicBezTo>
                    <a:pt x="16860" y="10631"/>
                    <a:pt x="16914" y="10631"/>
                    <a:pt x="16987" y="10631"/>
                  </a:cubicBezTo>
                  <a:cubicBezTo>
                    <a:pt x="17023" y="10631"/>
                    <a:pt x="17041" y="10667"/>
                    <a:pt x="17041" y="10704"/>
                  </a:cubicBezTo>
                  <a:cubicBezTo>
                    <a:pt x="17041" y="10812"/>
                    <a:pt x="17005" y="10921"/>
                    <a:pt x="16951" y="11030"/>
                  </a:cubicBezTo>
                  <a:cubicBezTo>
                    <a:pt x="16969" y="11066"/>
                    <a:pt x="16969" y="11120"/>
                    <a:pt x="16969" y="11174"/>
                  </a:cubicBezTo>
                  <a:cubicBezTo>
                    <a:pt x="17023" y="11156"/>
                    <a:pt x="17077" y="11120"/>
                    <a:pt x="17095" y="11084"/>
                  </a:cubicBezTo>
                  <a:cubicBezTo>
                    <a:pt x="17150" y="11030"/>
                    <a:pt x="17204" y="10975"/>
                    <a:pt x="17276" y="10957"/>
                  </a:cubicBezTo>
                  <a:cubicBezTo>
                    <a:pt x="17313" y="10939"/>
                    <a:pt x="17349" y="10939"/>
                    <a:pt x="17385" y="10957"/>
                  </a:cubicBezTo>
                  <a:cubicBezTo>
                    <a:pt x="17421" y="10957"/>
                    <a:pt x="17421" y="10921"/>
                    <a:pt x="17421" y="10885"/>
                  </a:cubicBezTo>
                  <a:cubicBezTo>
                    <a:pt x="17439" y="10794"/>
                    <a:pt x="17421" y="10704"/>
                    <a:pt x="17385" y="10613"/>
                  </a:cubicBezTo>
                  <a:cubicBezTo>
                    <a:pt x="17385" y="10577"/>
                    <a:pt x="17403" y="10541"/>
                    <a:pt x="17439" y="10541"/>
                  </a:cubicBezTo>
                  <a:cubicBezTo>
                    <a:pt x="17494" y="10541"/>
                    <a:pt x="17530" y="10523"/>
                    <a:pt x="17584" y="10504"/>
                  </a:cubicBezTo>
                  <a:cubicBezTo>
                    <a:pt x="17584" y="10486"/>
                    <a:pt x="17584" y="10468"/>
                    <a:pt x="17584" y="10450"/>
                  </a:cubicBezTo>
                  <a:cubicBezTo>
                    <a:pt x="17566" y="10414"/>
                    <a:pt x="17566" y="10378"/>
                    <a:pt x="17566" y="10341"/>
                  </a:cubicBezTo>
                  <a:cubicBezTo>
                    <a:pt x="17566" y="10305"/>
                    <a:pt x="17584" y="10269"/>
                    <a:pt x="17621" y="10251"/>
                  </a:cubicBezTo>
                  <a:cubicBezTo>
                    <a:pt x="17639" y="10233"/>
                    <a:pt x="17657" y="10215"/>
                    <a:pt x="17657" y="10197"/>
                  </a:cubicBezTo>
                  <a:cubicBezTo>
                    <a:pt x="17675" y="10142"/>
                    <a:pt x="17693" y="10070"/>
                    <a:pt x="17711" y="10015"/>
                  </a:cubicBezTo>
                  <a:cubicBezTo>
                    <a:pt x="17711" y="9979"/>
                    <a:pt x="17729" y="9961"/>
                    <a:pt x="17765" y="9943"/>
                  </a:cubicBezTo>
                  <a:cubicBezTo>
                    <a:pt x="17802" y="9925"/>
                    <a:pt x="17820" y="9907"/>
                    <a:pt x="17856" y="9907"/>
                  </a:cubicBezTo>
                  <a:cubicBezTo>
                    <a:pt x="17892" y="9907"/>
                    <a:pt x="17910" y="9871"/>
                    <a:pt x="17928" y="9852"/>
                  </a:cubicBezTo>
                  <a:cubicBezTo>
                    <a:pt x="17947" y="9834"/>
                    <a:pt x="17965" y="9816"/>
                    <a:pt x="18001" y="9798"/>
                  </a:cubicBezTo>
                  <a:cubicBezTo>
                    <a:pt x="18110" y="9744"/>
                    <a:pt x="18236" y="9762"/>
                    <a:pt x="18327" y="9834"/>
                  </a:cubicBezTo>
                  <a:cubicBezTo>
                    <a:pt x="18417" y="9943"/>
                    <a:pt x="18454" y="10070"/>
                    <a:pt x="18399" y="10215"/>
                  </a:cubicBezTo>
                  <a:cubicBezTo>
                    <a:pt x="18381" y="10269"/>
                    <a:pt x="18381" y="10323"/>
                    <a:pt x="18399" y="10378"/>
                  </a:cubicBezTo>
                  <a:cubicBezTo>
                    <a:pt x="18417" y="10396"/>
                    <a:pt x="18417" y="10414"/>
                    <a:pt x="18435" y="10432"/>
                  </a:cubicBezTo>
                  <a:cubicBezTo>
                    <a:pt x="18454" y="10450"/>
                    <a:pt x="18508" y="10432"/>
                    <a:pt x="18526" y="10450"/>
                  </a:cubicBezTo>
                  <a:cubicBezTo>
                    <a:pt x="18598" y="10468"/>
                    <a:pt x="18653" y="10504"/>
                    <a:pt x="18653" y="10577"/>
                  </a:cubicBezTo>
                  <a:cubicBezTo>
                    <a:pt x="18671" y="10613"/>
                    <a:pt x="18671" y="10667"/>
                    <a:pt x="18689" y="10704"/>
                  </a:cubicBezTo>
                  <a:lnTo>
                    <a:pt x="18689" y="10704"/>
                  </a:lnTo>
                  <a:lnTo>
                    <a:pt x="18689" y="10704"/>
                  </a:lnTo>
                  <a:lnTo>
                    <a:pt x="18689" y="10704"/>
                  </a:lnTo>
                  <a:cubicBezTo>
                    <a:pt x="18725" y="10722"/>
                    <a:pt x="18761" y="10740"/>
                    <a:pt x="18798" y="10758"/>
                  </a:cubicBezTo>
                  <a:cubicBezTo>
                    <a:pt x="18834" y="10812"/>
                    <a:pt x="18834" y="10885"/>
                    <a:pt x="18798" y="10939"/>
                  </a:cubicBezTo>
                  <a:cubicBezTo>
                    <a:pt x="18761" y="10993"/>
                    <a:pt x="18725" y="11030"/>
                    <a:pt x="18689" y="11084"/>
                  </a:cubicBezTo>
                  <a:cubicBezTo>
                    <a:pt x="18689" y="11102"/>
                    <a:pt x="18689" y="11102"/>
                    <a:pt x="18689" y="11120"/>
                  </a:cubicBezTo>
                  <a:lnTo>
                    <a:pt x="18689" y="11120"/>
                  </a:lnTo>
                  <a:lnTo>
                    <a:pt x="18689" y="11120"/>
                  </a:lnTo>
                  <a:cubicBezTo>
                    <a:pt x="18725" y="11138"/>
                    <a:pt x="18743" y="11156"/>
                    <a:pt x="18780" y="11174"/>
                  </a:cubicBezTo>
                  <a:cubicBezTo>
                    <a:pt x="18834" y="11229"/>
                    <a:pt x="18834" y="11319"/>
                    <a:pt x="18816" y="11392"/>
                  </a:cubicBezTo>
                  <a:cubicBezTo>
                    <a:pt x="18798" y="11428"/>
                    <a:pt x="18798" y="11464"/>
                    <a:pt x="18816" y="11500"/>
                  </a:cubicBezTo>
                  <a:lnTo>
                    <a:pt x="18816" y="11500"/>
                  </a:lnTo>
                  <a:cubicBezTo>
                    <a:pt x="18816" y="11500"/>
                    <a:pt x="18834" y="11500"/>
                    <a:pt x="18834" y="11500"/>
                  </a:cubicBezTo>
                  <a:lnTo>
                    <a:pt x="18834" y="11500"/>
                  </a:lnTo>
                  <a:cubicBezTo>
                    <a:pt x="18870" y="11500"/>
                    <a:pt x="18888" y="11519"/>
                    <a:pt x="18888" y="11537"/>
                  </a:cubicBezTo>
                  <a:cubicBezTo>
                    <a:pt x="18924" y="11537"/>
                    <a:pt x="18961" y="11537"/>
                    <a:pt x="18997" y="11519"/>
                  </a:cubicBezTo>
                  <a:cubicBezTo>
                    <a:pt x="19015" y="11500"/>
                    <a:pt x="19033" y="11482"/>
                    <a:pt x="19033" y="11446"/>
                  </a:cubicBezTo>
                  <a:cubicBezTo>
                    <a:pt x="19033" y="11410"/>
                    <a:pt x="19051" y="11356"/>
                    <a:pt x="19087" y="11337"/>
                  </a:cubicBezTo>
                  <a:cubicBezTo>
                    <a:pt x="19142" y="11319"/>
                    <a:pt x="19196" y="11319"/>
                    <a:pt x="19250" y="11319"/>
                  </a:cubicBezTo>
                  <a:lnTo>
                    <a:pt x="19413" y="11319"/>
                  </a:lnTo>
                  <a:cubicBezTo>
                    <a:pt x="19486" y="11301"/>
                    <a:pt x="19576" y="11337"/>
                    <a:pt x="19631" y="11392"/>
                  </a:cubicBezTo>
                  <a:cubicBezTo>
                    <a:pt x="19685" y="11464"/>
                    <a:pt x="19685" y="11555"/>
                    <a:pt x="19631" y="11609"/>
                  </a:cubicBezTo>
                  <a:cubicBezTo>
                    <a:pt x="19613" y="11645"/>
                    <a:pt x="19594" y="11682"/>
                    <a:pt x="19576" y="11718"/>
                  </a:cubicBezTo>
                  <a:cubicBezTo>
                    <a:pt x="19576" y="11736"/>
                    <a:pt x="19594" y="11754"/>
                    <a:pt x="19613" y="11772"/>
                  </a:cubicBezTo>
                  <a:cubicBezTo>
                    <a:pt x="19685" y="11845"/>
                    <a:pt x="19739" y="11917"/>
                    <a:pt x="19739" y="12008"/>
                  </a:cubicBezTo>
                  <a:cubicBezTo>
                    <a:pt x="19739" y="12116"/>
                    <a:pt x="19667" y="12207"/>
                    <a:pt x="19576" y="12225"/>
                  </a:cubicBezTo>
                  <a:cubicBezTo>
                    <a:pt x="19486" y="12279"/>
                    <a:pt x="19395" y="12297"/>
                    <a:pt x="19341" y="12370"/>
                  </a:cubicBezTo>
                  <a:cubicBezTo>
                    <a:pt x="19323" y="12406"/>
                    <a:pt x="19305" y="12460"/>
                    <a:pt x="19305" y="12496"/>
                  </a:cubicBezTo>
                  <a:cubicBezTo>
                    <a:pt x="19305" y="12515"/>
                    <a:pt x="19305" y="12533"/>
                    <a:pt x="19305" y="12551"/>
                  </a:cubicBezTo>
                  <a:cubicBezTo>
                    <a:pt x="19305" y="12569"/>
                    <a:pt x="19305" y="12569"/>
                    <a:pt x="19305" y="12587"/>
                  </a:cubicBezTo>
                  <a:cubicBezTo>
                    <a:pt x="19305" y="12569"/>
                    <a:pt x="19323" y="12569"/>
                    <a:pt x="19323" y="12569"/>
                  </a:cubicBezTo>
                  <a:cubicBezTo>
                    <a:pt x="19359" y="12569"/>
                    <a:pt x="19395" y="12569"/>
                    <a:pt x="19413" y="12587"/>
                  </a:cubicBezTo>
                  <a:cubicBezTo>
                    <a:pt x="19468" y="12605"/>
                    <a:pt x="19504" y="12659"/>
                    <a:pt x="19486" y="12714"/>
                  </a:cubicBezTo>
                  <a:cubicBezTo>
                    <a:pt x="19486" y="12768"/>
                    <a:pt x="19450" y="12822"/>
                    <a:pt x="19413" y="12859"/>
                  </a:cubicBezTo>
                  <a:cubicBezTo>
                    <a:pt x="19359" y="12895"/>
                    <a:pt x="19305" y="12913"/>
                    <a:pt x="19269" y="12931"/>
                  </a:cubicBezTo>
                  <a:cubicBezTo>
                    <a:pt x="19232" y="12949"/>
                    <a:pt x="19196" y="12985"/>
                    <a:pt x="19214" y="13022"/>
                  </a:cubicBezTo>
                  <a:cubicBezTo>
                    <a:pt x="19214" y="13040"/>
                    <a:pt x="19232" y="13076"/>
                    <a:pt x="19269" y="13076"/>
                  </a:cubicBezTo>
                  <a:cubicBezTo>
                    <a:pt x="19305" y="13076"/>
                    <a:pt x="19341" y="13076"/>
                    <a:pt x="19359" y="13094"/>
                  </a:cubicBezTo>
                  <a:cubicBezTo>
                    <a:pt x="19395" y="13112"/>
                    <a:pt x="19413" y="13148"/>
                    <a:pt x="19432" y="13185"/>
                  </a:cubicBezTo>
                  <a:cubicBezTo>
                    <a:pt x="19432" y="13239"/>
                    <a:pt x="19450" y="13293"/>
                    <a:pt x="19450" y="13366"/>
                  </a:cubicBezTo>
                  <a:cubicBezTo>
                    <a:pt x="19450" y="13420"/>
                    <a:pt x="19450" y="13492"/>
                    <a:pt x="19413" y="13547"/>
                  </a:cubicBezTo>
                  <a:cubicBezTo>
                    <a:pt x="19413" y="13583"/>
                    <a:pt x="19395" y="13601"/>
                    <a:pt x="19377" y="13637"/>
                  </a:cubicBezTo>
                  <a:cubicBezTo>
                    <a:pt x="19450" y="13692"/>
                    <a:pt x="19468" y="13764"/>
                    <a:pt x="19468" y="13855"/>
                  </a:cubicBezTo>
                  <a:cubicBezTo>
                    <a:pt x="19450" y="13945"/>
                    <a:pt x="19395" y="14036"/>
                    <a:pt x="19305" y="14090"/>
                  </a:cubicBezTo>
                  <a:lnTo>
                    <a:pt x="19450" y="14163"/>
                  </a:lnTo>
                  <a:lnTo>
                    <a:pt x="19558" y="14199"/>
                  </a:lnTo>
                  <a:lnTo>
                    <a:pt x="19613" y="14235"/>
                  </a:lnTo>
                  <a:cubicBezTo>
                    <a:pt x="19631" y="14235"/>
                    <a:pt x="19631" y="14235"/>
                    <a:pt x="19631" y="14253"/>
                  </a:cubicBezTo>
                  <a:cubicBezTo>
                    <a:pt x="19739" y="14253"/>
                    <a:pt x="19794" y="14380"/>
                    <a:pt x="19866" y="14452"/>
                  </a:cubicBezTo>
                  <a:lnTo>
                    <a:pt x="19884" y="14470"/>
                  </a:lnTo>
                  <a:lnTo>
                    <a:pt x="19902" y="14470"/>
                  </a:lnTo>
                  <a:lnTo>
                    <a:pt x="19920" y="14470"/>
                  </a:lnTo>
                  <a:lnTo>
                    <a:pt x="19957" y="14470"/>
                  </a:lnTo>
                  <a:cubicBezTo>
                    <a:pt x="19957" y="14470"/>
                    <a:pt x="19975" y="14452"/>
                    <a:pt x="19993" y="14452"/>
                  </a:cubicBezTo>
                  <a:cubicBezTo>
                    <a:pt x="20047" y="14380"/>
                    <a:pt x="20047" y="14289"/>
                    <a:pt x="20083" y="14217"/>
                  </a:cubicBezTo>
                  <a:cubicBezTo>
                    <a:pt x="20102" y="14181"/>
                    <a:pt x="20120" y="14163"/>
                    <a:pt x="20138" y="14126"/>
                  </a:cubicBezTo>
                  <a:cubicBezTo>
                    <a:pt x="20138" y="14108"/>
                    <a:pt x="20174" y="14090"/>
                    <a:pt x="20174" y="14072"/>
                  </a:cubicBezTo>
                  <a:cubicBezTo>
                    <a:pt x="20192" y="14054"/>
                    <a:pt x="20174" y="13981"/>
                    <a:pt x="20174" y="13945"/>
                  </a:cubicBezTo>
                  <a:cubicBezTo>
                    <a:pt x="20156" y="13891"/>
                    <a:pt x="20192" y="13855"/>
                    <a:pt x="20246" y="13855"/>
                  </a:cubicBezTo>
                  <a:lnTo>
                    <a:pt x="20265" y="13855"/>
                  </a:lnTo>
                  <a:lnTo>
                    <a:pt x="20301" y="13855"/>
                  </a:lnTo>
                  <a:cubicBezTo>
                    <a:pt x="20319" y="13855"/>
                    <a:pt x="20355" y="13837"/>
                    <a:pt x="20373" y="13800"/>
                  </a:cubicBezTo>
                  <a:cubicBezTo>
                    <a:pt x="20409" y="13764"/>
                    <a:pt x="20464" y="13710"/>
                    <a:pt x="20536" y="13674"/>
                  </a:cubicBezTo>
                  <a:cubicBezTo>
                    <a:pt x="20609" y="13637"/>
                    <a:pt x="20681" y="13619"/>
                    <a:pt x="20754" y="13619"/>
                  </a:cubicBezTo>
                  <a:cubicBezTo>
                    <a:pt x="20790" y="13619"/>
                    <a:pt x="20808" y="13601"/>
                    <a:pt x="20826" y="13583"/>
                  </a:cubicBezTo>
                  <a:cubicBezTo>
                    <a:pt x="20862" y="13547"/>
                    <a:pt x="20862" y="13511"/>
                    <a:pt x="20862" y="13474"/>
                  </a:cubicBezTo>
                  <a:cubicBezTo>
                    <a:pt x="20862" y="13402"/>
                    <a:pt x="20916" y="13311"/>
                    <a:pt x="20989" y="13275"/>
                  </a:cubicBezTo>
                  <a:lnTo>
                    <a:pt x="21079" y="13221"/>
                  </a:lnTo>
                  <a:cubicBezTo>
                    <a:pt x="21098" y="13221"/>
                    <a:pt x="21116" y="13221"/>
                    <a:pt x="21116" y="13203"/>
                  </a:cubicBez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185"/>
                  </a:lnTo>
                  <a:cubicBezTo>
                    <a:pt x="21116" y="13167"/>
                    <a:pt x="21116" y="13148"/>
                    <a:pt x="21098" y="13112"/>
                  </a:cubicBezTo>
                  <a:cubicBezTo>
                    <a:pt x="21079" y="13076"/>
                    <a:pt x="21079" y="13004"/>
                    <a:pt x="21098" y="12949"/>
                  </a:cubicBezTo>
                  <a:cubicBezTo>
                    <a:pt x="21134" y="12877"/>
                    <a:pt x="21188" y="12804"/>
                    <a:pt x="21279" y="12786"/>
                  </a:cubicBezTo>
                  <a:cubicBezTo>
                    <a:pt x="21442" y="12732"/>
                    <a:pt x="21641" y="12822"/>
                    <a:pt x="21677" y="13004"/>
                  </a:cubicBezTo>
                  <a:cubicBezTo>
                    <a:pt x="21695" y="13094"/>
                    <a:pt x="21677" y="13203"/>
                    <a:pt x="21641" y="13275"/>
                  </a:cubicBezTo>
                  <a:cubicBezTo>
                    <a:pt x="21605" y="13348"/>
                    <a:pt x="21550" y="13420"/>
                    <a:pt x="21568" y="13511"/>
                  </a:cubicBezTo>
                  <a:cubicBezTo>
                    <a:pt x="21568" y="13547"/>
                    <a:pt x="21605" y="13547"/>
                    <a:pt x="21641" y="13583"/>
                  </a:cubicBezTo>
                  <a:cubicBezTo>
                    <a:pt x="21695" y="13619"/>
                    <a:pt x="21713" y="13655"/>
                    <a:pt x="21731" y="13710"/>
                  </a:cubicBezTo>
                  <a:cubicBezTo>
                    <a:pt x="21731" y="13800"/>
                    <a:pt x="21695" y="13891"/>
                    <a:pt x="21659" y="13981"/>
                  </a:cubicBezTo>
                  <a:cubicBezTo>
                    <a:pt x="21605" y="14036"/>
                    <a:pt x="21605" y="14108"/>
                    <a:pt x="21659" y="14181"/>
                  </a:cubicBezTo>
                  <a:cubicBezTo>
                    <a:pt x="21695" y="14217"/>
                    <a:pt x="21750" y="14271"/>
                    <a:pt x="21786" y="14307"/>
                  </a:cubicBezTo>
                  <a:cubicBezTo>
                    <a:pt x="21840" y="14362"/>
                    <a:pt x="21858" y="14416"/>
                    <a:pt x="21876" y="14489"/>
                  </a:cubicBezTo>
                  <a:cubicBezTo>
                    <a:pt x="21876" y="14579"/>
                    <a:pt x="21840" y="14651"/>
                    <a:pt x="21768" y="14724"/>
                  </a:cubicBezTo>
                  <a:cubicBezTo>
                    <a:pt x="21731" y="14742"/>
                    <a:pt x="21695" y="14778"/>
                    <a:pt x="21659" y="14814"/>
                  </a:cubicBezTo>
                  <a:cubicBezTo>
                    <a:pt x="21641" y="14851"/>
                    <a:pt x="21659" y="14887"/>
                    <a:pt x="21659" y="14905"/>
                  </a:cubicBezTo>
                  <a:cubicBezTo>
                    <a:pt x="21677" y="14941"/>
                    <a:pt x="21695" y="14977"/>
                    <a:pt x="21695" y="15014"/>
                  </a:cubicBezTo>
                  <a:cubicBezTo>
                    <a:pt x="21750" y="15014"/>
                    <a:pt x="21804" y="15032"/>
                    <a:pt x="21840" y="15068"/>
                  </a:cubicBezTo>
                  <a:cubicBezTo>
                    <a:pt x="21913" y="15140"/>
                    <a:pt x="21858" y="15249"/>
                    <a:pt x="21822" y="15322"/>
                  </a:cubicBezTo>
                  <a:cubicBezTo>
                    <a:pt x="21804" y="15340"/>
                    <a:pt x="21786" y="15358"/>
                    <a:pt x="21786" y="15376"/>
                  </a:cubicBezTo>
                  <a:cubicBezTo>
                    <a:pt x="21786" y="15376"/>
                    <a:pt x="21786" y="15376"/>
                    <a:pt x="21786" y="15376"/>
                  </a:cubicBezTo>
                  <a:cubicBezTo>
                    <a:pt x="21786" y="15412"/>
                    <a:pt x="21822" y="15412"/>
                    <a:pt x="21822" y="15448"/>
                  </a:cubicBezTo>
                  <a:cubicBezTo>
                    <a:pt x="21840" y="15466"/>
                    <a:pt x="21840" y="15503"/>
                    <a:pt x="21822" y="15539"/>
                  </a:cubicBezTo>
                  <a:cubicBezTo>
                    <a:pt x="21804" y="15593"/>
                    <a:pt x="21750" y="15611"/>
                    <a:pt x="21695" y="15629"/>
                  </a:cubicBezTo>
                  <a:cubicBezTo>
                    <a:pt x="21659" y="15629"/>
                    <a:pt x="21605" y="15629"/>
                    <a:pt x="21568" y="15648"/>
                  </a:cubicBezTo>
                  <a:cubicBezTo>
                    <a:pt x="21550" y="15684"/>
                    <a:pt x="21568" y="15720"/>
                    <a:pt x="21605" y="15738"/>
                  </a:cubicBezTo>
                  <a:cubicBezTo>
                    <a:pt x="21641" y="15774"/>
                    <a:pt x="21695" y="15810"/>
                    <a:pt x="21750" y="15810"/>
                  </a:cubicBezTo>
                  <a:cubicBezTo>
                    <a:pt x="21768" y="15810"/>
                    <a:pt x="21786" y="15829"/>
                    <a:pt x="21786" y="15847"/>
                  </a:cubicBezTo>
                  <a:cubicBezTo>
                    <a:pt x="21786" y="15937"/>
                    <a:pt x="21750" y="16028"/>
                    <a:pt x="21659" y="16082"/>
                  </a:cubicBezTo>
                  <a:cubicBezTo>
                    <a:pt x="21623" y="16100"/>
                    <a:pt x="21587" y="16136"/>
                    <a:pt x="21568" y="16155"/>
                  </a:cubicBezTo>
                  <a:cubicBezTo>
                    <a:pt x="21532" y="16191"/>
                    <a:pt x="21532" y="16227"/>
                    <a:pt x="21568" y="16263"/>
                  </a:cubicBezTo>
                  <a:cubicBezTo>
                    <a:pt x="21587" y="16299"/>
                    <a:pt x="21587" y="16354"/>
                    <a:pt x="21587" y="16390"/>
                  </a:cubicBezTo>
                  <a:cubicBezTo>
                    <a:pt x="21587" y="16426"/>
                    <a:pt x="21550" y="16462"/>
                    <a:pt x="21550" y="16499"/>
                  </a:cubicBezTo>
                  <a:cubicBezTo>
                    <a:pt x="21568" y="16589"/>
                    <a:pt x="21695" y="16589"/>
                    <a:pt x="21786" y="16607"/>
                  </a:cubicBezTo>
                  <a:cubicBezTo>
                    <a:pt x="21822" y="16607"/>
                    <a:pt x="21840" y="16625"/>
                    <a:pt x="21840" y="16680"/>
                  </a:cubicBezTo>
                  <a:cubicBezTo>
                    <a:pt x="21804" y="16879"/>
                    <a:pt x="21605" y="16970"/>
                    <a:pt x="21460" y="17096"/>
                  </a:cubicBezTo>
                  <a:cubicBezTo>
                    <a:pt x="21442" y="17132"/>
                    <a:pt x="21405" y="17187"/>
                    <a:pt x="21387" y="17223"/>
                  </a:cubicBezTo>
                  <a:cubicBezTo>
                    <a:pt x="21405" y="17223"/>
                    <a:pt x="21424" y="17223"/>
                    <a:pt x="21460" y="17205"/>
                  </a:cubicBezTo>
                  <a:cubicBezTo>
                    <a:pt x="21496" y="17187"/>
                    <a:pt x="21550" y="17169"/>
                    <a:pt x="21587" y="17169"/>
                  </a:cubicBezTo>
                  <a:cubicBezTo>
                    <a:pt x="21641" y="17151"/>
                    <a:pt x="21695" y="17169"/>
                    <a:pt x="21731" y="17223"/>
                  </a:cubicBezTo>
                  <a:cubicBezTo>
                    <a:pt x="21804" y="17187"/>
                    <a:pt x="21876" y="17187"/>
                    <a:pt x="21949" y="17259"/>
                  </a:cubicBezTo>
                  <a:cubicBezTo>
                    <a:pt x="22003" y="17314"/>
                    <a:pt x="22003" y="17422"/>
                    <a:pt x="21949" y="17495"/>
                  </a:cubicBezTo>
                  <a:cubicBezTo>
                    <a:pt x="22021" y="17549"/>
                    <a:pt x="22112" y="17567"/>
                    <a:pt x="22202" y="17567"/>
                  </a:cubicBezTo>
                  <a:cubicBezTo>
                    <a:pt x="22220" y="17567"/>
                    <a:pt x="22257" y="17585"/>
                    <a:pt x="22257" y="17603"/>
                  </a:cubicBezTo>
                  <a:cubicBezTo>
                    <a:pt x="22275" y="17694"/>
                    <a:pt x="22275" y="17784"/>
                    <a:pt x="22238" y="17857"/>
                  </a:cubicBezTo>
                  <a:cubicBezTo>
                    <a:pt x="22257" y="17875"/>
                    <a:pt x="22293" y="17875"/>
                    <a:pt x="22311" y="17857"/>
                  </a:cubicBezTo>
                  <a:cubicBezTo>
                    <a:pt x="22329" y="17839"/>
                    <a:pt x="22365" y="17857"/>
                    <a:pt x="22383" y="17893"/>
                  </a:cubicBezTo>
                  <a:cubicBezTo>
                    <a:pt x="22420" y="17966"/>
                    <a:pt x="22492" y="18038"/>
                    <a:pt x="22492" y="18129"/>
                  </a:cubicBezTo>
                  <a:cubicBezTo>
                    <a:pt x="22510" y="18165"/>
                    <a:pt x="22492" y="18201"/>
                    <a:pt x="22474" y="18237"/>
                  </a:cubicBezTo>
                  <a:cubicBezTo>
                    <a:pt x="22510" y="18219"/>
                    <a:pt x="22528" y="18219"/>
                    <a:pt x="22564" y="18219"/>
                  </a:cubicBezTo>
                  <a:cubicBezTo>
                    <a:pt x="22637" y="18237"/>
                    <a:pt x="22691" y="18273"/>
                    <a:pt x="22709" y="18346"/>
                  </a:cubicBezTo>
                  <a:cubicBezTo>
                    <a:pt x="22764" y="18473"/>
                    <a:pt x="22673" y="18581"/>
                    <a:pt x="22564" y="18654"/>
                  </a:cubicBezTo>
                  <a:cubicBezTo>
                    <a:pt x="22601" y="18708"/>
                    <a:pt x="22637" y="18744"/>
                    <a:pt x="22655" y="18799"/>
                  </a:cubicBezTo>
                  <a:cubicBezTo>
                    <a:pt x="22673" y="18817"/>
                    <a:pt x="22691" y="18853"/>
                    <a:pt x="22727" y="18871"/>
                  </a:cubicBezTo>
                  <a:cubicBezTo>
                    <a:pt x="22727" y="18889"/>
                    <a:pt x="22746" y="18907"/>
                    <a:pt x="22764" y="18925"/>
                  </a:cubicBezTo>
                  <a:cubicBezTo>
                    <a:pt x="22782" y="18907"/>
                    <a:pt x="22818" y="18907"/>
                    <a:pt x="22836" y="18925"/>
                  </a:cubicBezTo>
                  <a:cubicBezTo>
                    <a:pt x="22854" y="18943"/>
                    <a:pt x="22854" y="18998"/>
                    <a:pt x="22836" y="19034"/>
                  </a:cubicBezTo>
                  <a:cubicBezTo>
                    <a:pt x="22818" y="19070"/>
                    <a:pt x="22818" y="19106"/>
                    <a:pt x="22818" y="19143"/>
                  </a:cubicBezTo>
                  <a:lnTo>
                    <a:pt x="22854" y="19143"/>
                  </a:lnTo>
                  <a:cubicBezTo>
                    <a:pt x="22909" y="19143"/>
                    <a:pt x="22927" y="19197"/>
                    <a:pt x="22909" y="19233"/>
                  </a:cubicBezTo>
                  <a:cubicBezTo>
                    <a:pt x="22890" y="19233"/>
                    <a:pt x="22890" y="19233"/>
                    <a:pt x="22890" y="19251"/>
                  </a:cubicBezTo>
                  <a:cubicBezTo>
                    <a:pt x="22836" y="19306"/>
                    <a:pt x="22890" y="19396"/>
                    <a:pt x="22963" y="19378"/>
                  </a:cubicBezTo>
                  <a:cubicBezTo>
                    <a:pt x="23072" y="19360"/>
                    <a:pt x="23090" y="19233"/>
                    <a:pt x="22999" y="19179"/>
                  </a:cubicBezTo>
                  <a:cubicBezTo>
                    <a:pt x="22963" y="19161"/>
                    <a:pt x="22963" y="19106"/>
                    <a:pt x="22999" y="19088"/>
                  </a:cubicBezTo>
                  <a:lnTo>
                    <a:pt x="23126" y="18998"/>
                  </a:lnTo>
                  <a:cubicBezTo>
                    <a:pt x="23108" y="18962"/>
                    <a:pt x="23090" y="18907"/>
                    <a:pt x="23108" y="18871"/>
                  </a:cubicBezTo>
                  <a:cubicBezTo>
                    <a:pt x="23108" y="18835"/>
                    <a:pt x="23144" y="18817"/>
                    <a:pt x="23162" y="18835"/>
                  </a:cubicBezTo>
                  <a:cubicBezTo>
                    <a:pt x="23216" y="18835"/>
                    <a:pt x="23271" y="18853"/>
                    <a:pt x="23307" y="18889"/>
                  </a:cubicBezTo>
                  <a:cubicBezTo>
                    <a:pt x="23307" y="18708"/>
                    <a:pt x="23343" y="18509"/>
                    <a:pt x="23397" y="18346"/>
                  </a:cubicBezTo>
                  <a:cubicBezTo>
                    <a:pt x="23397" y="18328"/>
                    <a:pt x="23416" y="18310"/>
                    <a:pt x="23434" y="18310"/>
                  </a:cubicBezTo>
                  <a:lnTo>
                    <a:pt x="23434" y="18310"/>
                  </a:lnTo>
                  <a:cubicBezTo>
                    <a:pt x="23488" y="18237"/>
                    <a:pt x="23579" y="18201"/>
                    <a:pt x="23669" y="18201"/>
                  </a:cubicBezTo>
                  <a:cubicBezTo>
                    <a:pt x="23760" y="18201"/>
                    <a:pt x="23868" y="18237"/>
                    <a:pt x="23941" y="18310"/>
                  </a:cubicBezTo>
                  <a:cubicBezTo>
                    <a:pt x="23959" y="18346"/>
                    <a:pt x="23977" y="18400"/>
                    <a:pt x="23977" y="18454"/>
                  </a:cubicBezTo>
                  <a:cubicBezTo>
                    <a:pt x="23995" y="18473"/>
                    <a:pt x="24031" y="18509"/>
                    <a:pt x="24049" y="18545"/>
                  </a:cubicBezTo>
                  <a:cubicBezTo>
                    <a:pt x="24086" y="18599"/>
                    <a:pt x="24086" y="18690"/>
                    <a:pt x="24049" y="18762"/>
                  </a:cubicBezTo>
                  <a:cubicBezTo>
                    <a:pt x="24013" y="18835"/>
                    <a:pt x="23959" y="18889"/>
                    <a:pt x="23977" y="18980"/>
                  </a:cubicBezTo>
                  <a:cubicBezTo>
                    <a:pt x="24013" y="19052"/>
                    <a:pt x="24104" y="19052"/>
                    <a:pt x="24140" y="19125"/>
                  </a:cubicBezTo>
                  <a:cubicBezTo>
                    <a:pt x="24176" y="19197"/>
                    <a:pt x="24176" y="19306"/>
                    <a:pt x="24140" y="19378"/>
                  </a:cubicBezTo>
                  <a:cubicBezTo>
                    <a:pt x="24104" y="19469"/>
                    <a:pt x="24068" y="19541"/>
                    <a:pt x="24049" y="19632"/>
                  </a:cubicBezTo>
                  <a:cubicBezTo>
                    <a:pt x="24013" y="19686"/>
                    <a:pt x="24013" y="19740"/>
                    <a:pt x="24031" y="19795"/>
                  </a:cubicBezTo>
                  <a:cubicBezTo>
                    <a:pt x="24049" y="19849"/>
                    <a:pt x="24086" y="19903"/>
                    <a:pt x="24140" y="19921"/>
                  </a:cubicBezTo>
                  <a:cubicBezTo>
                    <a:pt x="24231" y="19939"/>
                    <a:pt x="24303" y="20012"/>
                    <a:pt x="24285" y="20102"/>
                  </a:cubicBezTo>
                  <a:cubicBezTo>
                    <a:pt x="24267" y="20175"/>
                    <a:pt x="24231" y="20247"/>
                    <a:pt x="24158" y="20284"/>
                  </a:cubicBezTo>
                  <a:lnTo>
                    <a:pt x="24068" y="20428"/>
                  </a:lnTo>
                  <a:cubicBezTo>
                    <a:pt x="24104" y="20410"/>
                    <a:pt x="24122" y="20392"/>
                    <a:pt x="24140" y="20392"/>
                  </a:cubicBezTo>
                  <a:cubicBezTo>
                    <a:pt x="24176" y="20356"/>
                    <a:pt x="24231" y="20356"/>
                    <a:pt x="24267" y="20356"/>
                  </a:cubicBezTo>
                  <a:cubicBezTo>
                    <a:pt x="24321" y="20374"/>
                    <a:pt x="24357" y="20410"/>
                    <a:pt x="24375" y="20465"/>
                  </a:cubicBezTo>
                  <a:cubicBezTo>
                    <a:pt x="24394" y="20501"/>
                    <a:pt x="24394" y="20555"/>
                    <a:pt x="24375" y="20610"/>
                  </a:cubicBezTo>
                  <a:lnTo>
                    <a:pt x="24466" y="20646"/>
                  </a:lnTo>
                  <a:lnTo>
                    <a:pt x="24520" y="20664"/>
                  </a:lnTo>
                  <a:cubicBezTo>
                    <a:pt x="24520" y="20591"/>
                    <a:pt x="24538" y="20519"/>
                    <a:pt x="24557" y="20447"/>
                  </a:cubicBezTo>
                  <a:lnTo>
                    <a:pt x="24557" y="20410"/>
                  </a:lnTo>
                  <a:cubicBezTo>
                    <a:pt x="24557" y="20356"/>
                    <a:pt x="24629" y="20356"/>
                    <a:pt x="24665" y="20392"/>
                  </a:cubicBezTo>
                  <a:cubicBezTo>
                    <a:pt x="24738" y="20465"/>
                    <a:pt x="24864" y="20483"/>
                    <a:pt x="24937" y="20410"/>
                  </a:cubicBezTo>
                  <a:cubicBezTo>
                    <a:pt x="24973" y="20374"/>
                    <a:pt x="25045" y="20410"/>
                    <a:pt x="25045" y="20465"/>
                  </a:cubicBezTo>
                  <a:cubicBezTo>
                    <a:pt x="25045" y="20465"/>
                    <a:pt x="25045" y="20483"/>
                    <a:pt x="25045" y="20501"/>
                  </a:cubicBezTo>
                  <a:cubicBezTo>
                    <a:pt x="25045" y="20573"/>
                    <a:pt x="25027" y="20664"/>
                    <a:pt x="25009" y="20736"/>
                  </a:cubicBezTo>
                  <a:cubicBezTo>
                    <a:pt x="25064" y="20772"/>
                    <a:pt x="25100" y="20827"/>
                    <a:pt x="25100" y="20899"/>
                  </a:cubicBezTo>
                  <a:cubicBezTo>
                    <a:pt x="25100" y="20954"/>
                    <a:pt x="25082" y="21008"/>
                    <a:pt x="25064" y="21062"/>
                  </a:cubicBezTo>
                  <a:lnTo>
                    <a:pt x="25064" y="21117"/>
                  </a:lnTo>
                  <a:cubicBezTo>
                    <a:pt x="25154" y="21044"/>
                    <a:pt x="25263" y="21026"/>
                    <a:pt x="25371" y="21044"/>
                  </a:cubicBezTo>
                  <a:cubicBezTo>
                    <a:pt x="25480" y="21098"/>
                    <a:pt x="25553" y="21225"/>
                    <a:pt x="25498" y="21352"/>
                  </a:cubicBezTo>
                  <a:lnTo>
                    <a:pt x="25498" y="21352"/>
                  </a:lnTo>
                  <a:cubicBezTo>
                    <a:pt x="25534" y="21406"/>
                    <a:pt x="25589" y="21424"/>
                    <a:pt x="25661" y="21424"/>
                  </a:cubicBezTo>
                  <a:cubicBezTo>
                    <a:pt x="25716" y="21424"/>
                    <a:pt x="25770" y="21370"/>
                    <a:pt x="25824" y="21388"/>
                  </a:cubicBezTo>
                  <a:cubicBezTo>
                    <a:pt x="25915" y="21388"/>
                    <a:pt x="25969" y="21461"/>
                    <a:pt x="25969" y="21551"/>
                  </a:cubicBezTo>
                  <a:cubicBezTo>
                    <a:pt x="25969" y="21606"/>
                    <a:pt x="25969" y="21678"/>
                    <a:pt x="25933" y="21732"/>
                  </a:cubicBezTo>
                  <a:lnTo>
                    <a:pt x="0" y="15358"/>
                  </a:lnTo>
                  <a:close/>
                  <a:moveTo>
                    <a:pt x="19395" y="12696"/>
                  </a:moveTo>
                  <a:close/>
                  <a:moveTo>
                    <a:pt x="21587" y="15068"/>
                  </a:moveTo>
                  <a:close/>
                  <a:moveTo>
                    <a:pt x="19323" y="13239"/>
                  </a:moveTo>
                  <a:close/>
                  <a:moveTo>
                    <a:pt x="19305" y="12605"/>
                  </a:moveTo>
                  <a:lnTo>
                    <a:pt x="19305" y="12605"/>
                  </a:lnTo>
                  <a:close/>
                  <a:moveTo>
                    <a:pt x="15592" y="10034"/>
                  </a:moveTo>
                  <a:lnTo>
                    <a:pt x="15592" y="10034"/>
                  </a:lnTo>
                  <a:cubicBezTo>
                    <a:pt x="15592" y="10052"/>
                    <a:pt x="15610" y="10088"/>
                    <a:pt x="15647" y="10106"/>
                  </a:cubicBezTo>
                  <a:lnTo>
                    <a:pt x="15665" y="10124"/>
                  </a:lnTo>
                  <a:lnTo>
                    <a:pt x="15665" y="9852"/>
                  </a:lnTo>
                  <a:cubicBezTo>
                    <a:pt x="15647" y="9871"/>
                    <a:pt x="15629" y="9889"/>
                    <a:pt x="15629" y="9925"/>
                  </a:cubicBezTo>
                  <a:cubicBezTo>
                    <a:pt x="15610" y="9943"/>
                    <a:pt x="15574" y="9997"/>
                    <a:pt x="15574" y="10034"/>
                  </a:cubicBezTo>
                  <a:close/>
                  <a:moveTo>
                    <a:pt x="14741" y="9345"/>
                  </a:moveTo>
                  <a:lnTo>
                    <a:pt x="14741" y="9345"/>
                  </a:lnTo>
                  <a:close/>
                  <a:moveTo>
                    <a:pt x="12803" y="5198"/>
                  </a:moveTo>
                  <a:lnTo>
                    <a:pt x="12803" y="5198"/>
                  </a:lnTo>
                  <a:close/>
                  <a:moveTo>
                    <a:pt x="12260" y="4148"/>
                  </a:moveTo>
                  <a:lnTo>
                    <a:pt x="12260" y="4148"/>
                  </a:lnTo>
                  <a:cubicBezTo>
                    <a:pt x="12260" y="4148"/>
                    <a:pt x="12242" y="4148"/>
                    <a:pt x="12260" y="4148"/>
                  </a:cubicBezTo>
                  <a:close/>
                  <a:moveTo>
                    <a:pt x="761" y="4329"/>
                  </a:moveTo>
                  <a:close/>
                  <a:moveTo>
                    <a:pt x="4419" y="1576"/>
                  </a:moveTo>
                  <a:close/>
                  <a:moveTo>
                    <a:pt x="5379" y="88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0"/>
            <p:cNvSpPr/>
            <p:nvPr/>
          </p:nvSpPr>
          <p:spPr>
            <a:xfrm>
              <a:off x="-124978" y="3537944"/>
              <a:ext cx="2090037" cy="1751861"/>
            </a:xfrm>
            <a:custGeom>
              <a:rect b="b" l="l" r="r" t="t"/>
              <a:pathLst>
                <a:path extrusionOk="0" h="17639" w="21044">
                  <a:moveTo>
                    <a:pt x="20265" y="17639"/>
                  </a:moveTo>
                  <a:cubicBezTo>
                    <a:pt x="20482" y="17476"/>
                    <a:pt x="20681" y="17295"/>
                    <a:pt x="20898" y="17132"/>
                  </a:cubicBezTo>
                  <a:lnTo>
                    <a:pt x="20916" y="17132"/>
                  </a:lnTo>
                  <a:cubicBezTo>
                    <a:pt x="20989" y="17168"/>
                    <a:pt x="21043" y="17077"/>
                    <a:pt x="20971" y="17041"/>
                  </a:cubicBezTo>
                  <a:cubicBezTo>
                    <a:pt x="20971" y="17023"/>
                    <a:pt x="20953" y="17023"/>
                    <a:pt x="20953" y="17023"/>
                  </a:cubicBezTo>
                  <a:lnTo>
                    <a:pt x="20772" y="16896"/>
                  </a:lnTo>
                  <a:cubicBezTo>
                    <a:pt x="20717" y="16860"/>
                    <a:pt x="20645" y="16806"/>
                    <a:pt x="20591" y="16769"/>
                  </a:cubicBezTo>
                  <a:cubicBezTo>
                    <a:pt x="20482" y="16661"/>
                    <a:pt x="20373" y="16552"/>
                    <a:pt x="20301" y="16425"/>
                  </a:cubicBezTo>
                  <a:cubicBezTo>
                    <a:pt x="20246" y="16280"/>
                    <a:pt x="20210" y="16136"/>
                    <a:pt x="20210" y="15991"/>
                  </a:cubicBezTo>
                  <a:cubicBezTo>
                    <a:pt x="20210" y="15900"/>
                    <a:pt x="20210" y="15810"/>
                    <a:pt x="20192" y="15719"/>
                  </a:cubicBezTo>
                  <a:cubicBezTo>
                    <a:pt x="20192" y="15647"/>
                    <a:pt x="20120" y="15574"/>
                    <a:pt x="20047" y="15592"/>
                  </a:cubicBezTo>
                  <a:cubicBezTo>
                    <a:pt x="19957" y="15592"/>
                    <a:pt x="19884" y="15610"/>
                    <a:pt x="19794" y="15629"/>
                  </a:cubicBezTo>
                  <a:lnTo>
                    <a:pt x="19649" y="15665"/>
                  </a:lnTo>
                  <a:lnTo>
                    <a:pt x="19631" y="15665"/>
                  </a:lnTo>
                  <a:lnTo>
                    <a:pt x="19631" y="15393"/>
                  </a:lnTo>
                  <a:cubicBezTo>
                    <a:pt x="19631" y="15303"/>
                    <a:pt x="19594" y="15230"/>
                    <a:pt x="19522" y="15212"/>
                  </a:cubicBezTo>
                  <a:cubicBezTo>
                    <a:pt x="19468" y="15212"/>
                    <a:pt x="19432" y="15212"/>
                    <a:pt x="19395" y="15212"/>
                  </a:cubicBezTo>
                  <a:cubicBezTo>
                    <a:pt x="19377" y="15230"/>
                    <a:pt x="19359" y="15212"/>
                    <a:pt x="19359" y="15212"/>
                  </a:cubicBezTo>
                  <a:cubicBezTo>
                    <a:pt x="19323" y="15158"/>
                    <a:pt x="19305" y="15103"/>
                    <a:pt x="19323" y="15067"/>
                  </a:cubicBezTo>
                  <a:cubicBezTo>
                    <a:pt x="19359" y="14995"/>
                    <a:pt x="19395" y="14922"/>
                    <a:pt x="19413" y="14868"/>
                  </a:cubicBezTo>
                  <a:cubicBezTo>
                    <a:pt x="19450" y="14795"/>
                    <a:pt x="19450" y="14723"/>
                    <a:pt x="19432" y="14651"/>
                  </a:cubicBezTo>
                  <a:cubicBezTo>
                    <a:pt x="19395" y="14578"/>
                    <a:pt x="19323" y="14542"/>
                    <a:pt x="19250" y="14560"/>
                  </a:cubicBezTo>
                  <a:cubicBezTo>
                    <a:pt x="19178" y="14560"/>
                    <a:pt x="19142" y="14633"/>
                    <a:pt x="19087" y="14633"/>
                  </a:cubicBezTo>
                  <a:cubicBezTo>
                    <a:pt x="19033" y="14651"/>
                    <a:pt x="18961" y="14633"/>
                    <a:pt x="18924" y="14596"/>
                  </a:cubicBezTo>
                  <a:lnTo>
                    <a:pt x="18924" y="14596"/>
                  </a:lnTo>
                  <a:cubicBezTo>
                    <a:pt x="18924" y="14470"/>
                    <a:pt x="18834" y="14361"/>
                    <a:pt x="18707" y="14343"/>
                  </a:cubicBezTo>
                  <a:cubicBezTo>
                    <a:pt x="18598" y="14343"/>
                    <a:pt x="18508" y="14397"/>
                    <a:pt x="18435" y="14470"/>
                  </a:cubicBezTo>
                  <a:cubicBezTo>
                    <a:pt x="18435" y="14451"/>
                    <a:pt x="18435" y="14433"/>
                    <a:pt x="18435" y="14415"/>
                  </a:cubicBezTo>
                  <a:cubicBezTo>
                    <a:pt x="18454" y="14361"/>
                    <a:pt x="18454" y="14307"/>
                    <a:pt x="18435" y="14252"/>
                  </a:cubicBezTo>
                  <a:cubicBezTo>
                    <a:pt x="18417" y="14180"/>
                    <a:pt x="18363" y="14144"/>
                    <a:pt x="18309" y="14125"/>
                  </a:cubicBezTo>
                  <a:cubicBezTo>
                    <a:pt x="18309" y="14035"/>
                    <a:pt x="18309" y="13962"/>
                    <a:pt x="18291" y="13890"/>
                  </a:cubicBezTo>
                  <a:cubicBezTo>
                    <a:pt x="18291" y="13872"/>
                    <a:pt x="18291" y="13854"/>
                    <a:pt x="18291" y="13836"/>
                  </a:cubicBezTo>
                  <a:cubicBezTo>
                    <a:pt x="18272" y="13799"/>
                    <a:pt x="18200" y="13781"/>
                    <a:pt x="18182" y="13818"/>
                  </a:cubicBezTo>
                  <a:cubicBezTo>
                    <a:pt x="18110" y="13908"/>
                    <a:pt x="17983" y="13926"/>
                    <a:pt x="17910" y="13854"/>
                  </a:cubicBezTo>
                  <a:cubicBezTo>
                    <a:pt x="17856" y="13836"/>
                    <a:pt x="17802" y="13854"/>
                    <a:pt x="17802" y="13908"/>
                  </a:cubicBezTo>
                  <a:lnTo>
                    <a:pt x="17802" y="13962"/>
                  </a:lnTo>
                  <a:lnTo>
                    <a:pt x="17802" y="14162"/>
                  </a:lnTo>
                  <a:lnTo>
                    <a:pt x="17765" y="14162"/>
                  </a:lnTo>
                  <a:lnTo>
                    <a:pt x="17675" y="14144"/>
                  </a:lnTo>
                  <a:cubicBezTo>
                    <a:pt x="17675" y="14107"/>
                    <a:pt x="17657" y="14053"/>
                    <a:pt x="17639" y="14017"/>
                  </a:cubicBezTo>
                  <a:cubicBezTo>
                    <a:pt x="17602" y="13962"/>
                    <a:pt x="17548" y="13944"/>
                    <a:pt x="17494" y="13926"/>
                  </a:cubicBezTo>
                  <a:cubicBezTo>
                    <a:pt x="17458" y="13944"/>
                    <a:pt x="17403" y="13962"/>
                    <a:pt x="17385" y="13999"/>
                  </a:cubicBezTo>
                  <a:cubicBezTo>
                    <a:pt x="17385" y="13999"/>
                    <a:pt x="17349" y="14035"/>
                    <a:pt x="17313" y="14053"/>
                  </a:cubicBezTo>
                  <a:cubicBezTo>
                    <a:pt x="17331" y="13999"/>
                    <a:pt x="17367" y="13944"/>
                    <a:pt x="17385" y="13890"/>
                  </a:cubicBezTo>
                  <a:cubicBezTo>
                    <a:pt x="17421" y="13836"/>
                    <a:pt x="17458" y="13763"/>
                    <a:pt x="17458" y="13691"/>
                  </a:cubicBezTo>
                  <a:cubicBezTo>
                    <a:pt x="17458" y="13582"/>
                    <a:pt x="17367" y="13546"/>
                    <a:pt x="17276" y="13528"/>
                  </a:cubicBezTo>
                  <a:cubicBezTo>
                    <a:pt x="17204" y="13528"/>
                    <a:pt x="17150" y="13510"/>
                    <a:pt x="17132" y="13455"/>
                  </a:cubicBezTo>
                  <a:cubicBezTo>
                    <a:pt x="17095" y="13401"/>
                    <a:pt x="17095" y="13347"/>
                    <a:pt x="17095" y="13274"/>
                  </a:cubicBezTo>
                  <a:cubicBezTo>
                    <a:pt x="17095" y="13184"/>
                    <a:pt x="17132" y="13111"/>
                    <a:pt x="17132" y="13021"/>
                  </a:cubicBezTo>
                  <a:cubicBezTo>
                    <a:pt x="17150" y="12930"/>
                    <a:pt x="17132" y="12840"/>
                    <a:pt x="17077" y="12767"/>
                  </a:cubicBezTo>
                  <a:cubicBezTo>
                    <a:pt x="17023" y="12713"/>
                    <a:pt x="16932" y="12731"/>
                    <a:pt x="16896" y="12659"/>
                  </a:cubicBezTo>
                  <a:cubicBezTo>
                    <a:pt x="16842" y="12586"/>
                    <a:pt x="16896" y="12514"/>
                    <a:pt x="16896" y="12423"/>
                  </a:cubicBezTo>
                  <a:cubicBezTo>
                    <a:pt x="16932" y="12351"/>
                    <a:pt x="16914" y="12260"/>
                    <a:pt x="16860" y="12206"/>
                  </a:cubicBezTo>
                  <a:cubicBezTo>
                    <a:pt x="16842" y="12170"/>
                    <a:pt x="16806" y="12152"/>
                    <a:pt x="16769" y="12152"/>
                  </a:cubicBezTo>
                  <a:cubicBezTo>
                    <a:pt x="16769" y="12097"/>
                    <a:pt x="16733" y="12043"/>
                    <a:pt x="16697" y="12007"/>
                  </a:cubicBezTo>
                  <a:cubicBezTo>
                    <a:pt x="16606" y="11952"/>
                    <a:pt x="16516" y="11934"/>
                    <a:pt x="16425" y="11970"/>
                  </a:cubicBezTo>
                  <a:cubicBezTo>
                    <a:pt x="16335" y="11989"/>
                    <a:pt x="16226" y="12025"/>
                    <a:pt x="16208" y="12115"/>
                  </a:cubicBezTo>
                  <a:lnTo>
                    <a:pt x="16208" y="12115"/>
                  </a:lnTo>
                  <a:cubicBezTo>
                    <a:pt x="16190" y="12133"/>
                    <a:pt x="16190" y="12152"/>
                    <a:pt x="16190" y="12170"/>
                  </a:cubicBezTo>
                  <a:cubicBezTo>
                    <a:pt x="16172" y="12351"/>
                    <a:pt x="16172" y="12532"/>
                    <a:pt x="16226" y="12713"/>
                  </a:cubicBezTo>
                  <a:cubicBezTo>
                    <a:pt x="16172" y="12695"/>
                    <a:pt x="16136" y="12695"/>
                    <a:pt x="16081" y="12695"/>
                  </a:cubicBezTo>
                  <a:cubicBezTo>
                    <a:pt x="16045" y="12695"/>
                    <a:pt x="16027" y="12713"/>
                    <a:pt x="16027" y="12749"/>
                  </a:cubicBezTo>
                  <a:cubicBezTo>
                    <a:pt x="16027" y="12785"/>
                    <a:pt x="16045" y="12840"/>
                    <a:pt x="16081" y="12858"/>
                  </a:cubicBezTo>
                  <a:lnTo>
                    <a:pt x="15973" y="12985"/>
                  </a:lnTo>
                  <a:cubicBezTo>
                    <a:pt x="15936" y="13021"/>
                    <a:pt x="15954" y="13075"/>
                    <a:pt x="15991" y="13075"/>
                  </a:cubicBezTo>
                  <a:cubicBezTo>
                    <a:pt x="16099" y="13093"/>
                    <a:pt x="16117" y="13238"/>
                    <a:pt x="16009" y="13274"/>
                  </a:cubicBezTo>
                  <a:cubicBezTo>
                    <a:pt x="15936" y="13311"/>
                    <a:pt x="15864" y="13238"/>
                    <a:pt x="15900" y="13166"/>
                  </a:cubicBezTo>
                  <a:cubicBezTo>
                    <a:pt x="15900" y="13166"/>
                    <a:pt x="15918" y="13148"/>
                    <a:pt x="15918" y="13148"/>
                  </a:cubicBezTo>
                  <a:cubicBezTo>
                    <a:pt x="15936" y="13129"/>
                    <a:pt x="15936" y="13111"/>
                    <a:pt x="15918" y="13075"/>
                  </a:cubicBezTo>
                  <a:cubicBezTo>
                    <a:pt x="15900" y="13075"/>
                    <a:pt x="15864" y="13075"/>
                    <a:pt x="15846" y="13075"/>
                  </a:cubicBezTo>
                  <a:lnTo>
                    <a:pt x="15828" y="13093"/>
                  </a:lnTo>
                  <a:cubicBezTo>
                    <a:pt x="15810" y="13057"/>
                    <a:pt x="15810" y="13021"/>
                    <a:pt x="15828" y="12985"/>
                  </a:cubicBezTo>
                  <a:cubicBezTo>
                    <a:pt x="15846" y="12948"/>
                    <a:pt x="15828" y="12894"/>
                    <a:pt x="15791" y="12876"/>
                  </a:cubicBezTo>
                  <a:cubicBezTo>
                    <a:pt x="15773" y="12858"/>
                    <a:pt x="15737" y="12876"/>
                    <a:pt x="15719" y="12912"/>
                  </a:cubicBezTo>
                  <a:cubicBezTo>
                    <a:pt x="15701" y="12894"/>
                    <a:pt x="15683" y="12876"/>
                    <a:pt x="15683" y="12858"/>
                  </a:cubicBezTo>
                  <a:cubicBezTo>
                    <a:pt x="15665" y="12858"/>
                    <a:pt x="15629" y="12822"/>
                    <a:pt x="15592" y="12803"/>
                  </a:cubicBezTo>
                  <a:cubicBezTo>
                    <a:pt x="15556" y="12767"/>
                    <a:pt x="15520" y="12731"/>
                    <a:pt x="15484" y="12695"/>
                  </a:cubicBezTo>
                  <a:cubicBezTo>
                    <a:pt x="15574" y="12604"/>
                    <a:pt x="15610" y="12459"/>
                    <a:pt x="15538" y="12351"/>
                  </a:cubicBezTo>
                  <a:cubicBezTo>
                    <a:pt x="15502" y="12296"/>
                    <a:pt x="15447" y="12260"/>
                    <a:pt x="15375" y="12260"/>
                  </a:cubicBezTo>
                  <a:cubicBezTo>
                    <a:pt x="15339" y="12278"/>
                    <a:pt x="15303" y="12296"/>
                    <a:pt x="15284" y="12314"/>
                  </a:cubicBezTo>
                  <a:cubicBezTo>
                    <a:pt x="15303" y="12278"/>
                    <a:pt x="15303" y="12224"/>
                    <a:pt x="15284" y="12188"/>
                  </a:cubicBezTo>
                  <a:cubicBezTo>
                    <a:pt x="15248" y="12097"/>
                    <a:pt x="15176" y="12061"/>
                    <a:pt x="15121" y="11989"/>
                  </a:cubicBezTo>
                  <a:cubicBezTo>
                    <a:pt x="15103" y="11952"/>
                    <a:pt x="15067" y="11952"/>
                    <a:pt x="15031" y="11970"/>
                  </a:cubicBezTo>
                  <a:cubicBezTo>
                    <a:pt x="15013" y="11989"/>
                    <a:pt x="14995" y="12007"/>
                    <a:pt x="14958" y="11989"/>
                  </a:cubicBezTo>
                  <a:cubicBezTo>
                    <a:pt x="14977" y="11898"/>
                    <a:pt x="14958" y="11807"/>
                    <a:pt x="14922" y="11735"/>
                  </a:cubicBezTo>
                  <a:cubicBezTo>
                    <a:pt x="14904" y="11717"/>
                    <a:pt x="14886" y="11717"/>
                    <a:pt x="14868" y="11717"/>
                  </a:cubicBezTo>
                  <a:cubicBezTo>
                    <a:pt x="14777" y="11735"/>
                    <a:pt x="14687" y="11735"/>
                    <a:pt x="14596" y="11717"/>
                  </a:cubicBezTo>
                  <a:cubicBezTo>
                    <a:pt x="14632" y="11626"/>
                    <a:pt x="14596" y="11536"/>
                    <a:pt x="14524" y="11481"/>
                  </a:cubicBezTo>
                  <a:cubicBezTo>
                    <a:pt x="14451" y="11427"/>
                    <a:pt x="14361" y="11445"/>
                    <a:pt x="14307" y="11500"/>
                  </a:cubicBezTo>
                  <a:cubicBezTo>
                    <a:pt x="14270" y="11463"/>
                    <a:pt x="14216" y="11445"/>
                    <a:pt x="14162" y="11481"/>
                  </a:cubicBezTo>
                  <a:cubicBezTo>
                    <a:pt x="14125" y="11500"/>
                    <a:pt x="14071" y="11518"/>
                    <a:pt x="14035" y="11554"/>
                  </a:cubicBezTo>
                  <a:cubicBezTo>
                    <a:pt x="14017" y="11572"/>
                    <a:pt x="13999" y="11572"/>
                    <a:pt x="13981" y="11572"/>
                  </a:cubicBezTo>
                  <a:cubicBezTo>
                    <a:pt x="13999" y="11536"/>
                    <a:pt x="13999" y="11481"/>
                    <a:pt x="14035" y="11445"/>
                  </a:cubicBezTo>
                  <a:cubicBezTo>
                    <a:pt x="14125" y="11282"/>
                    <a:pt x="14307" y="11137"/>
                    <a:pt x="14288" y="10938"/>
                  </a:cubicBezTo>
                  <a:cubicBezTo>
                    <a:pt x="14288" y="10902"/>
                    <a:pt x="14252" y="10884"/>
                    <a:pt x="14216" y="10884"/>
                  </a:cubicBezTo>
                  <a:cubicBezTo>
                    <a:pt x="14144" y="10902"/>
                    <a:pt x="14017" y="10920"/>
                    <a:pt x="13962" y="10848"/>
                  </a:cubicBezTo>
                  <a:cubicBezTo>
                    <a:pt x="13944" y="10811"/>
                    <a:pt x="13962" y="10757"/>
                    <a:pt x="13962" y="10721"/>
                  </a:cubicBezTo>
                  <a:cubicBezTo>
                    <a:pt x="13962" y="10685"/>
                    <a:pt x="13944" y="10630"/>
                    <a:pt x="13908" y="10612"/>
                  </a:cubicBezTo>
                  <a:cubicBezTo>
                    <a:pt x="13890" y="10576"/>
                    <a:pt x="13872" y="10540"/>
                    <a:pt x="13890" y="10504"/>
                  </a:cubicBezTo>
                  <a:cubicBezTo>
                    <a:pt x="13908" y="10467"/>
                    <a:pt x="13944" y="10431"/>
                    <a:pt x="13962" y="10395"/>
                  </a:cubicBezTo>
                  <a:cubicBezTo>
                    <a:pt x="14035" y="10341"/>
                    <a:pt x="14071" y="10232"/>
                    <a:pt x="14035" y="10141"/>
                  </a:cubicBezTo>
                  <a:cubicBezTo>
                    <a:pt x="14035" y="10123"/>
                    <a:pt x="14017" y="10123"/>
                    <a:pt x="13999" y="10123"/>
                  </a:cubicBezTo>
                  <a:cubicBezTo>
                    <a:pt x="13926" y="10123"/>
                    <a:pt x="13872" y="10123"/>
                    <a:pt x="13818" y="10087"/>
                  </a:cubicBezTo>
                  <a:cubicBezTo>
                    <a:pt x="13799" y="10069"/>
                    <a:pt x="13781" y="10033"/>
                    <a:pt x="13781" y="10015"/>
                  </a:cubicBezTo>
                  <a:cubicBezTo>
                    <a:pt x="13799" y="9978"/>
                    <a:pt x="13872" y="9960"/>
                    <a:pt x="13890" y="9960"/>
                  </a:cubicBezTo>
                  <a:cubicBezTo>
                    <a:pt x="13944" y="9924"/>
                    <a:pt x="13981" y="9888"/>
                    <a:pt x="13999" y="9833"/>
                  </a:cubicBezTo>
                  <a:cubicBezTo>
                    <a:pt x="13999" y="9797"/>
                    <a:pt x="13999" y="9761"/>
                    <a:pt x="13981" y="9743"/>
                  </a:cubicBezTo>
                  <a:cubicBezTo>
                    <a:pt x="13962" y="9725"/>
                    <a:pt x="13944" y="9707"/>
                    <a:pt x="13926" y="9689"/>
                  </a:cubicBezTo>
                  <a:cubicBezTo>
                    <a:pt x="13926" y="9689"/>
                    <a:pt x="13926" y="9689"/>
                    <a:pt x="13926" y="9671"/>
                  </a:cubicBezTo>
                  <a:cubicBezTo>
                    <a:pt x="13926" y="9652"/>
                    <a:pt x="13926" y="9634"/>
                    <a:pt x="13944" y="9616"/>
                  </a:cubicBezTo>
                  <a:cubicBezTo>
                    <a:pt x="13962" y="9544"/>
                    <a:pt x="13999" y="9435"/>
                    <a:pt x="13890" y="9381"/>
                  </a:cubicBezTo>
                  <a:cubicBezTo>
                    <a:pt x="13854" y="9345"/>
                    <a:pt x="13799" y="9345"/>
                    <a:pt x="13745" y="9363"/>
                  </a:cubicBezTo>
                  <a:cubicBezTo>
                    <a:pt x="13745" y="9326"/>
                    <a:pt x="13727" y="9290"/>
                    <a:pt x="13691" y="9272"/>
                  </a:cubicBezTo>
                  <a:cubicBezTo>
                    <a:pt x="13673" y="9236"/>
                    <a:pt x="13655" y="9200"/>
                    <a:pt x="13655" y="9163"/>
                  </a:cubicBezTo>
                  <a:cubicBezTo>
                    <a:pt x="13691" y="9127"/>
                    <a:pt x="13709" y="9091"/>
                    <a:pt x="13745" y="9055"/>
                  </a:cubicBezTo>
                  <a:cubicBezTo>
                    <a:pt x="13799" y="8982"/>
                    <a:pt x="13818" y="8892"/>
                    <a:pt x="13781" y="8801"/>
                  </a:cubicBezTo>
                  <a:cubicBezTo>
                    <a:pt x="13763" y="8729"/>
                    <a:pt x="13709" y="8693"/>
                    <a:pt x="13655" y="8656"/>
                  </a:cubicBezTo>
                  <a:cubicBezTo>
                    <a:pt x="13600" y="8602"/>
                    <a:pt x="13546" y="8584"/>
                    <a:pt x="13492" y="8548"/>
                  </a:cubicBezTo>
                  <a:cubicBezTo>
                    <a:pt x="13437" y="8493"/>
                    <a:pt x="13419" y="8421"/>
                    <a:pt x="13437" y="8367"/>
                  </a:cubicBezTo>
                  <a:cubicBezTo>
                    <a:pt x="13473" y="8276"/>
                    <a:pt x="13473" y="8167"/>
                    <a:pt x="13455" y="8077"/>
                  </a:cubicBezTo>
                  <a:cubicBezTo>
                    <a:pt x="13437" y="8041"/>
                    <a:pt x="13419" y="8004"/>
                    <a:pt x="13383" y="7968"/>
                  </a:cubicBezTo>
                  <a:cubicBezTo>
                    <a:pt x="13347" y="7950"/>
                    <a:pt x="13292" y="7950"/>
                    <a:pt x="13274" y="7914"/>
                  </a:cubicBezTo>
                  <a:cubicBezTo>
                    <a:pt x="13238" y="7841"/>
                    <a:pt x="13274" y="7751"/>
                    <a:pt x="13310" y="7678"/>
                  </a:cubicBezTo>
                  <a:cubicBezTo>
                    <a:pt x="13329" y="7588"/>
                    <a:pt x="13310" y="7497"/>
                    <a:pt x="13274" y="7407"/>
                  </a:cubicBezTo>
                  <a:cubicBezTo>
                    <a:pt x="13184" y="7244"/>
                    <a:pt x="12985" y="7190"/>
                    <a:pt x="12822" y="7298"/>
                  </a:cubicBezTo>
                  <a:cubicBezTo>
                    <a:pt x="12749" y="7334"/>
                    <a:pt x="12713" y="7425"/>
                    <a:pt x="12713" y="7497"/>
                  </a:cubicBezTo>
                  <a:cubicBezTo>
                    <a:pt x="12695" y="7552"/>
                    <a:pt x="12713" y="7606"/>
                    <a:pt x="12749" y="7660"/>
                  </a:cubicBezTo>
                  <a:cubicBezTo>
                    <a:pt x="12749" y="7678"/>
                    <a:pt x="12767" y="7697"/>
                    <a:pt x="12785" y="7715"/>
                  </a:cubicBez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cubicBezTo>
                    <a:pt x="12767" y="7751"/>
                    <a:pt x="12749" y="7751"/>
                    <a:pt x="12749" y="7769"/>
                  </a:cubicBezTo>
                  <a:cubicBezTo>
                    <a:pt x="12713" y="7787"/>
                    <a:pt x="12695" y="7805"/>
                    <a:pt x="12677" y="7823"/>
                  </a:cubicBezTo>
                  <a:cubicBezTo>
                    <a:pt x="12604" y="7896"/>
                    <a:pt x="12586" y="7968"/>
                    <a:pt x="12604" y="8059"/>
                  </a:cubicBezTo>
                  <a:cubicBezTo>
                    <a:pt x="12604" y="8095"/>
                    <a:pt x="12604" y="8131"/>
                    <a:pt x="12604" y="8167"/>
                  </a:cubicBezTo>
                  <a:cubicBezTo>
                    <a:pt x="12586" y="8186"/>
                    <a:pt x="12550" y="8204"/>
                    <a:pt x="12532" y="8222"/>
                  </a:cubicBezTo>
                  <a:cubicBezTo>
                    <a:pt x="12459" y="8240"/>
                    <a:pt x="12387" y="8276"/>
                    <a:pt x="12333" y="8330"/>
                  </a:cubicBezTo>
                  <a:cubicBezTo>
                    <a:pt x="12278" y="8367"/>
                    <a:pt x="12242" y="8421"/>
                    <a:pt x="12206" y="8493"/>
                  </a:cubicBezTo>
                  <a:cubicBezTo>
                    <a:pt x="12188" y="8511"/>
                    <a:pt x="12170" y="8530"/>
                    <a:pt x="12151" y="8548"/>
                  </a:cubicBezTo>
                  <a:lnTo>
                    <a:pt x="12133" y="8566"/>
                  </a:lnTo>
                  <a:lnTo>
                    <a:pt x="12097" y="8566"/>
                  </a:lnTo>
                  <a:cubicBezTo>
                    <a:pt x="12061" y="8566"/>
                    <a:pt x="12007" y="8620"/>
                    <a:pt x="12043" y="8674"/>
                  </a:cubicBezTo>
                  <a:cubicBezTo>
                    <a:pt x="12079" y="8711"/>
                    <a:pt x="12115" y="8747"/>
                    <a:pt x="12097" y="8801"/>
                  </a:cubicBezTo>
                  <a:cubicBezTo>
                    <a:pt x="12079" y="8837"/>
                    <a:pt x="12061" y="8837"/>
                    <a:pt x="12061" y="8856"/>
                  </a:cubicBezTo>
                  <a:cubicBezTo>
                    <a:pt x="12043" y="8892"/>
                    <a:pt x="12043" y="8910"/>
                    <a:pt x="12025" y="8946"/>
                  </a:cubicBezTo>
                  <a:cubicBezTo>
                    <a:pt x="12025" y="9037"/>
                    <a:pt x="12025" y="9127"/>
                    <a:pt x="11988" y="9200"/>
                  </a:cubicBezTo>
                  <a:cubicBezTo>
                    <a:pt x="11988" y="9218"/>
                    <a:pt x="11970" y="9218"/>
                    <a:pt x="11970" y="9236"/>
                  </a:cubicBezTo>
                  <a:lnTo>
                    <a:pt x="11952" y="9236"/>
                  </a:lnTo>
                  <a:lnTo>
                    <a:pt x="11934" y="9236"/>
                  </a:lnTo>
                  <a:lnTo>
                    <a:pt x="11916" y="9236"/>
                  </a:lnTo>
                  <a:lnTo>
                    <a:pt x="11898" y="9236"/>
                  </a:lnTo>
                  <a:lnTo>
                    <a:pt x="11880" y="9236"/>
                  </a:lnTo>
                  <a:cubicBezTo>
                    <a:pt x="11789" y="9182"/>
                    <a:pt x="11699" y="9073"/>
                    <a:pt x="11590" y="9073"/>
                  </a:cubicBezTo>
                  <a:lnTo>
                    <a:pt x="11572" y="9073"/>
                  </a:lnTo>
                  <a:cubicBezTo>
                    <a:pt x="11554" y="9073"/>
                    <a:pt x="11536" y="9073"/>
                    <a:pt x="11518" y="9073"/>
                  </a:cubicBezTo>
                  <a:lnTo>
                    <a:pt x="11391" y="9037"/>
                  </a:lnTo>
                  <a:lnTo>
                    <a:pt x="11246" y="9019"/>
                  </a:lnTo>
                  <a:cubicBezTo>
                    <a:pt x="11318" y="8946"/>
                    <a:pt x="11337" y="8856"/>
                    <a:pt x="11337" y="8747"/>
                  </a:cubicBezTo>
                  <a:cubicBezTo>
                    <a:pt x="11337" y="8656"/>
                    <a:pt x="11282" y="8584"/>
                    <a:pt x="11210" y="8548"/>
                  </a:cubicBezTo>
                  <a:cubicBezTo>
                    <a:pt x="11210" y="8511"/>
                    <a:pt x="11228" y="8493"/>
                    <a:pt x="11228" y="8457"/>
                  </a:cubicBezTo>
                  <a:cubicBezTo>
                    <a:pt x="11228" y="8385"/>
                    <a:pt x="11210" y="8330"/>
                    <a:pt x="11192" y="8258"/>
                  </a:cubicBezTo>
                  <a:cubicBezTo>
                    <a:pt x="11192" y="8204"/>
                    <a:pt x="11174" y="8149"/>
                    <a:pt x="11137" y="8095"/>
                  </a:cubicBezTo>
                  <a:cubicBezTo>
                    <a:pt x="11119" y="8077"/>
                    <a:pt x="11101" y="8041"/>
                    <a:pt x="11065" y="8023"/>
                  </a:cubicBezTo>
                  <a:cubicBezTo>
                    <a:pt x="11029" y="8023"/>
                    <a:pt x="10992" y="8023"/>
                    <a:pt x="10956" y="8023"/>
                  </a:cubicBezTo>
                  <a:cubicBezTo>
                    <a:pt x="10938" y="8041"/>
                    <a:pt x="10902" y="8023"/>
                    <a:pt x="10884" y="7986"/>
                  </a:cubicBezTo>
                  <a:cubicBezTo>
                    <a:pt x="10866" y="7950"/>
                    <a:pt x="10884" y="7932"/>
                    <a:pt x="10920" y="7896"/>
                  </a:cubicBezTo>
                  <a:cubicBezTo>
                    <a:pt x="10956" y="7860"/>
                    <a:pt x="11011" y="7823"/>
                    <a:pt x="11047" y="7787"/>
                  </a:cubicBezTo>
                  <a:cubicBezTo>
                    <a:pt x="11083" y="7751"/>
                    <a:pt x="11101" y="7697"/>
                    <a:pt x="11101" y="7624"/>
                  </a:cubicBezTo>
                  <a:cubicBezTo>
                    <a:pt x="11083" y="7570"/>
                    <a:pt x="11047" y="7534"/>
                    <a:pt x="10992" y="7515"/>
                  </a:cubicBezTo>
                  <a:cubicBezTo>
                    <a:pt x="10956" y="7515"/>
                    <a:pt x="10938" y="7515"/>
                    <a:pt x="10902" y="7515"/>
                  </a:cubicBezTo>
                  <a:lnTo>
                    <a:pt x="10884" y="7534"/>
                  </a:lnTo>
                  <a:cubicBezTo>
                    <a:pt x="10866" y="7534"/>
                    <a:pt x="10866" y="7515"/>
                    <a:pt x="10866" y="7515"/>
                  </a:cubicBezTo>
                  <a:cubicBezTo>
                    <a:pt x="10848" y="7497"/>
                    <a:pt x="10848" y="7479"/>
                    <a:pt x="10848" y="7461"/>
                  </a:cubicBezTo>
                  <a:cubicBezTo>
                    <a:pt x="10829" y="7407"/>
                    <a:pt x="10829" y="7371"/>
                    <a:pt x="10848" y="7334"/>
                  </a:cubicBezTo>
                  <a:cubicBezTo>
                    <a:pt x="10884" y="7244"/>
                    <a:pt x="10974" y="7190"/>
                    <a:pt x="11047" y="7135"/>
                  </a:cubicBezTo>
                  <a:cubicBezTo>
                    <a:pt x="11137" y="7081"/>
                    <a:pt x="11174" y="6972"/>
                    <a:pt x="11155" y="6882"/>
                  </a:cubicBezTo>
                  <a:cubicBezTo>
                    <a:pt x="11137" y="6791"/>
                    <a:pt x="11047" y="6737"/>
                    <a:pt x="10974" y="6682"/>
                  </a:cubicBezTo>
                  <a:cubicBezTo>
                    <a:pt x="10938" y="6682"/>
                    <a:pt x="10920" y="6664"/>
                    <a:pt x="10920" y="6628"/>
                  </a:cubicBezTo>
                  <a:cubicBezTo>
                    <a:pt x="10920" y="6592"/>
                    <a:pt x="10938" y="6556"/>
                    <a:pt x="10956" y="6519"/>
                  </a:cubicBezTo>
                  <a:cubicBezTo>
                    <a:pt x="10992" y="6447"/>
                    <a:pt x="10974" y="6356"/>
                    <a:pt x="10902" y="6302"/>
                  </a:cubicBezTo>
                  <a:cubicBezTo>
                    <a:pt x="10829" y="6266"/>
                    <a:pt x="10757" y="6248"/>
                    <a:pt x="10667" y="6284"/>
                  </a:cubicBezTo>
                  <a:cubicBezTo>
                    <a:pt x="10630" y="6284"/>
                    <a:pt x="10576" y="6302"/>
                    <a:pt x="10522" y="6320"/>
                  </a:cubicBezTo>
                  <a:cubicBezTo>
                    <a:pt x="10467" y="6338"/>
                    <a:pt x="10431" y="6356"/>
                    <a:pt x="10377" y="6375"/>
                  </a:cubicBezTo>
                  <a:cubicBezTo>
                    <a:pt x="10341" y="6411"/>
                    <a:pt x="10322" y="6447"/>
                    <a:pt x="10341" y="6501"/>
                  </a:cubicBezTo>
                  <a:cubicBezTo>
                    <a:pt x="10341" y="6519"/>
                    <a:pt x="10341" y="6556"/>
                    <a:pt x="10322" y="6574"/>
                  </a:cubicBezTo>
                  <a:cubicBezTo>
                    <a:pt x="10304" y="6592"/>
                    <a:pt x="10268" y="6610"/>
                    <a:pt x="10232" y="6610"/>
                  </a:cubicBezTo>
                  <a:cubicBezTo>
                    <a:pt x="10214" y="6592"/>
                    <a:pt x="10196" y="6592"/>
                    <a:pt x="10178" y="6592"/>
                  </a:cubicBezTo>
                  <a:lnTo>
                    <a:pt x="10178" y="6592"/>
                  </a:lnTo>
                  <a:cubicBezTo>
                    <a:pt x="10159" y="6592"/>
                    <a:pt x="10141" y="6592"/>
                    <a:pt x="10141" y="6592"/>
                  </a:cubicBezTo>
                  <a:lnTo>
                    <a:pt x="10141" y="6592"/>
                  </a:lnTo>
                  <a:cubicBezTo>
                    <a:pt x="10123" y="6556"/>
                    <a:pt x="10123" y="6519"/>
                    <a:pt x="10123" y="6483"/>
                  </a:cubicBezTo>
                  <a:cubicBezTo>
                    <a:pt x="10141" y="6411"/>
                    <a:pt x="10105" y="6338"/>
                    <a:pt x="10051" y="6284"/>
                  </a:cubicBezTo>
                  <a:cubicBezTo>
                    <a:pt x="10015" y="6266"/>
                    <a:pt x="9978" y="6266"/>
                    <a:pt x="9942" y="6266"/>
                  </a:cubicBezTo>
                  <a:lnTo>
                    <a:pt x="9942" y="6266"/>
                  </a:lnTo>
                  <a:cubicBezTo>
                    <a:pt x="9942" y="6248"/>
                    <a:pt x="9942" y="6248"/>
                    <a:pt x="9942" y="6248"/>
                  </a:cubicBezTo>
                  <a:cubicBezTo>
                    <a:pt x="9942" y="6248"/>
                    <a:pt x="9942" y="6230"/>
                    <a:pt x="9942" y="6212"/>
                  </a:cubicBezTo>
                  <a:cubicBezTo>
                    <a:pt x="9960" y="6157"/>
                    <a:pt x="9996" y="6103"/>
                    <a:pt x="10015" y="6049"/>
                  </a:cubicBezTo>
                  <a:cubicBezTo>
                    <a:pt x="10033" y="5994"/>
                    <a:pt x="10015" y="5922"/>
                    <a:pt x="9960" y="5886"/>
                  </a:cubicBezTo>
                  <a:cubicBezTo>
                    <a:pt x="9924" y="5849"/>
                    <a:pt x="9888" y="5849"/>
                    <a:pt x="9852" y="5849"/>
                  </a:cubicBezTo>
                  <a:lnTo>
                    <a:pt x="9833" y="5849"/>
                  </a:lnTo>
                  <a:lnTo>
                    <a:pt x="9833" y="5849"/>
                  </a:lnTo>
                  <a:lnTo>
                    <a:pt x="9833" y="5849"/>
                  </a:lnTo>
                  <a:cubicBezTo>
                    <a:pt x="9815" y="5813"/>
                    <a:pt x="9797" y="5759"/>
                    <a:pt x="9779" y="5723"/>
                  </a:cubicBezTo>
                  <a:cubicBezTo>
                    <a:pt x="9743" y="5668"/>
                    <a:pt x="9689" y="5632"/>
                    <a:pt x="9616" y="5632"/>
                  </a:cubicBezTo>
                  <a:cubicBezTo>
                    <a:pt x="9580" y="5632"/>
                    <a:pt x="9544" y="5650"/>
                    <a:pt x="9526" y="5632"/>
                  </a:cubicBezTo>
                  <a:cubicBezTo>
                    <a:pt x="9507" y="5632"/>
                    <a:pt x="9489" y="5614"/>
                    <a:pt x="9471" y="5596"/>
                  </a:cubicBezTo>
                  <a:cubicBezTo>
                    <a:pt x="9453" y="5560"/>
                    <a:pt x="9435" y="5487"/>
                    <a:pt x="9435" y="5433"/>
                  </a:cubicBezTo>
                  <a:cubicBezTo>
                    <a:pt x="9453" y="5288"/>
                    <a:pt x="9381" y="5161"/>
                    <a:pt x="9272" y="5089"/>
                  </a:cubicBezTo>
                  <a:cubicBezTo>
                    <a:pt x="9163" y="5034"/>
                    <a:pt x="9037" y="5053"/>
                    <a:pt x="8946" y="5125"/>
                  </a:cubicBezTo>
                  <a:cubicBezTo>
                    <a:pt x="8928" y="5143"/>
                    <a:pt x="8892" y="5179"/>
                    <a:pt x="8892" y="5197"/>
                  </a:cubicBezTo>
                  <a:cubicBezTo>
                    <a:pt x="8874" y="5234"/>
                    <a:pt x="8856" y="5252"/>
                    <a:pt x="8837" y="5270"/>
                  </a:cubicBezTo>
                  <a:cubicBezTo>
                    <a:pt x="8801" y="5288"/>
                    <a:pt x="8783" y="5306"/>
                    <a:pt x="8747" y="5324"/>
                  </a:cubicBezTo>
                  <a:cubicBezTo>
                    <a:pt x="8729" y="5360"/>
                    <a:pt x="8711" y="5379"/>
                    <a:pt x="8711" y="5415"/>
                  </a:cubicBezTo>
                  <a:lnTo>
                    <a:pt x="8711" y="5596"/>
                  </a:lnTo>
                  <a:cubicBezTo>
                    <a:pt x="8711" y="5614"/>
                    <a:pt x="8693" y="5650"/>
                    <a:pt x="8674" y="5668"/>
                  </a:cubicBezTo>
                  <a:cubicBezTo>
                    <a:pt x="8656" y="5686"/>
                    <a:pt x="8638" y="5741"/>
                    <a:pt x="8656" y="5777"/>
                  </a:cubicBezTo>
                  <a:cubicBezTo>
                    <a:pt x="8656" y="5795"/>
                    <a:pt x="8674" y="5831"/>
                    <a:pt x="8693" y="5868"/>
                  </a:cubicBezTo>
                  <a:cubicBezTo>
                    <a:pt x="8693" y="5886"/>
                    <a:pt x="8693" y="5904"/>
                    <a:pt x="8693" y="5922"/>
                  </a:cubicBezTo>
                  <a:cubicBezTo>
                    <a:pt x="8656" y="5958"/>
                    <a:pt x="8602" y="5976"/>
                    <a:pt x="8566" y="5994"/>
                  </a:cubicBezTo>
                  <a:cubicBezTo>
                    <a:pt x="8530" y="5994"/>
                    <a:pt x="8511" y="6030"/>
                    <a:pt x="8530" y="6067"/>
                  </a:cubicBezTo>
                  <a:cubicBezTo>
                    <a:pt x="8584" y="6139"/>
                    <a:pt x="8620" y="6230"/>
                    <a:pt x="8638" y="6338"/>
                  </a:cubicBezTo>
                  <a:cubicBezTo>
                    <a:pt x="8638" y="6356"/>
                    <a:pt x="8638" y="6393"/>
                    <a:pt x="8602" y="6393"/>
                  </a:cubicBezTo>
                  <a:cubicBezTo>
                    <a:pt x="8566" y="6393"/>
                    <a:pt x="8530" y="6411"/>
                    <a:pt x="8493" y="6429"/>
                  </a:cubicBezTo>
                  <a:cubicBezTo>
                    <a:pt x="8439" y="6465"/>
                    <a:pt x="8385" y="6538"/>
                    <a:pt x="8367" y="6610"/>
                  </a:cubicBezTo>
                  <a:cubicBezTo>
                    <a:pt x="8330" y="6646"/>
                    <a:pt x="8294" y="6682"/>
                    <a:pt x="8258" y="6701"/>
                  </a:cubicBezTo>
                  <a:cubicBezTo>
                    <a:pt x="8240" y="6664"/>
                    <a:pt x="8222" y="6610"/>
                    <a:pt x="8204" y="6574"/>
                  </a:cubicBezTo>
                  <a:cubicBezTo>
                    <a:pt x="8240" y="6465"/>
                    <a:pt x="8240" y="6356"/>
                    <a:pt x="8222" y="6230"/>
                  </a:cubicBezTo>
                  <a:cubicBezTo>
                    <a:pt x="8204" y="6212"/>
                    <a:pt x="8167" y="6175"/>
                    <a:pt x="8131" y="6193"/>
                  </a:cubicBezTo>
                  <a:cubicBezTo>
                    <a:pt x="8077" y="6212"/>
                    <a:pt x="8004" y="6212"/>
                    <a:pt x="7950" y="6193"/>
                  </a:cubicBezTo>
                  <a:cubicBezTo>
                    <a:pt x="7914" y="6175"/>
                    <a:pt x="7878" y="6139"/>
                    <a:pt x="7896" y="6103"/>
                  </a:cubicBezTo>
                  <a:cubicBezTo>
                    <a:pt x="7896" y="6067"/>
                    <a:pt x="7914" y="6049"/>
                    <a:pt x="7932" y="6030"/>
                  </a:cubicBezTo>
                  <a:cubicBezTo>
                    <a:pt x="7932" y="6012"/>
                    <a:pt x="7950" y="5976"/>
                    <a:pt x="7950" y="5958"/>
                  </a:cubicBezTo>
                  <a:cubicBezTo>
                    <a:pt x="7950" y="5904"/>
                    <a:pt x="7932" y="5868"/>
                    <a:pt x="7896" y="5831"/>
                  </a:cubicBezTo>
                  <a:cubicBezTo>
                    <a:pt x="7860" y="5777"/>
                    <a:pt x="7769" y="5759"/>
                    <a:pt x="7733" y="5705"/>
                  </a:cubicBezTo>
                  <a:cubicBezTo>
                    <a:pt x="7697" y="5632"/>
                    <a:pt x="7715" y="5596"/>
                    <a:pt x="7697" y="5560"/>
                  </a:cubicBezTo>
                  <a:cubicBezTo>
                    <a:pt x="7697" y="5505"/>
                    <a:pt x="7660" y="5469"/>
                    <a:pt x="7606" y="5433"/>
                  </a:cubicBezTo>
                  <a:cubicBezTo>
                    <a:pt x="7552" y="5397"/>
                    <a:pt x="7479" y="5397"/>
                    <a:pt x="7425" y="5415"/>
                  </a:cubicBezTo>
                  <a:cubicBezTo>
                    <a:pt x="7425" y="5360"/>
                    <a:pt x="7389" y="5306"/>
                    <a:pt x="7352" y="5270"/>
                  </a:cubicBezTo>
                  <a:cubicBezTo>
                    <a:pt x="7280" y="5216"/>
                    <a:pt x="7171" y="5179"/>
                    <a:pt x="7081" y="5179"/>
                  </a:cubicBezTo>
                  <a:cubicBezTo>
                    <a:pt x="7045" y="5179"/>
                    <a:pt x="7008" y="5216"/>
                    <a:pt x="7026" y="5252"/>
                  </a:cubicBezTo>
                  <a:lnTo>
                    <a:pt x="7026" y="5252"/>
                  </a:lnTo>
                  <a:cubicBezTo>
                    <a:pt x="7008" y="5270"/>
                    <a:pt x="7008" y="5270"/>
                    <a:pt x="7008" y="5270"/>
                  </a:cubicBezTo>
                  <a:lnTo>
                    <a:pt x="6972" y="5306"/>
                  </a:lnTo>
                  <a:cubicBezTo>
                    <a:pt x="6936" y="5342"/>
                    <a:pt x="6900" y="5360"/>
                    <a:pt x="6864" y="5397"/>
                  </a:cubicBezTo>
                  <a:lnTo>
                    <a:pt x="6646" y="5578"/>
                  </a:lnTo>
                  <a:cubicBezTo>
                    <a:pt x="6646" y="5578"/>
                    <a:pt x="6646" y="5596"/>
                    <a:pt x="6646" y="5614"/>
                  </a:cubicBezTo>
                  <a:lnTo>
                    <a:pt x="6592" y="5560"/>
                  </a:lnTo>
                  <a:cubicBezTo>
                    <a:pt x="6574" y="5542"/>
                    <a:pt x="6574" y="5523"/>
                    <a:pt x="6556" y="5505"/>
                  </a:cubicBezTo>
                  <a:cubicBezTo>
                    <a:pt x="6574" y="5487"/>
                    <a:pt x="6574" y="5469"/>
                    <a:pt x="6592" y="5451"/>
                  </a:cubicBezTo>
                  <a:cubicBezTo>
                    <a:pt x="6628" y="5415"/>
                    <a:pt x="6646" y="5360"/>
                    <a:pt x="6646" y="5306"/>
                  </a:cubicBezTo>
                  <a:cubicBezTo>
                    <a:pt x="6646" y="5288"/>
                    <a:pt x="6628" y="5252"/>
                    <a:pt x="6610" y="5234"/>
                  </a:cubicBezTo>
                  <a:cubicBezTo>
                    <a:pt x="6592" y="5216"/>
                    <a:pt x="6574" y="5197"/>
                    <a:pt x="6538" y="5197"/>
                  </a:cubicBezTo>
                  <a:cubicBezTo>
                    <a:pt x="6519" y="5179"/>
                    <a:pt x="6501" y="5161"/>
                    <a:pt x="6501" y="5143"/>
                  </a:cubicBezTo>
                  <a:cubicBezTo>
                    <a:pt x="6501" y="5125"/>
                    <a:pt x="6501" y="5125"/>
                    <a:pt x="6501" y="5107"/>
                  </a:cubicBezTo>
                  <a:cubicBezTo>
                    <a:pt x="6501" y="5053"/>
                    <a:pt x="6447" y="5016"/>
                    <a:pt x="6393" y="5053"/>
                  </a:cubicBezTo>
                  <a:lnTo>
                    <a:pt x="6375" y="5071"/>
                  </a:lnTo>
                  <a:cubicBezTo>
                    <a:pt x="6338" y="5107"/>
                    <a:pt x="6284" y="5125"/>
                    <a:pt x="6230" y="5125"/>
                  </a:cubicBezTo>
                  <a:cubicBezTo>
                    <a:pt x="6193" y="5143"/>
                    <a:pt x="6175" y="5143"/>
                    <a:pt x="6175" y="5179"/>
                  </a:cubicBezTo>
                  <a:cubicBezTo>
                    <a:pt x="6139" y="5360"/>
                    <a:pt x="6049" y="5542"/>
                    <a:pt x="5922" y="5686"/>
                  </a:cubicBezTo>
                  <a:cubicBezTo>
                    <a:pt x="5867" y="5723"/>
                    <a:pt x="5813" y="5759"/>
                    <a:pt x="5759" y="5741"/>
                  </a:cubicBezTo>
                  <a:cubicBezTo>
                    <a:pt x="5686" y="5705"/>
                    <a:pt x="5759" y="5614"/>
                    <a:pt x="5777" y="5560"/>
                  </a:cubicBezTo>
                  <a:cubicBezTo>
                    <a:pt x="5795" y="5487"/>
                    <a:pt x="5777" y="5415"/>
                    <a:pt x="5723" y="5379"/>
                  </a:cubicBezTo>
                  <a:cubicBezTo>
                    <a:pt x="5686" y="5360"/>
                    <a:pt x="5632" y="5360"/>
                    <a:pt x="5596" y="5379"/>
                  </a:cubicBezTo>
                  <a:lnTo>
                    <a:pt x="5578" y="5379"/>
                  </a:lnTo>
                  <a:cubicBezTo>
                    <a:pt x="5560" y="5379"/>
                    <a:pt x="5523" y="5342"/>
                    <a:pt x="5523" y="5324"/>
                  </a:cubicBezTo>
                  <a:lnTo>
                    <a:pt x="5397" y="5216"/>
                  </a:lnTo>
                  <a:cubicBezTo>
                    <a:pt x="5379" y="5197"/>
                    <a:pt x="5342" y="5161"/>
                    <a:pt x="5306" y="5143"/>
                  </a:cubicBezTo>
                  <a:cubicBezTo>
                    <a:pt x="5270" y="5071"/>
                    <a:pt x="5306" y="5016"/>
                    <a:pt x="5342" y="4962"/>
                  </a:cubicBezTo>
                  <a:cubicBezTo>
                    <a:pt x="5379" y="4890"/>
                    <a:pt x="5379" y="4799"/>
                    <a:pt x="5342" y="4745"/>
                  </a:cubicBezTo>
                  <a:cubicBezTo>
                    <a:pt x="5306" y="4709"/>
                    <a:pt x="5270" y="4672"/>
                    <a:pt x="5216" y="4654"/>
                  </a:cubicBezTo>
                  <a:cubicBezTo>
                    <a:pt x="5234" y="4618"/>
                    <a:pt x="5216" y="4582"/>
                    <a:pt x="5197" y="4546"/>
                  </a:cubicBezTo>
                  <a:cubicBezTo>
                    <a:pt x="5179" y="4473"/>
                    <a:pt x="5107" y="4437"/>
                    <a:pt x="5053" y="4401"/>
                  </a:cubicBezTo>
                  <a:cubicBezTo>
                    <a:pt x="4962" y="4346"/>
                    <a:pt x="4817" y="4274"/>
                    <a:pt x="4799" y="4165"/>
                  </a:cubicBezTo>
                  <a:cubicBezTo>
                    <a:pt x="4781" y="4057"/>
                    <a:pt x="4799" y="3930"/>
                    <a:pt x="4781" y="3821"/>
                  </a:cubicBezTo>
                  <a:cubicBezTo>
                    <a:pt x="4781" y="3712"/>
                    <a:pt x="4654" y="3640"/>
                    <a:pt x="4564" y="3586"/>
                  </a:cubicBezTo>
                  <a:cubicBezTo>
                    <a:pt x="4491" y="3549"/>
                    <a:pt x="4455" y="3477"/>
                    <a:pt x="4455" y="3405"/>
                  </a:cubicBezTo>
                  <a:cubicBezTo>
                    <a:pt x="4455" y="3387"/>
                    <a:pt x="4455" y="3368"/>
                    <a:pt x="4455" y="3368"/>
                  </a:cubicBezTo>
                  <a:cubicBezTo>
                    <a:pt x="4455" y="3350"/>
                    <a:pt x="4455" y="3350"/>
                    <a:pt x="4473" y="3350"/>
                  </a:cubicBezTo>
                  <a:cubicBezTo>
                    <a:pt x="4491" y="3332"/>
                    <a:pt x="4473" y="3278"/>
                    <a:pt x="4437" y="3296"/>
                  </a:cubicBezTo>
                  <a:lnTo>
                    <a:pt x="4437" y="3296"/>
                  </a:lnTo>
                  <a:cubicBezTo>
                    <a:pt x="4419" y="3260"/>
                    <a:pt x="4401" y="3205"/>
                    <a:pt x="4383" y="3151"/>
                  </a:cubicBezTo>
                  <a:cubicBezTo>
                    <a:pt x="4364" y="3079"/>
                    <a:pt x="4328" y="3024"/>
                    <a:pt x="4310" y="2952"/>
                  </a:cubicBezTo>
                  <a:cubicBezTo>
                    <a:pt x="4310" y="2807"/>
                    <a:pt x="4274" y="2680"/>
                    <a:pt x="4201" y="2572"/>
                  </a:cubicBezTo>
                  <a:cubicBezTo>
                    <a:pt x="4165" y="2535"/>
                    <a:pt x="4129" y="2499"/>
                    <a:pt x="4093" y="2463"/>
                  </a:cubicBezTo>
                  <a:cubicBezTo>
                    <a:pt x="4038" y="2445"/>
                    <a:pt x="3984" y="2427"/>
                    <a:pt x="3930" y="2427"/>
                  </a:cubicBezTo>
                  <a:cubicBezTo>
                    <a:pt x="3912" y="2427"/>
                    <a:pt x="3857" y="2427"/>
                    <a:pt x="3839" y="2409"/>
                  </a:cubicBezTo>
                  <a:cubicBezTo>
                    <a:pt x="3821" y="2390"/>
                    <a:pt x="3839" y="2354"/>
                    <a:pt x="3839" y="2336"/>
                  </a:cubicBezTo>
                  <a:cubicBezTo>
                    <a:pt x="3875" y="2246"/>
                    <a:pt x="3930" y="2155"/>
                    <a:pt x="3875" y="2083"/>
                  </a:cubicBezTo>
                  <a:cubicBezTo>
                    <a:pt x="3857" y="2028"/>
                    <a:pt x="3803" y="2010"/>
                    <a:pt x="3821" y="1956"/>
                  </a:cubicBezTo>
                  <a:cubicBezTo>
                    <a:pt x="3839" y="1902"/>
                    <a:pt x="3839" y="1847"/>
                    <a:pt x="3839" y="1793"/>
                  </a:cubicBezTo>
                  <a:cubicBezTo>
                    <a:pt x="3821" y="1684"/>
                    <a:pt x="3749" y="1612"/>
                    <a:pt x="3640" y="1594"/>
                  </a:cubicBezTo>
                  <a:cubicBezTo>
                    <a:pt x="3531" y="1594"/>
                    <a:pt x="3459" y="1666"/>
                    <a:pt x="3441" y="1775"/>
                  </a:cubicBezTo>
                  <a:cubicBezTo>
                    <a:pt x="3441" y="1829"/>
                    <a:pt x="3459" y="1865"/>
                    <a:pt x="3495" y="1920"/>
                  </a:cubicBezTo>
                  <a:cubicBezTo>
                    <a:pt x="3495" y="1938"/>
                    <a:pt x="3549" y="1974"/>
                    <a:pt x="3531" y="1992"/>
                  </a:cubicBezTo>
                  <a:cubicBezTo>
                    <a:pt x="3513" y="2028"/>
                    <a:pt x="3459" y="2028"/>
                    <a:pt x="3441" y="2028"/>
                  </a:cubicBezTo>
                  <a:cubicBezTo>
                    <a:pt x="3386" y="2046"/>
                    <a:pt x="3350" y="2065"/>
                    <a:pt x="3332" y="2101"/>
                  </a:cubicBezTo>
                  <a:cubicBezTo>
                    <a:pt x="3314" y="2119"/>
                    <a:pt x="3314" y="2137"/>
                    <a:pt x="3332" y="2155"/>
                  </a:cubicBezTo>
                  <a:cubicBezTo>
                    <a:pt x="3423" y="2264"/>
                    <a:pt x="3459" y="2409"/>
                    <a:pt x="3459" y="2553"/>
                  </a:cubicBezTo>
                  <a:cubicBezTo>
                    <a:pt x="3423" y="2535"/>
                    <a:pt x="3386" y="2535"/>
                    <a:pt x="3332" y="2517"/>
                  </a:cubicBezTo>
                  <a:cubicBezTo>
                    <a:pt x="3296" y="2517"/>
                    <a:pt x="3260" y="2517"/>
                    <a:pt x="3223" y="2517"/>
                  </a:cubicBezTo>
                  <a:cubicBezTo>
                    <a:pt x="3205" y="2517"/>
                    <a:pt x="3169" y="2535"/>
                    <a:pt x="3151" y="2517"/>
                  </a:cubicBezTo>
                  <a:cubicBezTo>
                    <a:pt x="3133" y="2517"/>
                    <a:pt x="3151" y="2463"/>
                    <a:pt x="3151" y="2445"/>
                  </a:cubicBezTo>
                  <a:cubicBezTo>
                    <a:pt x="3169" y="2409"/>
                    <a:pt x="3169" y="2372"/>
                    <a:pt x="3151" y="2354"/>
                  </a:cubicBezTo>
                  <a:cubicBezTo>
                    <a:pt x="3151" y="2282"/>
                    <a:pt x="3097" y="2228"/>
                    <a:pt x="3024" y="2228"/>
                  </a:cubicBezTo>
                  <a:cubicBezTo>
                    <a:pt x="3006" y="2228"/>
                    <a:pt x="2988" y="2246"/>
                    <a:pt x="2970" y="2264"/>
                  </a:cubicBezTo>
                  <a:cubicBezTo>
                    <a:pt x="2952" y="2318"/>
                    <a:pt x="2898" y="2336"/>
                    <a:pt x="2843" y="2318"/>
                  </a:cubicBezTo>
                  <a:cubicBezTo>
                    <a:pt x="2825" y="2318"/>
                    <a:pt x="2807" y="2282"/>
                    <a:pt x="2807" y="2264"/>
                  </a:cubicBezTo>
                  <a:cubicBezTo>
                    <a:pt x="2825" y="2246"/>
                    <a:pt x="2861" y="2228"/>
                    <a:pt x="2879" y="2228"/>
                  </a:cubicBezTo>
                  <a:cubicBezTo>
                    <a:pt x="2952" y="2191"/>
                    <a:pt x="3024" y="2137"/>
                    <a:pt x="3006" y="2046"/>
                  </a:cubicBezTo>
                  <a:cubicBezTo>
                    <a:pt x="2988" y="1992"/>
                    <a:pt x="2934" y="1938"/>
                    <a:pt x="2879" y="1920"/>
                  </a:cubicBezTo>
                  <a:cubicBezTo>
                    <a:pt x="2879" y="1902"/>
                    <a:pt x="2879" y="1902"/>
                    <a:pt x="2879" y="1883"/>
                  </a:cubicBezTo>
                  <a:cubicBezTo>
                    <a:pt x="2879" y="1829"/>
                    <a:pt x="2843" y="1775"/>
                    <a:pt x="2789" y="1757"/>
                  </a:cubicBezTo>
                  <a:cubicBezTo>
                    <a:pt x="2771" y="1720"/>
                    <a:pt x="2735" y="1702"/>
                    <a:pt x="2753" y="1666"/>
                  </a:cubicBezTo>
                  <a:cubicBezTo>
                    <a:pt x="2771" y="1612"/>
                    <a:pt x="2789" y="1576"/>
                    <a:pt x="2807" y="1539"/>
                  </a:cubicBezTo>
                  <a:cubicBezTo>
                    <a:pt x="2807" y="1485"/>
                    <a:pt x="2789" y="1431"/>
                    <a:pt x="2771" y="1413"/>
                  </a:cubicBezTo>
                  <a:cubicBezTo>
                    <a:pt x="2735" y="1376"/>
                    <a:pt x="2698" y="1358"/>
                    <a:pt x="2662" y="1340"/>
                  </a:cubicBezTo>
                  <a:cubicBezTo>
                    <a:pt x="2626" y="1322"/>
                    <a:pt x="2626" y="1286"/>
                    <a:pt x="2626" y="1231"/>
                  </a:cubicBezTo>
                  <a:cubicBezTo>
                    <a:pt x="2608" y="1195"/>
                    <a:pt x="2590" y="1141"/>
                    <a:pt x="2553" y="1123"/>
                  </a:cubicBezTo>
                  <a:cubicBezTo>
                    <a:pt x="2499" y="1087"/>
                    <a:pt x="2445" y="1068"/>
                    <a:pt x="2390" y="1087"/>
                  </a:cubicBezTo>
                  <a:lnTo>
                    <a:pt x="2390" y="978"/>
                  </a:lnTo>
                  <a:cubicBezTo>
                    <a:pt x="2390" y="887"/>
                    <a:pt x="2264" y="887"/>
                    <a:pt x="2264" y="978"/>
                  </a:cubicBezTo>
                  <a:lnTo>
                    <a:pt x="2083" y="1014"/>
                  </a:lnTo>
                  <a:lnTo>
                    <a:pt x="1992" y="1032"/>
                  </a:lnTo>
                  <a:lnTo>
                    <a:pt x="1992" y="1032"/>
                  </a:lnTo>
                  <a:cubicBezTo>
                    <a:pt x="2028" y="1014"/>
                    <a:pt x="2046" y="978"/>
                    <a:pt x="2064" y="942"/>
                  </a:cubicBezTo>
                  <a:cubicBezTo>
                    <a:pt x="2064" y="887"/>
                    <a:pt x="2064" y="851"/>
                    <a:pt x="2064" y="815"/>
                  </a:cubicBezTo>
                  <a:cubicBezTo>
                    <a:pt x="2046" y="761"/>
                    <a:pt x="2028" y="724"/>
                    <a:pt x="2010" y="688"/>
                  </a:cubicBezTo>
                  <a:cubicBezTo>
                    <a:pt x="1956" y="670"/>
                    <a:pt x="1901" y="688"/>
                    <a:pt x="1847" y="724"/>
                  </a:cubicBezTo>
                  <a:lnTo>
                    <a:pt x="1739" y="779"/>
                  </a:lnTo>
                  <a:cubicBezTo>
                    <a:pt x="1739" y="724"/>
                    <a:pt x="1720" y="688"/>
                    <a:pt x="1702" y="634"/>
                  </a:cubicBezTo>
                  <a:cubicBezTo>
                    <a:pt x="1720" y="616"/>
                    <a:pt x="1720" y="580"/>
                    <a:pt x="1702" y="561"/>
                  </a:cubicBezTo>
                  <a:cubicBezTo>
                    <a:pt x="1684" y="543"/>
                    <a:pt x="1666" y="507"/>
                    <a:pt x="1630" y="489"/>
                  </a:cubicBezTo>
                  <a:cubicBezTo>
                    <a:pt x="1576" y="398"/>
                    <a:pt x="1539" y="308"/>
                    <a:pt x="1521" y="199"/>
                  </a:cubicBezTo>
                  <a:cubicBezTo>
                    <a:pt x="1503" y="181"/>
                    <a:pt x="1467" y="163"/>
                    <a:pt x="1449" y="163"/>
                  </a:cubicBezTo>
                  <a:lnTo>
                    <a:pt x="1394" y="199"/>
                  </a:lnTo>
                  <a:lnTo>
                    <a:pt x="1376" y="54"/>
                  </a:lnTo>
                  <a:cubicBezTo>
                    <a:pt x="1358" y="18"/>
                    <a:pt x="1340" y="0"/>
                    <a:pt x="1322" y="0"/>
                  </a:cubicBezTo>
                  <a:cubicBezTo>
                    <a:pt x="1250" y="0"/>
                    <a:pt x="1195" y="54"/>
                    <a:pt x="1177" y="127"/>
                  </a:cubicBezTo>
                  <a:cubicBezTo>
                    <a:pt x="1159" y="181"/>
                    <a:pt x="1141" y="235"/>
                    <a:pt x="1123" y="272"/>
                  </a:cubicBezTo>
                  <a:cubicBezTo>
                    <a:pt x="1087" y="308"/>
                    <a:pt x="1032" y="308"/>
                    <a:pt x="996" y="308"/>
                  </a:cubicBezTo>
                  <a:cubicBezTo>
                    <a:pt x="960" y="326"/>
                    <a:pt x="924" y="344"/>
                    <a:pt x="905" y="380"/>
                  </a:cubicBezTo>
                  <a:cubicBezTo>
                    <a:pt x="851" y="453"/>
                    <a:pt x="833" y="525"/>
                    <a:pt x="869" y="616"/>
                  </a:cubicBezTo>
                  <a:cubicBezTo>
                    <a:pt x="869" y="670"/>
                    <a:pt x="905" y="724"/>
                    <a:pt x="942" y="761"/>
                  </a:cubicBezTo>
                  <a:lnTo>
                    <a:pt x="761" y="761"/>
                  </a:lnTo>
                  <a:cubicBezTo>
                    <a:pt x="742" y="761"/>
                    <a:pt x="724" y="779"/>
                    <a:pt x="706" y="797"/>
                  </a:cubicBezTo>
                  <a:lnTo>
                    <a:pt x="634" y="1231"/>
                  </a:lnTo>
                  <a:cubicBezTo>
                    <a:pt x="543" y="1213"/>
                    <a:pt x="453" y="1213"/>
                    <a:pt x="380" y="1231"/>
                  </a:cubicBezTo>
                  <a:cubicBezTo>
                    <a:pt x="344" y="1231"/>
                    <a:pt x="326" y="1268"/>
                    <a:pt x="344" y="1304"/>
                  </a:cubicBezTo>
                  <a:lnTo>
                    <a:pt x="398" y="1394"/>
                  </a:lnTo>
                  <a:cubicBezTo>
                    <a:pt x="290" y="1449"/>
                    <a:pt x="235" y="1576"/>
                    <a:pt x="290" y="1702"/>
                  </a:cubicBezTo>
                  <a:cubicBezTo>
                    <a:pt x="308" y="1720"/>
                    <a:pt x="308" y="1739"/>
                    <a:pt x="326" y="1739"/>
                  </a:cubicBezTo>
                  <a:cubicBezTo>
                    <a:pt x="326" y="1739"/>
                    <a:pt x="344" y="1775"/>
                    <a:pt x="344" y="1793"/>
                  </a:cubicBezTo>
                  <a:cubicBezTo>
                    <a:pt x="344" y="1793"/>
                    <a:pt x="308" y="1829"/>
                    <a:pt x="308" y="1829"/>
                  </a:cubicBezTo>
                  <a:cubicBezTo>
                    <a:pt x="290" y="1847"/>
                    <a:pt x="272" y="1865"/>
                    <a:pt x="272" y="1902"/>
                  </a:cubicBezTo>
                  <a:cubicBezTo>
                    <a:pt x="235" y="1938"/>
                    <a:pt x="217" y="1992"/>
                    <a:pt x="199" y="2046"/>
                  </a:cubicBezTo>
                  <a:cubicBezTo>
                    <a:pt x="145" y="2028"/>
                    <a:pt x="72" y="2065"/>
                    <a:pt x="54" y="2137"/>
                  </a:cubicBezTo>
                  <a:cubicBezTo>
                    <a:pt x="18" y="2209"/>
                    <a:pt x="18" y="2300"/>
                    <a:pt x="36" y="2372"/>
                  </a:cubicBezTo>
                  <a:cubicBezTo>
                    <a:pt x="36" y="2427"/>
                    <a:pt x="54" y="2463"/>
                    <a:pt x="72" y="2499"/>
                  </a:cubicBezTo>
                  <a:cubicBezTo>
                    <a:pt x="72" y="2499"/>
                    <a:pt x="91" y="2517"/>
                    <a:pt x="91" y="2535"/>
                  </a:cubicBezTo>
                  <a:lnTo>
                    <a:pt x="91" y="2535"/>
                  </a:lnTo>
                  <a:cubicBezTo>
                    <a:pt x="54" y="2517"/>
                    <a:pt x="18" y="2553"/>
                    <a:pt x="18" y="2590"/>
                  </a:cubicBezTo>
                  <a:lnTo>
                    <a:pt x="18" y="2626"/>
                  </a:lnTo>
                  <a:cubicBezTo>
                    <a:pt x="18" y="2662"/>
                    <a:pt x="36" y="2698"/>
                    <a:pt x="36" y="2735"/>
                  </a:cubicBezTo>
                  <a:lnTo>
                    <a:pt x="0" y="2753"/>
                  </a:lnTo>
                  <a:lnTo>
                    <a:pt x="0" y="17639"/>
                  </a:lnTo>
                  <a:close/>
                  <a:moveTo>
                    <a:pt x="10920" y="7660"/>
                  </a:moveTo>
                  <a:close/>
                  <a:moveTo>
                    <a:pt x="20065" y="15737"/>
                  </a:moveTo>
                  <a:cubicBezTo>
                    <a:pt x="20065" y="15737"/>
                    <a:pt x="20065" y="15719"/>
                    <a:pt x="20065" y="15737"/>
                  </a:cubicBezTo>
                  <a:close/>
                  <a:moveTo>
                    <a:pt x="13618" y="9435"/>
                  </a:moveTo>
                  <a:close/>
                  <a:moveTo>
                    <a:pt x="10974" y="8186"/>
                  </a:moveTo>
                  <a:close/>
                  <a:moveTo>
                    <a:pt x="10811" y="7588"/>
                  </a:moveTo>
                  <a:close/>
                  <a:moveTo>
                    <a:pt x="6574" y="5976"/>
                  </a:moveTo>
                  <a:cubicBezTo>
                    <a:pt x="6574" y="5940"/>
                    <a:pt x="6574" y="5886"/>
                    <a:pt x="6592" y="5849"/>
                  </a:cubicBezTo>
                  <a:cubicBezTo>
                    <a:pt x="6610" y="5813"/>
                    <a:pt x="6610" y="5795"/>
                    <a:pt x="6610" y="5777"/>
                  </a:cubicBezTo>
                  <a:cubicBezTo>
                    <a:pt x="6628" y="5868"/>
                    <a:pt x="6646" y="5958"/>
                    <a:pt x="6664" y="6049"/>
                  </a:cubicBezTo>
                  <a:lnTo>
                    <a:pt x="6646" y="6030"/>
                  </a:lnTo>
                  <a:cubicBezTo>
                    <a:pt x="6628" y="6012"/>
                    <a:pt x="6592" y="5994"/>
                    <a:pt x="6574" y="5976"/>
                  </a:cubicBezTo>
                  <a:close/>
                  <a:moveTo>
                    <a:pt x="5614" y="5505"/>
                  </a:moveTo>
                  <a:close/>
                  <a:moveTo>
                    <a:pt x="2716" y="1938"/>
                  </a:moveTo>
                  <a:close/>
                  <a:moveTo>
                    <a:pt x="1938" y="10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1" name="Google Shape;1281;p60"/>
          <p:cNvSpPr/>
          <p:nvPr/>
        </p:nvSpPr>
        <p:spPr>
          <a:xfrm>
            <a:off x="1716211" y="779960"/>
            <a:ext cx="150933" cy="56490"/>
          </a:xfrm>
          <a:custGeom>
            <a:rect b="b" l="l" r="r" t="t"/>
            <a:pathLst>
              <a:path extrusionOk="0" h="387" w="1034">
                <a:moveTo>
                  <a:pt x="186" y="1"/>
                </a:moveTo>
                <a:cubicBezTo>
                  <a:pt x="125" y="1"/>
                  <a:pt x="62" y="12"/>
                  <a:pt x="1" y="36"/>
                </a:cubicBezTo>
                <a:cubicBezTo>
                  <a:pt x="14" y="34"/>
                  <a:pt x="27" y="34"/>
                  <a:pt x="40" y="34"/>
                </a:cubicBezTo>
                <a:cubicBezTo>
                  <a:pt x="210" y="34"/>
                  <a:pt x="385" y="141"/>
                  <a:pt x="435" y="325"/>
                </a:cubicBezTo>
                <a:cubicBezTo>
                  <a:pt x="435" y="343"/>
                  <a:pt x="472" y="380"/>
                  <a:pt x="490" y="380"/>
                </a:cubicBezTo>
                <a:cubicBezTo>
                  <a:pt x="503" y="384"/>
                  <a:pt x="517" y="386"/>
                  <a:pt x="530" y="386"/>
                </a:cubicBezTo>
                <a:cubicBezTo>
                  <a:pt x="569" y="386"/>
                  <a:pt x="603" y="366"/>
                  <a:pt x="617" y="325"/>
                </a:cubicBezTo>
                <a:cubicBezTo>
                  <a:pt x="635" y="235"/>
                  <a:pt x="689" y="162"/>
                  <a:pt x="779" y="108"/>
                </a:cubicBezTo>
                <a:cubicBezTo>
                  <a:pt x="811" y="84"/>
                  <a:pt x="853" y="71"/>
                  <a:pt x="895" y="71"/>
                </a:cubicBezTo>
                <a:cubicBezTo>
                  <a:pt x="949" y="71"/>
                  <a:pt x="1002" y="93"/>
                  <a:pt x="1033" y="144"/>
                </a:cubicBezTo>
                <a:cubicBezTo>
                  <a:pt x="990" y="58"/>
                  <a:pt x="902" y="6"/>
                  <a:pt x="804" y="6"/>
                </a:cubicBezTo>
                <a:cubicBezTo>
                  <a:pt x="778" y="6"/>
                  <a:pt x="752" y="10"/>
                  <a:pt x="725" y="17"/>
                </a:cubicBezTo>
                <a:cubicBezTo>
                  <a:pt x="656" y="41"/>
                  <a:pt x="587" y="86"/>
                  <a:pt x="527" y="139"/>
                </a:cubicBezTo>
                <a:lnTo>
                  <a:pt x="527" y="139"/>
                </a:lnTo>
                <a:cubicBezTo>
                  <a:pt x="434" y="50"/>
                  <a:pt x="313" y="1"/>
                  <a:pt x="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60"/>
          <p:cNvSpPr/>
          <p:nvPr/>
        </p:nvSpPr>
        <p:spPr>
          <a:xfrm>
            <a:off x="2773248" y="3680885"/>
            <a:ext cx="142905" cy="75612"/>
          </a:xfrm>
          <a:custGeom>
            <a:rect b="b" l="l" r="r" t="t"/>
            <a:pathLst>
              <a:path extrusionOk="0" h="518" w="979">
                <a:moveTo>
                  <a:pt x="923" y="1"/>
                </a:moveTo>
                <a:cubicBezTo>
                  <a:pt x="830" y="1"/>
                  <a:pt x="734" y="38"/>
                  <a:pt x="689" y="114"/>
                </a:cubicBezTo>
                <a:cubicBezTo>
                  <a:pt x="647" y="155"/>
                  <a:pt x="612" y="208"/>
                  <a:pt x="586" y="263"/>
                </a:cubicBezTo>
                <a:lnTo>
                  <a:pt x="586" y="263"/>
                </a:lnTo>
                <a:cubicBezTo>
                  <a:pt x="506" y="213"/>
                  <a:pt x="416" y="188"/>
                  <a:pt x="325" y="188"/>
                </a:cubicBezTo>
                <a:cubicBezTo>
                  <a:pt x="209" y="188"/>
                  <a:pt x="93" y="229"/>
                  <a:pt x="1" y="313"/>
                </a:cubicBezTo>
                <a:cubicBezTo>
                  <a:pt x="21" y="311"/>
                  <a:pt x="41" y="310"/>
                  <a:pt x="62" y="310"/>
                </a:cubicBezTo>
                <a:cubicBezTo>
                  <a:pt x="240" y="310"/>
                  <a:pt x="417" y="380"/>
                  <a:pt x="580" y="494"/>
                </a:cubicBezTo>
                <a:cubicBezTo>
                  <a:pt x="580" y="494"/>
                  <a:pt x="598" y="512"/>
                  <a:pt x="598" y="512"/>
                </a:cubicBezTo>
                <a:cubicBezTo>
                  <a:pt x="608" y="516"/>
                  <a:pt x="617" y="517"/>
                  <a:pt x="627" y="517"/>
                </a:cubicBezTo>
                <a:cubicBezTo>
                  <a:pt x="671" y="517"/>
                  <a:pt x="710" y="485"/>
                  <a:pt x="725" y="440"/>
                </a:cubicBezTo>
                <a:cubicBezTo>
                  <a:pt x="743" y="367"/>
                  <a:pt x="779" y="277"/>
                  <a:pt x="797" y="204"/>
                </a:cubicBezTo>
                <a:cubicBezTo>
                  <a:pt x="834" y="114"/>
                  <a:pt x="906" y="41"/>
                  <a:pt x="978" y="5"/>
                </a:cubicBezTo>
                <a:cubicBezTo>
                  <a:pt x="960" y="2"/>
                  <a:pt x="942" y="1"/>
                  <a:pt x="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60"/>
          <p:cNvSpPr/>
          <p:nvPr/>
        </p:nvSpPr>
        <p:spPr>
          <a:xfrm flipH="1">
            <a:off x="891597" y="884780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60"/>
          <p:cNvSpPr/>
          <p:nvPr/>
        </p:nvSpPr>
        <p:spPr>
          <a:xfrm>
            <a:off x="6577505" y="8760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60"/>
          <p:cNvSpPr/>
          <p:nvPr/>
        </p:nvSpPr>
        <p:spPr>
          <a:xfrm>
            <a:off x="2248200" y="2648673"/>
            <a:ext cx="1470659" cy="404419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60"/>
          <p:cNvSpPr/>
          <p:nvPr/>
        </p:nvSpPr>
        <p:spPr>
          <a:xfrm>
            <a:off x="1330425" y="1002368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60"/>
          <p:cNvSpPr/>
          <p:nvPr/>
        </p:nvSpPr>
        <p:spPr>
          <a:xfrm>
            <a:off x="1027380" y="2066906"/>
            <a:ext cx="311315" cy="178365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60"/>
          <p:cNvSpPr/>
          <p:nvPr/>
        </p:nvSpPr>
        <p:spPr>
          <a:xfrm>
            <a:off x="1338686" y="1272418"/>
            <a:ext cx="213191" cy="155305"/>
          </a:xfrm>
          <a:custGeom>
            <a:rect b="b" l="l" r="r" t="t"/>
            <a:pathLst>
              <a:path extrusionOk="0" h="660" w="906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60"/>
          <p:cNvSpPr/>
          <p:nvPr/>
        </p:nvSpPr>
        <p:spPr>
          <a:xfrm flipH="1">
            <a:off x="1833475" y="2044513"/>
            <a:ext cx="964800" cy="1054450"/>
          </a:xfrm>
          <a:custGeom>
            <a:rect b="b" l="l" r="r" t="t"/>
            <a:pathLst>
              <a:path extrusionOk="0" h="42178" w="38592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61"/>
          <p:cNvSpPr txBox="1"/>
          <p:nvPr>
            <p:ph type="title"/>
          </p:nvPr>
        </p:nvSpPr>
        <p:spPr>
          <a:xfrm>
            <a:off x="2006850" y="2150850"/>
            <a:ext cx="532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Teorijske osnove</a:t>
            </a:r>
            <a:endParaRPr/>
          </a:p>
        </p:txBody>
      </p:sp>
      <p:sp>
        <p:nvSpPr>
          <p:cNvPr id="1295" name="Google Shape;1295;p61"/>
          <p:cNvSpPr txBox="1"/>
          <p:nvPr>
            <p:ph idx="2" type="title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62"/>
          <p:cNvSpPr/>
          <p:nvPr/>
        </p:nvSpPr>
        <p:spPr>
          <a:xfrm>
            <a:off x="2706663" y="1328469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1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1" name="Google Shape;1301;p62"/>
          <p:cNvSpPr/>
          <p:nvPr/>
        </p:nvSpPr>
        <p:spPr>
          <a:xfrm>
            <a:off x="2706663" y="2471482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2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2" name="Google Shape;1302;p62"/>
          <p:cNvSpPr/>
          <p:nvPr/>
        </p:nvSpPr>
        <p:spPr>
          <a:xfrm>
            <a:off x="2706663" y="3614482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3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3" name="Google Shape;1303;p62"/>
          <p:cNvSpPr/>
          <p:nvPr/>
        </p:nvSpPr>
        <p:spPr>
          <a:xfrm>
            <a:off x="5928825" y="1328469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4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4" name="Google Shape;1304;p62"/>
          <p:cNvSpPr/>
          <p:nvPr/>
        </p:nvSpPr>
        <p:spPr>
          <a:xfrm>
            <a:off x="5928825" y="2471482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5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5" name="Google Shape;1305;p62"/>
          <p:cNvSpPr/>
          <p:nvPr/>
        </p:nvSpPr>
        <p:spPr>
          <a:xfrm>
            <a:off x="5928825" y="3614482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6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6" name="Google Shape;1306;p62"/>
          <p:cNvSpPr/>
          <p:nvPr/>
        </p:nvSpPr>
        <p:spPr>
          <a:xfrm rot="-527208">
            <a:off x="3304237" y="1643473"/>
            <a:ext cx="2648265" cy="2389055"/>
          </a:xfrm>
          <a:custGeom>
            <a:rect b="b" l="l" r="r" t="t"/>
            <a:pathLst>
              <a:path extrusionOk="0" h="17727" w="1965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62"/>
          <p:cNvSpPr txBox="1"/>
          <p:nvPr/>
        </p:nvSpPr>
        <p:spPr>
          <a:xfrm>
            <a:off x="714600" y="957274"/>
            <a:ext cx="23133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Difuzioni modeli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08" name="Google Shape;1308;p62"/>
          <p:cNvSpPr txBox="1"/>
          <p:nvPr/>
        </p:nvSpPr>
        <p:spPr>
          <a:xfrm>
            <a:off x="714600" y="1211774"/>
            <a:ext cx="183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Iterativno uklanjanje šuma iz podataka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62"/>
          <p:cNvSpPr txBox="1"/>
          <p:nvPr/>
        </p:nvSpPr>
        <p:spPr>
          <a:xfrm>
            <a:off x="714600" y="2316144"/>
            <a:ext cx="1833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Stable Diffusion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10" name="Google Shape;1310;p62"/>
          <p:cNvSpPr txBox="1"/>
          <p:nvPr/>
        </p:nvSpPr>
        <p:spPr>
          <a:xfrm>
            <a:off x="714600" y="2603338"/>
            <a:ext cx="183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Generisanje slika u latentnom prostoru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62"/>
          <p:cNvSpPr txBox="1"/>
          <p:nvPr/>
        </p:nvSpPr>
        <p:spPr>
          <a:xfrm>
            <a:off x="714600" y="3459144"/>
            <a:ext cx="1833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LoRA 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12" name="Google Shape;1312;p62"/>
          <p:cNvSpPr txBox="1"/>
          <p:nvPr/>
        </p:nvSpPr>
        <p:spPr>
          <a:xfrm>
            <a:off x="714600" y="3630028"/>
            <a:ext cx="183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fikasan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fine tuning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uz male resurse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62"/>
          <p:cNvSpPr txBox="1"/>
          <p:nvPr/>
        </p:nvSpPr>
        <p:spPr>
          <a:xfrm>
            <a:off x="6596700" y="856522"/>
            <a:ext cx="1833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CLIP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14" name="Google Shape;1314;p62"/>
          <p:cNvSpPr txBox="1"/>
          <p:nvPr/>
        </p:nvSpPr>
        <p:spPr>
          <a:xfrm>
            <a:off x="7126025" y="1059725"/>
            <a:ext cx="128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Mapiranje slike↔tekst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62"/>
          <p:cNvSpPr txBox="1"/>
          <p:nvPr/>
        </p:nvSpPr>
        <p:spPr>
          <a:xfrm>
            <a:off x="6596700" y="1893256"/>
            <a:ext cx="1833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BLIP-2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16" name="Google Shape;1316;p62"/>
          <p:cNvSpPr txBox="1"/>
          <p:nvPr/>
        </p:nvSpPr>
        <p:spPr>
          <a:xfrm>
            <a:off x="6591300" y="2060558"/>
            <a:ext cx="179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Automatsko generisanje tekstualnih opisa slika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7" name="Google Shape;1317;p62"/>
          <p:cNvSpPr txBox="1"/>
          <p:nvPr/>
        </p:nvSpPr>
        <p:spPr>
          <a:xfrm>
            <a:off x="6596700" y="3220062"/>
            <a:ext cx="18330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GPT-4o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18" name="Google Shape;1318;p62"/>
          <p:cNvSpPr txBox="1"/>
          <p:nvPr/>
        </p:nvSpPr>
        <p:spPr>
          <a:xfrm>
            <a:off x="6591300" y="3455567"/>
            <a:ext cx="1871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Razumevanje i rafiniranje prirodnog jezika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9" name="Google Shape;1319;p62"/>
          <p:cNvCxnSpPr>
            <a:stCxn id="1300" idx="6"/>
          </p:cNvCxnSpPr>
          <p:nvPr/>
        </p:nvCxnSpPr>
        <p:spPr>
          <a:xfrm>
            <a:off x="3220863" y="1585569"/>
            <a:ext cx="1111800" cy="53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20" name="Google Shape;1320;p62"/>
          <p:cNvCxnSpPr>
            <a:stCxn id="1303" idx="2"/>
          </p:cNvCxnSpPr>
          <p:nvPr/>
        </p:nvCxnSpPr>
        <p:spPr>
          <a:xfrm flipH="1">
            <a:off x="5636325" y="1585569"/>
            <a:ext cx="292500" cy="19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21" name="Google Shape;1321;p62"/>
          <p:cNvCxnSpPr>
            <a:stCxn id="1301" idx="6"/>
          </p:cNvCxnSpPr>
          <p:nvPr/>
        </p:nvCxnSpPr>
        <p:spPr>
          <a:xfrm>
            <a:off x="3220863" y="2728582"/>
            <a:ext cx="914100" cy="11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22" name="Google Shape;1322;p62"/>
          <p:cNvCxnSpPr>
            <a:stCxn id="1302" idx="6"/>
          </p:cNvCxnSpPr>
          <p:nvPr/>
        </p:nvCxnSpPr>
        <p:spPr>
          <a:xfrm flipH="1" rot="10800000">
            <a:off x="3220863" y="3168982"/>
            <a:ext cx="1345800" cy="702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23" name="Google Shape;1323;p62"/>
          <p:cNvCxnSpPr>
            <a:stCxn id="1304" idx="2"/>
          </p:cNvCxnSpPr>
          <p:nvPr/>
        </p:nvCxnSpPr>
        <p:spPr>
          <a:xfrm flipH="1">
            <a:off x="4953225" y="2728582"/>
            <a:ext cx="975600" cy="72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24" name="Google Shape;1324;p62"/>
          <p:cNvCxnSpPr>
            <a:stCxn id="1305" idx="2"/>
          </p:cNvCxnSpPr>
          <p:nvPr/>
        </p:nvCxnSpPr>
        <p:spPr>
          <a:xfrm rot="10800000">
            <a:off x="4548525" y="3825382"/>
            <a:ext cx="1380300" cy="46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63"/>
          <p:cNvSpPr txBox="1"/>
          <p:nvPr>
            <p:ph type="title"/>
          </p:nvPr>
        </p:nvSpPr>
        <p:spPr>
          <a:xfrm>
            <a:off x="2006850" y="2150850"/>
            <a:ext cx="532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Metodologija</a:t>
            </a:r>
            <a:endParaRPr/>
          </a:p>
        </p:txBody>
      </p:sp>
      <p:sp>
        <p:nvSpPr>
          <p:cNvPr id="1330" name="Google Shape;1330;p63"/>
          <p:cNvSpPr txBox="1"/>
          <p:nvPr>
            <p:ph idx="2" type="title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5" name="Google Shape;1335;p64"/>
          <p:cNvCxnSpPr>
            <a:stCxn id="1336" idx="6"/>
            <a:endCxn id="1337" idx="2"/>
          </p:cNvCxnSpPr>
          <p:nvPr/>
        </p:nvCxnSpPr>
        <p:spPr>
          <a:xfrm>
            <a:off x="1959137" y="2752675"/>
            <a:ext cx="145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64"/>
          <p:cNvCxnSpPr>
            <a:stCxn id="1337" idx="6"/>
            <a:endCxn id="1339" idx="2"/>
          </p:cNvCxnSpPr>
          <p:nvPr/>
        </p:nvCxnSpPr>
        <p:spPr>
          <a:xfrm>
            <a:off x="3844050" y="2752675"/>
            <a:ext cx="145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64"/>
          <p:cNvCxnSpPr>
            <a:stCxn id="1339" idx="6"/>
            <a:endCxn id="1341" idx="2"/>
          </p:cNvCxnSpPr>
          <p:nvPr/>
        </p:nvCxnSpPr>
        <p:spPr>
          <a:xfrm>
            <a:off x="5728950" y="2752675"/>
            <a:ext cx="145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64"/>
          <p:cNvCxnSpPr>
            <a:stCxn id="1336" idx="4"/>
            <a:endCxn id="1343" idx="0"/>
          </p:cNvCxnSpPr>
          <p:nvPr/>
        </p:nvCxnSpPr>
        <p:spPr>
          <a:xfrm>
            <a:off x="1744637" y="2967175"/>
            <a:ext cx="9300" cy="52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44" name="Google Shape;1344;p64"/>
          <p:cNvCxnSpPr>
            <a:stCxn id="1337" idx="0"/>
            <a:endCxn id="1345" idx="2"/>
          </p:cNvCxnSpPr>
          <p:nvPr/>
        </p:nvCxnSpPr>
        <p:spPr>
          <a:xfrm rot="10800000">
            <a:off x="3629550" y="1909975"/>
            <a:ext cx="0" cy="62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46" name="Google Shape;1346;p64"/>
          <p:cNvCxnSpPr>
            <a:stCxn id="1339" idx="4"/>
            <a:endCxn id="1347" idx="0"/>
          </p:cNvCxnSpPr>
          <p:nvPr/>
        </p:nvCxnSpPr>
        <p:spPr>
          <a:xfrm>
            <a:off x="5514450" y="2967175"/>
            <a:ext cx="0" cy="62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48" name="Google Shape;1348;p64"/>
          <p:cNvCxnSpPr>
            <a:stCxn id="1341" idx="0"/>
            <a:endCxn id="1349" idx="2"/>
          </p:cNvCxnSpPr>
          <p:nvPr/>
        </p:nvCxnSpPr>
        <p:spPr>
          <a:xfrm rot="10800000">
            <a:off x="7399350" y="1909975"/>
            <a:ext cx="0" cy="62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350" name="Google Shape;1350;p64"/>
          <p:cNvGrpSpPr/>
          <p:nvPr/>
        </p:nvGrpSpPr>
        <p:grpSpPr>
          <a:xfrm>
            <a:off x="1358789" y="2363597"/>
            <a:ext cx="854173" cy="778162"/>
            <a:chOff x="1352789" y="2677597"/>
            <a:chExt cx="854173" cy="778162"/>
          </a:xfrm>
        </p:grpSpPr>
        <p:sp>
          <p:nvSpPr>
            <p:cNvPr id="1336" name="Google Shape;1336;p64"/>
            <p:cNvSpPr/>
            <p:nvPr/>
          </p:nvSpPr>
          <p:spPr>
            <a:xfrm>
              <a:off x="1524138" y="2852175"/>
              <a:ext cx="429000" cy="42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4"/>
            <p:cNvSpPr/>
            <p:nvPr/>
          </p:nvSpPr>
          <p:spPr>
            <a:xfrm>
              <a:off x="1352789" y="2677597"/>
              <a:ext cx="854173" cy="778162"/>
            </a:xfrm>
            <a:custGeom>
              <a:rect b="b" l="l" r="r" t="t"/>
              <a:pathLst>
                <a:path extrusionOk="0" h="48696" w="53461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01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</p:grpSp>
      <p:sp>
        <p:nvSpPr>
          <p:cNvPr id="1343" name="Google Shape;1343;p64"/>
          <p:cNvSpPr txBox="1"/>
          <p:nvPr/>
        </p:nvSpPr>
        <p:spPr>
          <a:xfrm>
            <a:off x="439995" y="3491275"/>
            <a:ext cx="262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Prikupljanje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podataka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52" name="Google Shape;1352;p64"/>
          <p:cNvSpPr txBox="1"/>
          <p:nvPr/>
        </p:nvSpPr>
        <p:spPr>
          <a:xfrm>
            <a:off x="2419350" y="1079525"/>
            <a:ext cx="24204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Preprocesiranje i generisanje opisa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53" name="Google Shape;1353;p64"/>
          <p:cNvSpPr txBox="1"/>
          <p:nvPr/>
        </p:nvSpPr>
        <p:spPr>
          <a:xfrm>
            <a:off x="6380700" y="1459113"/>
            <a:ext cx="2037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Evaluacija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47" name="Google Shape;1347;p64"/>
          <p:cNvSpPr txBox="1"/>
          <p:nvPr/>
        </p:nvSpPr>
        <p:spPr>
          <a:xfrm>
            <a:off x="4495800" y="3595300"/>
            <a:ext cx="2037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Obuka modela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grpSp>
        <p:nvGrpSpPr>
          <p:cNvPr id="1354" name="Google Shape;1354;p64"/>
          <p:cNvGrpSpPr/>
          <p:nvPr/>
        </p:nvGrpSpPr>
        <p:grpSpPr>
          <a:xfrm>
            <a:off x="3184464" y="2363597"/>
            <a:ext cx="854222" cy="778132"/>
            <a:chOff x="3178464" y="2677597"/>
            <a:chExt cx="854222" cy="778132"/>
          </a:xfrm>
        </p:grpSpPr>
        <p:sp>
          <p:nvSpPr>
            <p:cNvPr id="1337" name="Google Shape;1337;p64"/>
            <p:cNvSpPr/>
            <p:nvPr/>
          </p:nvSpPr>
          <p:spPr>
            <a:xfrm>
              <a:off x="3409050" y="2852175"/>
              <a:ext cx="429000" cy="42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4"/>
            <p:cNvSpPr/>
            <p:nvPr/>
          </p:nvSpPr>
          <p:spPr>
            <a:xfrm>
              <a:off x="3178464" y="2677597"/>
              <a:ext cx="854222" cy="778132"/>
            </a:xfrm>
            <a:custGeom>
              <a:rect b="b" l="l" r="r" t="t"/>
              <a:pathLst>
                <a:path extrusionOk="0" h="48696" w="53461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02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</p:grpSp>
      <p:grpSp>
        <p:nvGrpSpPr>
          <p:cNvPr id="1356" name="Google Shape;1356;p64"/>
          <p:cNvGrpSpPr/>
          <p:nvPr/>
        </p:nvGrpSpPr>
        <p:grpSpPr>
          <a:xfrm>
            <a:off x="5069364" y="2363597"/>
            <a:ext cx="854222" cy="778132"/>
            <a:chOff x="5063364" y="2677597"/>
            <a:chExt cx="854222" cy="778132"/>
          </a:xfrm>
        </p:grpSpPr>
        <p:sp>
          <p:nvSpPr>
            <p:cNvPr id="1357" name="Google Shape;1357;p64"/>
            <p:cNvSpPr/>
            <p:nvPr/>
          </p:nvSpPr>
          <p:spPr>
            <a:xfrm>
              <a:off x="5293863" y="2852175"/>
              <a:ext cx="429000" cy="42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4"/>
            <p:cNvSpPr/>
            <p:nvPr/>
          </p:nvSpPr>
          <p:spPr>
            <a:xfrm>
              <a:off x="5293951" y="2852175"/>
              <a:ext cx="429000" cy="42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4"/>
            <p:cNvSpPr/>
            <p:nvPr/>
          </p:nvSpPr>
          <p:spPr>
            <a:xfrm>
              <a:off x="5063364" y="2677597"/>
              <a:ext cx="854222" cy="778132"/>
            </a:xfrm>
            <a:custGeom>
              <a:rect b="b" l="l" r="r" t="t"/>
              <a:pathLst>
                <a:path extrusionOk="0" h="48696" w="53461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03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</p:grpSp>
      <p:grpSp>
        <p:nvGrpSpPr>
          <p:cNvPr id="1359" name="Google Shape;1359;p64"/>
          <p:cNvGrpSpPr/>
          <p:nvPr/>
        </p:nvGrpSpPr>
        <p:grpSpPr>
          <a:xfrm>
            <a:off x="6954264" y="2363597"/>
            <a:ext cx="854173" cy="778162"/>
            <a:chOff x="6948264" y="2677597"/>
            <a:chExt cx="854173" cy="778162"/>
          </a:xfrm>
        </p:grpSpPr>
        <p:sp>
          <p:nvSpPr>
            <p:cNvPr id="1341" name="Google Shape;1341;p64"/>
            <p:cNvSpPr/>
            <p:nvPr/>
          </p:nvSpPr>
          <p:spPr>
            <a:xfrm>
              <a:off x="7178851" y="2852175"/>
              <a:ext cx="429000" cy="42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4"/>
            <p:cNvSpPr/>
            <p:nvPr/>
          </p:nvSpPr>
          <p:spPr>
            <a:xfrm>
              <a:off x="6948264" y="2677597"/>
              <a:ext cx="854173" cy="778162"/>
            </a:xfrm>
            <a:custGeom>
              <a:rect b="b" l="l" r="r" t="t"/>
              <a:pathLst>
                <a:path extrusionOk="0" h="48696" w="53461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Domine"/>
                  <a:ea typeface="Domine"/>
                  <a:cs typeface="Domine"/>
                  <a:sym typeface="Domine"/>
                </a:rPr>
                <a:t>04</a:t>
              </a:r>
              <a:endParaRPr sz="2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Prikupljanje podataka</a:t>
            </a:r>
            <a:endParaRPr/>
          </a:p>
        </p:txBody>
      </p:sp>
      <p:sp>
        <p:nvSpPr>
          <p:cNvPr id="1366" name="Google Shape;1366;p65"/>
          <p:cNvSpPr txBox="1"/>
          <p:nvPr>
            <p:ph idx="3" type="subTitle"/>
          </p:nvPr>
        </p:nvSpPr>
        <p:spPr>
          <a:xfrm>
            <a:off x="1609354" y="2588620"/>
            <a:ext cx="2907600" cy="3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Elden Ring Fan Wiki</a:t>
            </a:r>
            <a:endParaRPr sz="1000">
              <a:solidFill>
                <a:srgbClr val="008000"/>
              </a:solidFill>
              <a:highlight>
                <a:srgbClr val="FEFE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7" name="Google Shape;1367;p65"/>
          <p:cNvSpPr txBox="1"/>
          <p:nvPr>
            <p:ph idx="1" type="subTitle"/>
          </p:nvPr>
        </p:nvSpPr>
        <p:spPr>
          <a:xfrm>
            <a:off x="1641681" y="2233566"/>
            <a:ext cx="29076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Izvor</a:t>
            </a:r>
            <a:endParaRPr/>
          </a:p>
        </p:txBody>
      </p:sp>
      <p:grpSp>
        <p:nvGrpSpPr>
          <p:cNvPr id="1368" name="Google Shape;1368;p65"/>
          <p:cNvGrpSpPr/>
          <p:nvPr/>
        </p:nvGrpSpPr>
        <p:grpSpPr>
          <a:xfrm>
            <a:off x="1172014" y="2206664"/>
            <a:ext cx="231550" cy="1611356"/>
            <a:chOff x="787875" y="1424437"/>
            <a:chExt cx="350355" cy="2438124"/>
          </a:xfrm>
        </p:grpSpPr>
        <p:sp>
          <p:nvSpPr>
            <p:cNvPr id="1369" name="Google Shape;1369;p65"/>
            <p:cNvSpPr/>
            <p:nvPr/>
          </p:nvSpPr>
          <p:spPr>
            <a:xfrm>
              <a:off x="787875" y="1424437"/>
              <a:ext cx="350355" cy="1794667"/>
            </a:xfrm>
            <a:custGeom>
              <a:rect b="b" l="l" r="r" t="t"/>
              <a:pathLst>
                <a:path extrusionOk="0" h="25607" w="4999">
                  <a:moveTo>
                    <a:pt x="2481" y="0"/>
                  </a:moveTo>
                  <a:cubicBezTo>
                    <a:pt x="2481" y="5053"/>
                    <a:pt x="0" y="9725"/>
                    <a:pt x="0" y="9725"/>
                  </a:cubicBezTo>
                  <a:cubicBezTo>
                    <a:pt x="1938" y="17349"/>
                    <a:pt x="1739" y="25607"/>
                    <a:pt x="1739" y="25607"/>
                  </a:cubicBezTo>
                  <a:lnTo>
                    <a:pt x="3260" y="25607"/>
                  </a:lnTo>
                  <a:cubicBezTo>
                    <a:pt x="3260" y="25607"/>
                    <a:pt x="3043" y="17349"/>
                    <a:pt x="4998" y="9725"/>
                  </a:cubicBezTo>
                  <a:cubicBezTo>
                    <a:pt x="3260" y="7425"/>
                    <a:pt x="2499" y="0"/>
                    <a:pt x="24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963013" y="1944805"/>
              <a:ext cx="70" cy="1274285"/>
            </a:xfrm>
            <a:custGeom>
              <a:rect b="b" l="l" r="r" t="t"/>
              <a:pathLst>
                <a:path extrusionOk="0" fill="none" h="18182" w="1">
                  <a:moveTo>
                    <a:pt x="0" y="18182"/>
                  </a:move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cap="rnd" cmpd="sng" w="58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896994" y="3749515"/>
              <a:ext cx="130779" cy="113047"/>
            </a:xfrm>
            <a:custGeom>
              <a:rect b="b" l="l" r="r" t="t"/>
              <a:pathLst>
                <a:path extrusionOk="0" h="1613" w="1866">
                  <a:moveTo>
                    <a:pt x="290" y="1"/>
                  </a:moveTo>
                  <a:cubicBezTo>
                    <a:pt x="109" y="182"/>
                    <a:pt x="1" y="435"/>
                    <a:pt x="1" y="689"/>
                  </a:cubicBezTo>
                  <a:cubicBezTo>
                    <a:pt x="1" y="1305"/>
                    <a:pt x="467" y="1612"/>
                    <a:pt x="933" y="1612"/>
                  </a:cubicBezTo>
                  <a:cubicBezTo>
                    <a:pt x="1400" y="1612"/>
                    <a:pt x="1866" y="1305"/>
                    <a:pt x="1866" y="689"/>
                  </a:cubicBezTo>
                  <a:cubicBezTo>
                    <a:pt x="1866" y="435"/>
                    <a:pt x="1775" y="182"/>
                    <a:pt x="15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861462" y="3218986"/>
              <a:ext cx="201845" cy="81299"/>
            </a:xfrm>
            <a:custGeom>
              <a:rect b="b" l="l" r="r" t="t"/>
              <a:pathLst>
                <a:path extrusionOk="0" h="1160" w="2880">
                  <a:moveTo>
                    <a:pt x="435" y="1"/>
                  </a:moveTo>
                  <a:cubicBezTo>
                    <a:pt x="182" y="1"/>
                    <a:pt x="1" y="200"/>
                    <a:pt x="1" y="436"/>
                  </a:cubicBezTo>
                  <a:lnTo>
                    <a:pt x="1" y="725"/>
                  </a:lnTo>
                  <a:cubicBezTo>
                    <a:pt x="1" y="961"/>
                    <a:pt x="182" y="1160"/>
                    <a:pt x="435" y="1160"/>
                  </a:cubicBezTo>
                  <a:lnTo>
                    <a:pt x="2463" y="1160"/>
                  </a:lnTo>
                  <a:cubicBezTo>
                    <a:pt x="2699" y="1160"/>
                    <a:pt x="2880" y="961"/>
                    <a:pt x="2880" y="725"/>
                  </a:cubicBezTo>
                  <a:lnTo>
                    <a:pt x="2880" y="436"/>
                  </a:lnTo>
                  <a:cubicBezTo>
                    <a:pt x="2880" y="200"/>
                    <a:pt x="2699" y="1"/>
                    <a:pt x="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916057" y="3300212"/>
              <a:ext cx="92722" cy="449385"/>
            </a:xfrm>
            <a:custGeom>
              <a:rect b="b" l="l" r="r" t="t"/>
              <a:pathLst>
                <a:path extrusionOk="0" h="6412" w="1323">
                  <a:moveTo>
                    <a:pt x="0" y="1"/>
                  </a:moveTo>
                  <a:lnTo>
                    <a:pt x="0" y="6412"/>
                  </a:lnTo>
                  <a:lnTo>
                    <a:pt x="1322" y="6412"/>
                  </a:lnTo>
                  <a:lnTo>
                    <a:pt x="13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916057" y="3367492"/>
              <a:ext cx="92722" cy="70"/>
            </a:xfrm>
            <a:custGeom>
              <a:rect b="b" l="l" r="r" t="t"/>
              <a:pathLst>
                <a:path extrusionOk="0" fill="none" h="1" w="1323">
                  <a:moveTo>
                    <a:pt x="0" y="1"/>
                  </a:moveTo>
                  <a:lnTo>
                    <a:pt x="1322" y="1"/>
                  </a:lnTo>
                </a:path>
              </a:pathLst>
            </a:custGeom>
            <a:solidFill>
              <a:schemeClr val="dk1"/>
            </a:solidFill>
            <a:ln cap="flat" cmpd="sng" w="587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916057" y="3442410"/>
              <a:ext cx="92722" cy="70"/>
            </a:xfrm>
            <a:custGeom>
              <a:rect b="b" l="l" r="r" t="t"/>
              <a:pathLst>
                <a:path extrusionOk="0" fill="none" h="1" w="1323">
                  <a:moveTo>
                    <a:pt x="0" y="0"/>
                  </a:moveTo>
                  <a:lnTo>
                    <a:pt x="1322" y="0"/>
                  </a:lnTo>
                </a:path>
              </a:pathLst>
            </a:custGeom>
            <a:solidFill>
              <a:schemeClr val="dk1"/>
            </a:solidFill>
            <a:ln cap="flat" cmpd="sng" w="587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916057" y="3515998"/>
              <a:ext cx="92722" cy="70"/>
            </a:xfrm>
            <a:custGeom>
              <a:rect b="b" l="l" r="r" t="t"/>
              <a:pathLst>
                <a:path extrusionOk="0" fill="none" h="1" w="1323">
                  <a:moveTo>
                    <a:pt x="0" y="1"/>
                  </a:moveTo>
                  <a:lnTo>
                    <a:pt x="1322" y="1"/>
                  </a:lnTo>
                </a:path>
              </a:pathLst>
            </a:custGeom>
            <a:solidFill>
              <a:schemeClr val="dk1"/>
            </a:solidFill>
            <a:ln cap="flat" cmpd="sng" w="587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916057" y="3590917"/>
              <a:ext cx="92722" cy="70"/>
            </a:xfrm>
            <a:custGeom>
              <a:rect b="b" l="l" r="r" t="t"/>
              <a:pathLst>
                <a:path extrusionOk="0" fill="none" h="1" w="1323">
                  <a:moveTo>
                    <a:pt x="0" y="0"/>
                  </a:moveTo>
                  <a:lnTo>
                    <a:pt x="1322" y="0"/>
                  </a:lnTo>
                </a:path>
              </a:pathLst>
            </a:custGeom>
            <a:solidFill>
              <a:schemeClr val="dk1"/>
            </a:solidFill>
            <a:ln cap="flat" cmpd="sng" w="587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916057" y="3664504"/>
              <a:ext cx="92722" cy="70"/>
            </a:xfrm>
            <a:custGeom>
              <a:rect b="b" l="l" r="r" t="t"/>
              <a:pathLst>
                <a:path extrusionOk="0" fill="none" h="1" w="1323">
                  <a:moveTo>
                    <a:pt x="0" y="0"/>
                  </a:moveTo>
                  <a:lnTo>
                    <a:pt x="1322" y="0"/>
                  </a:lnTo>
                </a:path>
              </a:pathLst>
            </a:custGeom>
            <a:solidFill>
              <a:schemeClr val="dk1"/>
            </a:solidFill>
            <a:ln cap="flat" cmpd="sng" w="587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9" name="Google Shape;1379;p65"/>
          <p:cNvGrpSpPr/>
          <p:nvPr/>
        </p:nvGrpSpPr>
        <p:grpSpPr>
          <a:xfrm>
            <a:off x="4690648" y="2206562"/>
            <a:ext cx="760910" cy="1612786"/>
            <a:chOff x="719995" y="1993125"/>
            <a:chExt cx="884163" cy="1874025"/>
          </a:xfrm>
        </p:grpSpPr>
        <p:cxnSp>
          <p:nvCxnSpPr>
            <p:cNvPr id="1380" name="Google Shape;1380;p65"/>
            <p:cNvCxnSpPr/>
            <p:nvPr/>
          </p:nvCxnSpPr>
          <p:spPr>
            <a:xfrm rot="10800000">
              <a:off x="1162050" y="2595450"/>
              <a:ext cx="0" cy="1271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81" name="Google Shape;1381;p65"/>
            <p:cNvGrpSpPr/>
            <p:nvPr/>
          </p:nvGrpSpPr>
          <p:grpSpPr>
            <a:xfrm>
              <a:off x="719995" y="1993125"/>
              <a:ext cx="884163" cy="884162"/>
              <a:chOff x="4438229" y="1912390"/>
              <a:chExt cx="995118" cy="995118"/>
            </a:xfrm>
          </p:grpSpPr>
          <p:sp>
            <p:nvSpPr>
              <p:cNvPr id="1382" name="Google Shape;1382;p65"/>
              <p:cNvSpPr/>
              <p:nvPr/>
            </p:nvSpPr>
            <p:spPr>
              <a:xfrm>
                <a:off x="4585474" y="2058373"/>
                <a:ext cx="236116" cy="237448"/>
              </a:xfrm>
              <a:custGeom>
                <a:rect b="b" l="l" r="r" t="t"/>
                <a:pathLst>
                  <a:path extrusionOk="0" h="3388" w="3369">
                    <a:moveTo>
                      <a:pt x="0" y="1"/>
                    </a:moveTo>
                    <a:lnTo>
                      <a:pt x="1739" y="3387"/>
                    </a:lnTo>
                    <a:cubicBezTo>
                      <a:pt x="2572" y="3242"/>
                      <a:pt x="3242" y="2572"/>
                      <a:pt x="3369" y="173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65"/>
              <p:cNvSpPr/>
              <p:nvPr/>
            </p:nvSpPr>
            <p:spPr>
              <a:xfrm>
                <a:off x="5051246" y="2525406"/>
                <a:ext cx="236116" cy="236186"/>
              </a:xfrm>
              <a:custGeom>
                <a:rect b="b" l="l" r="r" t="t"/>
                <a:pathLst>
                  <a:path extrusionOk="0" h="3370" w="3369">
                    <a:moveTo>
                      <a:pt x="1648" y="1"/>
                    </a:moveTo>
                    <a:cubicBezTo>
                      <a:pt x="797" y="128"/>
                      <a:pt x="145" y="798"/>
                      <a:pt x="0" y="1631"/>
                    </a:cubicBezTo>
                    <a:lnTo>
                      <a:pt x="3369" y="3369"/>
                    </a:lnTo>
                    <a:lnTo>
                      <a:pt x="16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65"/>
              <p:cNvSpPr/>
              <p:nvPr/>
            </p:nvSpPr>
            <p:spPr>
              <a:xfrm>
                <a:off x="5051246" y="2058373"/>
                <a:ext cx="236116" cy="237448"/>
              </a:xfrm>
              <a:custGeom>
                <a:rect b="b" l="l" r="r" t="t"/>
                <a:pathLst>
                  <a:path extrusionOk="0" h="3388" w="3369">
                    <a:moveTo>
                      <a:pt x="3369" y="1"/>
                    </a:moveTo>
                    <a:lnTo>
                      <a:pt x="0" y="1739"/>
                    </a:lnTo>
                    <a:cubicBezTo>
                      <a:pt x="145" y="2572"/>
                      <a:pt x="797" y="3242"/>
                      <a:pt x="1648" y="3387"/>
                    </a:cubicBezTo>
                    <a:lnTo>
                      <a:pt x="336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65"/>
              <p:cNvSpPr/>
              <p:nvPr/>
            </p:nvSpPr>
            <p:spPr>
              <a:xfrm>
                <a:off x="4585474" y="2525406"/>
                <a:ext cx="236116" cy="236186"/>
              </a:xfrm>
              <a:custGeom>
                <a:rect b="b" l="l" r="r" t="t"/>
                <a:pathLst>
                  <a:path extrusionOk="0" h="3370" w="3369">
                    <a:moveTo>
                      <a:pt x="1721" y="1"/>
                    </a:moveTo>
                    <a:lnTo>
                      <a:pt x="0" y="3369"/>
                    </a:lnTo>
                    <a:lnTo>
                      <a:pt x="3369" y="1631"/>
                    </a:lnTo>
                    <a:cubicBezTo>
                      <a:pt x="3224" y="798"/>
                      <a:pt x="2554" y="128"/>
                      <a:pt x="17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65"/>
              <p:cNvSpPr/>
              <p:nvPr/>
            </p:nvSpPr>
            <p:spPr>
              <a:xfrm>
                <a:off x="4628575" y="2128806"/>
                <a:ext cx="615627" cy="561101"/>
              </a:xfrm>
              <a:custGeom>
                <a:rect b="b" l="l" r="r" t="t"/>
                <a:pathLst>
                  <a:path extrusionOk="0" h="8006" w="8784">
                    <a:moveTo>
                      <a:pt x="4399" y="1"/>
                    </a:moveTo>
                    <a:cubicBezTo>
                      <a:pt x="4107" y="1"/>
                      <a:pt x="3811" y="33"/>
                      <a:pt x="3514" y="100"/>
                    </a:cubicBezTo>
                    <a:cubicBezTo>
                      <a:pt x="1359" y="589"/>
                      <a:pt x="1" y="2726"/>
                      <a:pt x="490" y="4881"/>
                    </a:cubicBezTo>
                    <a:cubicBezTo>
                      <a:pt x="911" y="6739"/>
                      <a:pt x="2558" y="8005"/>
                      <a:pt x="4385" y="8005"/>
                    </a:cubicBezTo>
                    <a:cubicBezTo>
                      <a:pt x="4677" y="8005"/>
                      <a:pt x="4974" y="7973"/>
                      <a:pt x="5271" y="7905"/>
                    </a:cubicBezTo>
                    <a:cubicBezTo>
                      <a:pt x="7426" y="7435"/>
                      <a:pt x="8784" y="5280"/>
                      <a:pt x="8295" y="3125"/>
                    </a:cubicBezTo>
                    <a:cubicBezTo>
                      <a:pt x="7873" y="1266"/>
                      <a:pt x="6227" y="1"/>
                      <a:pt x="43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65"/>
              <p:cNvSpPr/>
              <p:nvPr/>
            </p:nvSpPr>
            <p:spPr>
              <a:xfrm>
                <a:off x="4864685" y="2338845"/>
                <a:ext cx="142202" cy="142202"/>
              </a:xfrm>
              <a:custGeom>
                <a:rect b="b" l="l" r="r" t="t"/>
                <a:pathLst>
                  <a:path extrusionOk="0" h="2029" w="2029">
                    <a:moveTo>
                      <a:pt x="1014" y="1"/>
                    </a:moveTo>
                    <a:cubicBezTo>
                      <a:pt x="453" y="1"/>
                      <a:pt x="0" y="453"/>
                      <a:pt x="0" y="1015"/>
                    </a:cubicBezTo>
                    <a:cubicBezTo>
                      <a:pt x="0" y="1576"/>
                      <a:pt x="453" y="2029"/>
                      <a:pt x="1014" y="2029"/>
                    </a:cubicBezTo>
                    <a:cubicBezTo>
                      <a:pt x="1576" y="2029"/>
                      <a:pt x="2028" y="1576"/>
                      <a:pt x="2028" y="1015"/>
                    </a:cubicBezTo>
                    <a:cubicBezTo>
                      <a:pt x="2028" y="453"/>
                      <a:pt x="1576" y="1"/>
                      <a:pt x="10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65"/>
              <p:cNvSpPr/>
              <p:nvPr/>
            </p:nvSpPr>
            <p:spPr>
              <a:xfrm>
                <a:off x="4854523" y="1912390"/>
                <a:ext cx="162527" cy="279639"/>
              </a:xfrm>
              <a:custGeom>
                <a:rect b="b" l="l" r="r" t="t"/>
                <a:pathLst>
                  <a:path extrusionOk="0" h="3990" w="2319">
                    <a:moveTo>
                      <a:pt x="1159" y="1"/>
                    </a:moveTo>
                    <a:lnTo>
                      <a:pt x="0" y="3623"/>
                    </a:lnTo>
                    <a:cubicBezTo>
                      <a:pt x="344" y="3867"/>
                      <a:pt x="752" y="3990"/>
                      <a:pt x="1159" y="3990"/>
                    </a:cubicBezTo>
                    <a:cubicBezTo>
                      <a:pt x="1567" y="3990"/>
                      <a:pt x="1974" y="3867"/>
                      <a:pt x="2318" y="3623"/>
                    </a:cubicBezTo>
                    <a:lnTo>
                      <a:pt x="115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65"/>
              <p:cNvSpPr/>
              <p:nvPr/>
            </p:nvSpPr>
            <p:spPr>
              <a:xfrm>
                <a:off x="4854523" y="2627938"/>
                <a:ext cx="162527" cy="279569"/>
              </a:xfrm>
              <a:custGeom>
                <a:rect b="b" l="l" r="r" t="t"/>
                <a:pathLst>
                  <a:path extrusionOk="0" h="3989" w="2319">
                    <a:moveTo>
                      <a:pt x="1159" y="0"/>
                    </a:moveTo>
                    <a:cubicBezTo>
                      <a:pt x="752" y="0"/>
                      <a:pt x="344" y="122"/>
                      <a:pt x="0" y="367"/>
                    </a:cubicBezTo>
                    <a:lnTo>
                      <a:pt x="1159" y="3989"/>
                    </a:lnTo>
                    <a:lnTo>
                      <a:pt x="2318" y="367"/>
                    </a:lnTo>
                    <a:cubicBezTo>
                      <a:pt x="1974" y="122"/>
                      <a:pt x="1567" y="0"/>
                      <a:pt x="11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65"/>
              <p:cNvSpPr/>
              <p:nvPr/>
            </p:nvSpPr>
            <p:spPr>
              <a:xfrm>
                <a:off x="5145158" y="2328683"/>
                <a:ext cx="288190" cy="162527"/>
              </a:xfrm>
              <a:custGeom>
                <a:rect b="b" l="l" r="r" t="t"/>
                <a:pathLst>
                  <a:path extrusionOk="0" h="2319" w="4112">
                    <a:moveTo>
                      <a:pt x="489" y="1"/>
                    </a:moveTo>
                    <a:cubicBezTo>
                      <a:pt x="0" y="689"/>
                      <a:pt x="0" y="1631"/>
                      <a:pt x="489" y="2319"/>
                    </a:cubicBezTo>
                    <a:lnTo>
                      <a:pt x="4111" y="1160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65"/>
              <p:cNvSpPr/>
              <p:nvPr/>
            </p:nvSpPr>
            <p:spPr>
              <a:xfrm>
                <a:off x="4438229" y="2328683"/>
                <a:ext cx="288190" cy="162527"/>
              </a:xfrm>
              <a:custGeom>
                <a:rect b="b" l="l" r="r" t="t"/>
                <a:pathLst>
                  <a:path extrusionOk="0" h="2319" w="4112">
                    <a:moveTo>
                      <a:pt x="3622" y="1"/>
                    </a:moveTo>
                    <a:lnTo>
                      <a:pt x="0" y="1160"/>
                    </a:lnTo>
                    <a:lnTo>
                      <a:pt x="3622" y="2319"/>
                    </a:lnTo>
                    <a:cubicBezTo>
                      <a:pt x="4111" y="1631"/>
                      <a:pt x="4111" y="689"/>
                      <a:pt x="36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92" name="Google Shape;1392;p65"/>
          <p:cNvSpPr txBox="1"/>
          <p:nvPr>
            <p:ph idx="3" type="subTitle"/>
          </p:nvPr>
        </p:nvSpPr>
        <p:spPr>
          <a:xfrm>
            <a:off x="1638998" y="3620645"/>
            <a:ext cx="2907600" cy="3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</a:t>
            </a:r>
            <a:endParaRPr sz="1000">
              <a:solidFill>
                <a:srgbClr val="008000"/>
              </a:solidFill>
              <a:highlight>
                <a:srgbClr val="FEFE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3" name="Google Shape;1393;p65"/>
          <p:cNvSpPr txBox="1"/>
          <p:nvPr>
            <p:ph idx="1" type="subTitle"/>
          </p:nvPr>
        </p:nvSpPr>
        <p:spPr>
          <a:xfrm>
            <a:off x="1638999" y="3265591"/>
            <a:ext cx="29076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</a:t>
            </a:r>
            <a:endParaRPr/>
          </a:p>
        </p:txBody>
      </p:sp>
      <p:sp>
        <p:nvSpPr>
          <p:cNvPr id="1394" name="Google Shape;1394;p65"/>
          <p:cNvSpPr txBox="1"/>
          <p:nvPr>
            <p:ph idx="3" type="subTitle"/>
          </p:nvPr>
        </p:nvSpPr>
        <p:spPr>
          <a:xfrm>
            <a:off x="5592925" y="2607607"/>
            <a:ext cx="2907600" cy="3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 </a:t>
            </a:r>
            <a:r>
              <a:rPr i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BeautifulSoup</a:t>
            </a:r>
            <a:endParaRPr>
              <a:solidFill>
                <a:srgbClr val="008000"/>
              </a:solidFill>
              <a:highlight>
                <a:srgbClr val="FEFE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5" name="Google Shape;1395;p65"/>
          <p:cNvSpPr txBox="1"/>
          <p:nvPr>
            <p:ph idx="1" type="subTitle"/>
          </p:nvPr>
        </p:nvSpPr>
        <p:spPr>
          <a:xfrm>
            <a:off x="5622576" y="2203278"/>
            <a:ext cx="29076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Alati</a:t>
            </a:r>
            <a:endParaRPr/>
          </a:p>
        </p:txBody>
      </p:sp>
      <p:sp>
        <p:nvSpPr>
          <p:cNvPr id="1396" name="Google Shape;1396;p65"/>
          <p:cNvSpPr txBox="1"/>
          <p:nvPr>
            <p:ph idx="3" type="subTitle"/>
          </p:nvPr>
        </p:nvSpPr>
        <p:spPr>
          <a:xfrm>
            <a:off x="5595593" y="3620645"/>
            <a:ext cx="2907600" cy="32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 1s + filtriranje</a:t>
            </a:r>
            <a:endParaRPr sz="1000">
              <a:solidFill>
                <a:srgbClr val="008000"/>
              </a:solidFill>
              <a:highlight>
                <a:srgbClr val="FEFE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7" name="Google Shape;1397;p65"/>
          <p:cNvSpPr txBox="1"/>
          <p:nvPr>
            <p:ph idx="1" type="subTitle"/>
          </p:nvPr>
        </p:nvSpPr>
        <p:spPr>
          <a:xfrm>
            <a:off x="5595595" y="3265591"/>
            <a:ext cx="29076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limiting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Preprocesiranje i generisanje opisa</a:t>
            </a:r>
            <a:endParaRPr/>
          </a:p>
        </p:txBody>
      </p:sp>
      <p:sp>
        <p:nvSpPr>
          <p:cNvPr id="1403" name="Google Shape;1403;p66"/>
          <p:cNvSpPr txBox="1"/>
          <p:nvPr/>
        </p:nvSpPr>
        <p:spPr>
          <a:xfrm>
            <a:off x="1680369" y="2259375"/>
            <a:ext cx="181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Slike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04" name="Google Shape;1404;p66"/>
          <p:cNvSpPr txBox="1"/>
          <p:nvPr/>
        </p:nvSpPr>
        <p:spPr>
          <a:xfrm>
            <a:off x="1680375" y="2539600"/>
            <a:ext cx="1815900" cy="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66"/>
          <p:cNvSpPr txBox="1"/>
          <p:nvPr/>
        </p:nvSpPr>
        <p:spPr>
          <a:xfrm>
            <a:off x="619116" y="3655375"/>
            <a:ext cx="2235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Transformacija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06" name="Google Shape;1406;p66"/>
          <p:cNvSpPr txBox="1"/>
          <p:nvPr/>
        </p:nvSpPr>
        <p:spPr>
          <a:xfrm>
            <a:off x="714625" y="3935575"/>
            <a:ext cx="18738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Normalizacija rezolucije i augmentacija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7" name="Google Shape;1407;p66"/>
          <p:cNvSpPr txBox="1"/>
          <p:nvPr/>
        </p:nvSpPr>
        <p:spPr>
          <a:xfrm>
            <a:off x="2646149" y="3655375"/>
            <a:ext cx="181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CLIP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08" name="Google Shape;1408;p66"/>
          <p:cNvSpPr txBox="1"/>
          <p:nvPr/>
        </p:nvSpPr>
        <p:spPr>
          <a:xfrm>
            <a:off x="2646150" y="3935575"/>
            <a:ext cx="18159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Filtriranje slika korišćenjem prompta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9" name="Google Shape;1409;p66"/>
          <p:cNvCxnSpPr>
            <a:stCxn id="1404" idx="2"/>
            <a:endCxn id="1405" idx="0"/>
          </p:cNvCxnSpPr>
          <p:nvPr/>
        </p:nvCxnSpPr>
        <p:spPr>
          <a:xfrm rot="5400000">
            <a:off x="1615425" y="2682400"/>
            <a:ext cx="1094400" cy="8514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10" name="Google Shape;1410;p66"/>
          <p:cNvCxnSpPr>
            <a:stCxn id="1404" idx="2"/>
            <a:endCxn id="1407" idx="0"/>
          </p:cNvCxnSpPr>
          <p:nvPr/>
        </p:nvCxnSpPr>
        <p:spPr>
          <a:xfrm flipH="1" rot="-5400000">
            <a:off x="2523975" y="2625250"/>
            <a:ext cx="1094400" cy="965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11" name="Google Shape;1411;p66"/>
          <p:cNvSpPr/>
          <p:nvPr/>
        </p:nvSpPr>
        <p:spPr>
          <a:xfrm>
            <a:off x="2232819" y="1422713"/>
            <a:ext cx="711000" cy="71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66"/>
          <p:cNvSpPr txBox="1"/>
          <p:nvPr/>
        </p:nvSpPr>
        <p:spPr>
          <a:xfrm>
            <a:off x="5648038" y="2259375"/>
            <a:ext cx="181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Opis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13" name="Google Shape;1413;p66"/>
          <p:cNvSpPr txBox="1"/>
          <p:nvPr/>
        </p:nvSpPr>
        <p:spPr>
          <a:xfrm>
            <a:off x="5648050" y="2539600"/>
            <a:ext cx="1815900" cy="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66"/>
          <p:cNvSpPr txBox="1"/>
          <p:nvPr/>
        </p:nvSpPr>
        <p:spPr>
          <a:xfrm>
            <a:off x="4682275" y="3655375"/>
            <a:ext cx="181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BLIP-2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15" name="Google Shape;1415;p66"/>
          <p:cNvSpPr txBox="1"/>
          <p:nvPr/>
        </p:nvSpPr>
        <p:spPr>
          <a:xfrm>
            <a:off x="4682275" y="3935575"/>
            <a:ext cx="181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Generisanje tekstualnih opisa likova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66"/>
          <p:cNvSpPr txBox="1"/>
          <p:nvPr/>
        </p:nvSpPr>
        <p:spPr>
          <a:xfrm>
            <a:off x="6613811" y="3655375"/>
            <a:ext cx="1815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GPT-4o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17" name="Google Shape;1417;p66"/>
          <p:cNvSpPr txBox="1"/>
          <p:nvPr/>
        </p:nvSpPr>
        <p:spPr>
          <a:xfrm>
            <a:off x="6613805" y="3935575"/>
            <a:ext cx="181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Rafiniranje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standardizacija opisa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8" name="Google Shape;1418;p66"/>
          <p:cNvCxnSpPr>
            <a:stCxn id="1413" idx="2"/>
            <a:endCxn id="1414" idx="0"/>
          </p:cNvCxnSpPr>
          <p:nvPr/>
        </p:nvCxnSpPr>
        <p:spPr>
          <a:xfrm rot="5400000">
            <a:off x="5525950" y="2625250"/>
            <a:ext cx="1094400" cy="965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19" name="Google Shape;1419;p66"/>
          <p:cNvCxnSpPr>
            <a:stCxn id="1413" idx="2"/>
            <a:endCxn id="1416" idx="0"/>
          </p:cNvCxnSpPr>
          <p:nvPr/>
        </p:nvCxnSpPr>
        <p:spPr>
          <a:xfrm flipH="1" rot="-5400000">
            <a:off x="6491650" y="2625250"/>
            <a:ext cx="1094400" cy="965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20" name="Google Shape;1420;p66"/>
          <p:cNvSpPr/>
          <p:nvPr/>
        </p:nvSpPr>
        <p:spPr>
          <a:xfrm>
            <a:off x="6200500" y="1422713"/>
            <a:ext cx="711000" cy="71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1" name="Google Shape;1421;p66"/>
          <p:cNvGrpSpPr/>
          <p:nvPr/>
        </p:nvGrpSpPr>
        <p:grpSpPr>
          <a:xfrm>
            <a:off x="6338334" y="1560993"/>
            <a:ext cx="435336" cy="435336"/>
            <a:chOff x="7425250" y="1826425"/>
            <a:chExt cx="459700" cy="459700"/>
          </a:xfrm>
        </p:grpSpPr>
        <p:sp>
          <p:nvSpPr>
            <p:cNvPr id="1422" name="Google Shape;1422;p66"/>
            <p:cNvSpPr/>
            <p:nvPr/>
          </p:nvSpPr>
          <p:spPr>
            <a:xfrm>
              <a:off x="7668675" y="1979800"/>
              <a:ext cx="216275" cy="306325"/>
            </a:xfrm>
            <a:custGeom>
              <a:rect b="b" l="l" r="r" t="t"/>
              <a:pathLst>
                <a:path extrusionOk="0" h="12253" w="8651">
                  <a:moveTo>
                    <a:pt x="7307" y="1"/>
                  </a:moveTo>
                  <a:lnTo>
                    <a:pt x="7307" y="10909"/>
                  </a:lnTo>
                  <a:lnTo>
                    <a:pt x="0" y="10909"/>
                  </a:lnTo>
                  <a:lnTo>
                    <a:pt x="0" y="12253"/>
                  </a:lnTo>
                  <a:lnTo>
                    <a:pt x="8651" y="12253"/>
                  </a:lnTo>
                  <a:lnTo>
                    <a:pt x="8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6"/>
            <p:cNvSpPr/>
            <p:nvPr/>
          </p:nvSpPr>
          <p:spPr>
            <a:xfrm>
              <a:off x="7425250" y="1979800"/>
              <a:ext cx="216725" cy="306325"/>
            </a:xfrm>
            <a:custGeom>
              <a:rect b="b" l="l" r="r" t="t"/>
              <a:pathLst>
                <a:path extrusionOk="0" h="12253" w="8669">
                  <a:moveTo>
                    <a:pt x="1" y="1"/>
                  </a:moveTo>
                  <a:lnTo>
                    <a:pt x="1" y="12253"/>
                  </a:lnTo>
                  <a:lnTo>
                    <a:pt x="8669" y="12253"/>
                  </a:lnTo>
                  <a:lnTo>
                    <a:pt x="8669" y="10909"/>
                  </a:lnTo>
                  <a:lnTo>
                    <a:pt x="1362" y="10909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6"/>
            <p:cNvSpPr/>
            <p:nvPr/>
          </p:nvSpPr>
          <p:spPr>
            <a:xfrm>
              <a:off x="7486000" y="1949225"/>
              <a:ext cx="155975" cy="276175"/>
            </a:xfrm>
            <a:custGeom>
              <a:rect b="b" l="l" r="r" t="t"/>
              <a:pathLst>
                <a:path extrusionOk="0" h="11047" w="6239">
                  <a:moveTo>
                    <a:pt x="4946" y="1362"/>
                  </a:moveTo>
                  <a:lnTo>
                    <a:pt x="4946" y="2430"/>
                  </a:lnTo>
                  <a:lnTo>
                    <a:pt x="1276" y="2430"/>
                  </a:lnTo>
                  <a:lnTo>
                    <a:pt x="1276" y="1362"/>
                  </a:lnTo>
                  <a:close/>
                  <a:moveTo>
                    <a:pt x="4946" y="3774"/>
                  </a:moveTo>
                  <a:lnTo>
                    <a:pt x="4946" y="4860"/>
                  </a:lnTo>
                  <a:lnTo>
                    <a:pt x="1276" y="4860"/>
                  </a:lnTo>
                  <a:lnTo>
                    <a:pt x="1276" y="3774"/>
                  </a:lnTo>
                  <a:close/>
                  <a:moveTo>
                    <a:pt x="4946" y="6204"/>
                  </a:moveTo>
                  <a:lnTo>
                    <a:pt x="4946" y="7272"/>
                  </a:lnTo>
                  <a:lnTo>
                    <a:pt x="1276" y="7272"/>
                  </a:lnTo>
                  <a:lnTo>
                    <a:pt x="1276" y="6204"/>
                  </a:lnTo>
                  <a:close/>
                  <a:moveTo>
                    <a:pt x="4946" y="8634"/>
                  </a:moveTo>
                  <a:lnTo>
                    <a:pt x="4946" y="9702"/>
                  </a:lnTo>
                  <a:lnTo>
                    <a:pt x="1276" y="9702"/>
                  </a:lnTo>
                  <a:lnTo>
                    <a:pt x="1276" y="8634"/>
                  </a:lnTo>
                  <a:close/>
                  <a:moveTo>
                    <a:pt x="1" y="0"/>
                  </a:moveTo>
                  <a:lnTo>
                    <a:pt x="1" y="11046"/>
                  </a:lnTo>
                  <a:lnTo>
                    <a:pt x="6239" y="11046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6"/>
            <p:cNvSpPr/>
            <p:nvPr/>
          </p:nvSpPr>
          <p:spPr>
            <a:xfrm>
              <a:off x="7668675" y="1949225"/>
              <a:ext cx="155975" cy="276175"/>
            </a:xfrm>
            <a:custGeom>
              <a:rect b="b" l="l" r="r" t="t"/>
              <a:pathLst>
                <a:path extrusionOk="0" h="11047" w="6239">
                  <a:moveTo>
                    <a:pt x="4946" y="1362"/>
                  </a:moveTo>
                  <a:lnTo>
                    <a:pt x="4946" y="2430"/>
                  </a:lnTo>
                  <a:lnTo>
                    <a:pt x="1275" y="2430"/>
                  </a:lnTo>
                  <a:lnTo>
                    <a:pt x="1275" y="1362"/>
                  </a:lnTo>
                  <a:close/>
                  <a:moveTo>
                    <a:pt x="4946" y="3774"/>
                  </a:moveTo>
                  <a:lnTo>
                    <a:pt x="4946" y="4860"/>
                  </a:lnTo>
                  <a:lnTo>
                    <a:pt x="1275" y="4860"/>
                  </a:lnTo>
                  <a:lnTo>
                    <a:pt x="1275" y="3774"/>
                  </a:lnTo>
                  <a:close/>
                  <a:moveTo>
                    <a:pt x="4946" y="6204"/>
                  </a:moveTo>
                  <a:lnTo>
                    <a:pt x="4946" y="7272"/>
                  </a:lnTo>
                  <a:lnTo>
                    <a:pt x="1275" y="7272"/>
                  </a:lnTo>
                  <a:lnTo>
                    <a:pt x="1275" y="6204"/>
                  </a:lnTo>
                  <a:close/>
                  <a:moveTo>
                    <a:pt x="4946" y="8634"/>
                  </a:moveTo>
                  <a:lnTo>
                    <a:pt x="4946" y="9702"/>
                  </a:lnTo>
                  <a:lnTo>
                    <a:pt x="1275" y="9702"/>
                  </a:lnTo>
                  <a:lnTo>
                    <a:pt x="1275" y="8634"/>
                  </a:lnTo>
                  <a:close/>
                  <a:moveTo>
                    <a:pt x="0" y="0"/>
                  </a:moveTo>
                  <a:lnTo>
                    <a:pt x="0" y="11046"/>
                  </a:lnTo>
                  <a:lnTo>
                    <a:pt x="6238" y="11046"/>
                  </a:lnTo>
                  <a:lnTo>
                    <a:pt x="6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6"/>
            <p:cNvSpPr/>
            <p:nvPr/>
          </p:nvSpPr>
          <p:spPr>
            <a:xfrm>
              <a:off x="7641950" y="1826425"/>
              <a:ext cx="26750" cy="55600"/>
            </a:xfrm>
            <a:custGeom>
              <a:rect b="b" l="l" r="r" t="t"/>
              <a:pathLst>
                <a:path extrusionOk="0" h="2224" w="1070">
                  <a:moveTo>
                    <a:pt x="1" y="1"/>
                  </a:moveTo>
                  <a:lnTo>
                    <a:pt x="1" y="2224"/>
                  </a:lnTo>
                  <a:lnTo>
                    <a:pt x="1069" y="2224"/>
                  </a:lnTo>
                  <a:lnTo>
                    <a:pt x="1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6"/>
            <p:cNvSpPr/>
            <p:nvPr/>
          </p:nvSpPr>
          <p:spPr>
            <a:xfrm>
              <a:off x="7555375" y="1845400"/>
              <a:ext cx="50850" cy="61200"/>
            </a:xfrm>
            <a:custGeom>
              <a:rect b="b" l="l" r="r" t="t"/>
              <a:pathLst>
                <a:path extrusionOk="0" h="2448" w="2034">
                  <a:moveTo>
                    <a:pt x="931" y="0"/>
                  </a:moveTo>
                  <a:lnTo>
                    <a:pt x="0" y="534"/>
                  </a:lnTo>
                  <a:lnTo>
                    <a:pt x="1103" y="2447"/>
                  </a:lnTo>
                  <a:lnTo>
                    <a:pt x="2034" y="1913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6"/>
            <p:cNvSpPr/>
            <p:nvPr/>
          </p:nvSpPr>
          <p:spPr>
            <a:xfrm>
              <a:off x="7704000" y="1845400"/>
              <a:ext cx="51275" cy="61200"/>
            </a:xfrm>
            <a:custGeom>
              <a:rect b="b" l="l" r="r" t="t"/>
              <a:pathLst>
                <a:path extrusionOk="0" h="2448" w="2051">
                  <a:moveTo>
                    <a:pt x="1120" y="0"/>
                  </a:moveTo>
                  <a:lnTo>
                    <a:pt x="0" y="1913"/>
                  </a:lnTo>
                  <a:lnTo>
                    <a:pt x="948" y="2447"/>
                  </a:lnTo>
                  <a:lnTo>
                    <a:pt x="2051" y="534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6575" lIns="86575" spcFirstLastPara="1" rIns="86575" wrap="square" tIns="86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9" name="Google Shape;1429;p66"/>
          <p:cNvGrpSpPr/>
          <p:nvPr/>
        </p:nvGrpSpPr>
        <p:grpSpPr>
          <a:xfrm>
            <a:off x="2459488" y="1548813"/>
            <a:ext cx="257650" cy="459700"/>
            <a:chOff x="6156075" y="3084400"/>
            <a:chExt cx="257650" cy="459700"/>
          </a:xfrm>
        </p:grpSpPr>
        <p:sp>
          <p:nvSpPr>
            <p:cNvPr id="1430" name="Google Shape;1430;p66"/>
            <p:cNvSpPr/>
            <p:nvPr/>
          </p:nvSpPr>
          <p:spPr>
            <a:xfrm>
              <a:off x="6222000" y="3084400"/>
              <a:ext cx="191725" cy="134450"/>
            </a:xfrm>
            <a:custGeom>
              <a:rect b="b" l="l" r="r" t="t"/>
              <a:pathLst>
                <a:path extrusionOk="0" h="5378" w="7669">
                  <a:moveTo>
                    <a:pt x="7669" y="1"/>
                  </a:moveTo>
                  <a:cubicBezTo>
                    <a:pt x="6652" y="604"/>
                    <a:pt x="5515" y="931"/>
                    <a:pt x="4343" y="931"/>
                  </a:cubicBezTo>
                  <a:lnTo>
                    <a:pt x="2465" y="931"/>
                  </a:lnTo>
                  <a:cubicBezTo>
                    <a:pt x="1103" y="931"/>
                    <a:pt x="0" y="2034"/>
                    <a:pt x="0" y="3395"/>
                  </a:cubicBezTo>
                  <a:cubicBezTo>
                    <a:pt x="0" y="4050"/>
                    <a:pt x="156" y="4688"/>
                    <a:pt x="448" y="5239"/>
                  </a:cubicBezTo>
                  <a:lnTo>
                    <a:pt x="2465" y="4740"/>
                  </a:lnTo>
                  <a:lnTo>
                    <a:pt x="4981" y="5377"/>
                  </a:lnTo>
                  <a:cubicBezTo>
                    <a:pt x="5084" y="5291"/>
                    <a:pt x="5205" y="5205"/>
                    <a:pt x="5325" y="5119"/>
                  </a:cubicBezTo>
                  <a:cubicBezTo>
                    <a:pt x="6704" y="4223"/>
                    <a:pt x="7669" y="2706"/>
                    <a:pt x="7669" y="931"/>
                  </a:cubicBezTo>
                  <a:lnTo>
                    <a:pt x="7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6"/>
            <p:cNvSpPr/>
            <p:nvPr/>
          </p:nvSpPr>
          <p:spPr>
            <a:xfrm>
              <a:off x="6185800" y="3478175"/>
              <a:ext cx="195625" cy="65925"/>
            </a:xfrm>
            <a:custGeom>
              <a:rect b="b" l="l" r="r" t="t"/>
              <a:pathLst>
                <a:path extrusionOk="0" h="2637" w="7825">
                  <a:moveTo>
                    <a:pt x="1" y="0"/>
                  </a:moveTo>
                  <a:lnTo>
                    <a:pt x="1" y="1327"/>
                  </a:lnTo>
                  <a:lnTo>
                    <a:pt x="3913" y="2637"/>
                  </a:lnTo>
                  <a:lnTo>
                    <a:pt x="7824" y="1327"/>
                  </a:lnTo>
                  <a:lnTo>
                    <a:pt x="7824" y="0"/>
                  </a:lnTo>
                  <a:lnTo>
                    <a:pt x="3913" y="12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6"/>
            <p:cNvSpPr/>
            <p:nvPr/>
          </p:nvSpPr>
          <p:spPr>
            <a:xfrm>
              <a:off x="6185800" y="3230450"/>
              <a:ext cx="195625" cy="51725"/>
            </a:xfrm>
            <a:custGeom>
              <a:rect b="b" l="l" r="r" t="t"/>
              <a:pathLst>
                <a:path extrusionOk="0" h="2069" w="7825">
                  <a:moveTo>
                    <a:pt x="3913" y="0"/>
                  </a:moveTo>
                  <a:lnTo>
                    <a:pt x="1" y="983"/>
                  </a:lnTo>
                  <a:lnTo>
                    <a:pt x="1" y="2068"/>
                  </a:lnTo>
                  <a:lnTo>
                    <a:pt x="7824" y="2068"/>
                  </a:lnTo>
                  <a:lnTo>
                    <a:pt x="7824" y="983"/>
                  </a:lnTo>
                  <a:lnTo>
                    <a:pt x="39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6"/>
            <p:cNvSpPr/>
            <p:nvPr/>
          </p:nvSpPr>
          <p:spPr>
            <a:xfrm>
              <a:off x="6296950" y="3308850"/>
              <a:ext cx="43550" cy="168900"/>
            </a:xfrm>
            <a:custGeom>
              <a:rect b="b" l="l" r="r" t="t"/>
              <a:pathLst>
                <a:path extrusionOk="0" h="6756" w="1742">
                  <a:moveTo>
                    <a:pt x="1" y="1"/>
                  </a:moveTo>
                  <a:lnTo>
                    <a:pt x="1" y="6756"/>
                  </a:lnTo>
                  <a:lnTo>
                    <a:pt x="1741" y="6187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6"/>
            <p:cNvSpPr/>
            <p:nvPr/>
          </p:nvSpPr>
          <p:spPr>
            <a:xfrm>
              <a:off x="6226725" y="3308850"/>
              <a:ext cx="43125" cy="168900"/>
            </a:xfrm>
            <a:custGeom>
              <a:rect b="b" l="l" r="r" t="t"/>
              <a:pathLst>
                <a:path extrusionOk="0" h="6756" w="1725">
                  <a:moveTo>
                    <a:pt x="1" y="1"/>
                  </a:moveTo>
                  <a:lnTo>
                    <a:pt x="1" y="6187"/>
                  </a:lnTo>
                  <a:lnTo>
                    <a:pt x="1724" y="6756"/>
                  </a:lnTo>
                  <a:lnTo>
                    <a:pt x="1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6"/>
            <p:cNvSpPr/>
            <p:nvPr/>
          </p:nvSpPr>
          <p:spPr>
            <a:xfrm>
              <a:off x="6367175" y="3308850"/>
              <a:ext cx="43550" cy="145650"/>
            </a:xfrm>
            <a:custGeom>
              <a:rect b="b" l="l" r="r" t="t"/>
              <a:pathLst>
                <a:path extrusionOk="0" h="5826" w="1742">
                  <a:moveTo>
                    <a:pt x="1" y="1"/>
                  </a:moveTo>
                  <a:lnTo>
                    <a:pt x="1" y="5825"/>
                  </a:lnTo>
                  <a:lnTo>
                    <a:pt x="1741" y="5239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6"/>
            <p:cNvSpPr/>
            <p:nvPr/>
          </p:nvSpPr>
          <p:spPr>
            <a:xfrm>
              <a:off x="6156075" y="3308850"/>
              <a:ext cx="43550" cy="145650"/>
            </a:xfrm>
            <a:custGeom>
              <a:rect b="b" l="l" r="r" t="t"/>
              <a:pathLst>
                <a:path extrusionOk="0" h="5826" w="1742">
                  <a:moveTo>
                    <a:pt x="1" y="1"/>
                  </a:moveTo>
                  <a:lnTo>
                    <a:pt x="1" y="5239"/>
                  </a:lnTo>
                  <a:lnTo>
                    <a:pt x="1741" y="5825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1" name="Google Shape;1441;p67"/>
          <p:cNvGrpSpPr/>
          <p:nvPr/>
        </p:nvGrpSpPr>
        <p:grpSpPr>
          <a:xfrm>
            <a:off x="-150589" y="120357"/>
            <a:ext cx="9716014" cy="2684577"/>
            <a:chOff x="-150589" y="120357"/>
            <a:chExt cx="9716014" cy="2684577"/>
          </a:xfrm>
        </p:grpSpPr>
        <p:sp>
          <p:nvSpPr>
            <p:cNvPr id="1442" name="Google Shape;1442;p67"/>
            <p:cNvSpPr/>
            <p:nvPr/>
          </p:nvSpPr>
          <p:spPr>
            <a:xfrm>
              <a:off x="7234330" y="166151"/>
              <a:ext cx="1825090" cy="501884"/>
            </a:xfrm>
            <a:custGeom>
              <a:rect b="b" l="l" r="r" t="t"/>
              <a:pathLst>
                <a:path extrusionOk="0" h="14629" w="53198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7"/>
            <p:cNvSpPr/>
            <p:nvPr/>
          </p:nvSpPr>
          <p:spPr>
            <a:xfrm>
              <a:off x="211463" y="1026661"/>
              <a:ext cx="1470659" cy="404419"/>
            </a:xfrm>
            <a:custGeom>
              <a:rect b="b" l="l" r="r" t="t"/>
              <a:pathLst>
                <a:path extrusionOk="0" h="14629" w="53198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7"/>
            <p:cNvSpPr/>
            <p:nvPr/>
          </p:nvSpPr>
          <p:spPr>
            <a:xfrm>
              <a:off x="8772754" y="1735823"/>
              <a:ext cx="562025" cy="45801"/>
            </a:xfrm>
            <a:custGeom>
              <a:rect b="b" l="l" r="r" t="t"/>
              <a:pathLst>
                <a:path extrusionOk="0" h="1335" w="16382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7"/>
            <p:cNvSpPr/>
            <p:nvPr/>
          </p:nvSpPr>
          <p:spPr>
            <a:xfrm>
              <a:off x="-150589" y="285743"/>
              <a:ext cx="562060" cy="46144"/>
            </a:xfrm>
            <a:custGeom>
              <a:rect b="b" l="l" r="r" t="t"/>
              <a:pathLst>
                <a:path extrusionOk="0" h="1345" w="16383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7"/>
            <p:cNvSpPr/>
            <p:nvPr/>
          </p:nvSpPr>
          <p:spPr>
            <a:xfrm>
              <a:off x="9003400" y="1399993"/>
              <a:ext cx="562025" cy="45766"/>
            </a:xfrm>
            <a:custGeom>
              <a:rect b="b" l="l" r="r" t="t"/>
              <a:pathLst>
                <a:path extrusionOk="0" h="1334" w="16382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7"/>
            <p:cNvSpPr/>
            <p:nvPr/>
          </p:nvSpPr>
          <p:spPr>
            <a:xfrm>
              <a:off x="860710" y="120357"/>
              <a:ext cx="561682" cy="45801"/>
            </a:xfrm>
            <a:custGeom>
              <a:rect b="b" l="l" r="r" t="t"/>
              <a:pathLst>
                <a:path extrusionOk="0" h="1335" w="16372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7"/>
            <p:cNvSpPr/>
            <p:nvPr/>
          </p:nvSpPr>
          <p:spPr>
            <a:xfrm>
              <a:off x="-150403" y="2758791"/>
              <a:ext cx="561682" cy="46144"/>
            </a:xfrm>
            <a:custGeom>
              <a:rect b="b" l="l" r="r" t="t"/>
              <a:pathLst>
                <a:path extrusionOk="0" h="1345" w="16372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9" name="Google Shape;1449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Obuka modela</a:t>
            </a:r>
            <a:endParaRPr/>
          </a:p>
        </p:txBody>
      </p:sp>
      <p:sp>
        <p:nvSpPr>
          <p:cNvPr id="1450" name="Google Shape;1450;p67"/>
          <p:cNvSpPr txBox="1"/>
          <p:nvPr>
            <p:ph idx="1" type="subTitle"/>
          </p:nvPr>
        </p:nvSpPr>
        <p:spPr>
          <a:xfrm>
            <a:off x="993957" y="2448088"/>
            <a:ext cx="31863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 1.5</a:t>
            </a:r>
            <a:endParaRPr/>
          </a:p>
        </p:txBody>
      </p:sp>
      <p:sp>
        <p:nvSpPr>
          <p:cNvPr id="1451" name="Google Shape;1451;p67"/>
          <p:cNvSpPr txBox="1"/>
          <p:nvPr>
            <p:ph idx="2" type="subTitle"/>
          </p:nvPr>
        </p:nvSpPr>
        <p:spPr>
          <a:xfrm>
            <a:off x="762200" y="2886925"/>
            <a:ext cx="16377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LoRA rank: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4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Preciznost: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FP16</a:t>
            </a:r>
            <a:b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</a:b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Batch size: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4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Learning rate: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1×10⁻⁵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52" name="Google Shape;1452;p67"/>
          <p:cNvSpPr txBox="1"/>
          <p:nvPr>
            <p:ph idx="3" type="subTitle"/>
          </p:nvPr>
        </p:nvSpPr>
        <p:spPr>
          <a:xfrm>
            <a:off x="4979732" y="2448088"/>
            <a:ext cx="31863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SDXL 1.0</a:t>
            </a:r>
            <a:endParaRPr/>
          </a:p>
        </p:txBody>
      </p:sp>
      <p:sp>
        <p:nvSpPr>
          <p:cNvPr id="1453" name="Google Shape;1453;p67"/>
          <p:cNvSpPr txBox="1"/>
          <p:nvPr>
            <p:ph idx="4" type="subTitle"/>
          </p:nvPr>
        </p:nvSpPr>
        <p:spPr>
          <a:xfrm>
            <a:off x="4889182" y="2915082"/>
            <a:ext cx="31863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LoRA rank: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32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Preciznost: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FP16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Batch size: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4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Learning rate: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5×10⁻⁴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54" name="Google Shape;1454;p67"/>
          <p:cNvSpPr/>
          <p:nvPr/>
        </p:nvSpPr>
        <p:spPr>
          <a:xfrm>
            <a:off x="2120860" y="1447713"/>
            <a:ext cx="932493" cy="849502"/>
          </a:xfrm>
          <a:custGeom>
            <a:rect b="b" l="l" r="r" t="t"/>
            <a:pathLst>
              <a:path extrusionOk="0" h="48696" w="53461">
                <a:moveTo>
                  <a:pt x="26734" y="1"/>
                </a:moveTo>
                <a:cubicBezTo>
                  <a:pt x="20503" y="1"/>
                  <a:pt x="14271" y="2379"/>
                  <a:pt x="9514" y="7136"/>
                </a:cubicBezTo>
                <a:cubicBezTo>
                  <a:pt x="0" y="16640"/>
                  <a:pt x="0" y="32055"/>
                  <a:pt x="9514" y="41568"/>
                </a:cubicBezTo>
                <a:cubicBezTo>
                  <a:pt x="14271" y="46320"/>
                  <a:pt x="20503" y="48696"/>
                  <a:pt x="26734" y="48696"/>
                </a:cubicBezTo>
                <a:cubicBezTo>
                  <a:pt x="32965" y="48696"/>
                  <a:pt x="39195" y="46320"/>
                  <a:pt x="43946" y="41568"/>
                </a:cubicBezTo>
                <a:cubicBezTo>
                  <a:pt x="53460" y="32055"/>
                  <a:pt x="53460" y="16640"/>
                  <a:pt x="43946" y="7136"/>
                </a:cubicBezTo>
                <a:cubicBezTo>
                  <a:pt x="39195" y="2379"/>
                  <a:pt x="32965" y="1"/>
                  <a:pt x="2673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55" name="Google Shape;1455;p67"/>
          <p:cNvSpPr/>
          <p:nvPr/>
        </p:nvSpPr>
        <p:spPr>
          <a:xfrm>
            <a:off x="6106635" y="1447713"/>
            <a:ext cx="932493" cy="849502"/>
          </a:xfrm>
          <a:custGeom>
            <a:rect b="b" l="l" r="r" t="t"/>
            <a:pathLst>
              <a:path extrusionOk="0" h="48696" w="53461">
                <a:moveTo>
                  <a:pt x="26734" y="1"/>
                </a:moveTo>
                <a:cubicBezTo>
                  <a:pt x="20503" y="1"/>
                  <a:pt x="14271" y="2379"/>
                  <a:pt x="9514" y="7136"/>
                </a:cubicBezTo>
                <a:cubicBezTo>
                  <a:pt x="0" y="16640"/>
                  <a:pt x="0" y="32055"/>
                  <a:pt x="9514" y="41568"/>
                </a:cubicBezTo>
                <a:cubicBezTo>
                  <a:pt x="14271" y="46320"/>
                  <a:pt x="20503" y="48696"/>
                  <a:pt x="26734" y="48696"/>
                </a:cubicBezTo>
                <a:cubicBezTo>
                  <a:pt x="32965" y="48696"/>
                  <a:pt x="39195" y="46320"/>
                  <a:pt x="43946" y="41568"/>
                </a:cubicBezTo>
                <a:cubicBezTo>
                  <a:pt x="53460" y="32055"/>
                  <a:pt x="53460" y="16640"/>
                  <a:pt x="43946" y="7136"/>
                </a:cubicBezTo>
                <a:cubicBezTo>
                  <a:pt x="39195" y="2379"/>
                  <a:pt x="32965" y="1"/>
                  <a:pt x="2673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grpSp>
        <p:nvGrpSpPr>
          <p:cNvPr id="1456" name="Google Shape;1456;p67"/>
          <p:cNvGrpSpPr/>
          <p:nvPr/>
        </p:nvGrpSpPr>
        <p:grpSpPr>
          <a:xfrm>
            <a:off x="2356383" y="1641741"/>
            <a:ext cx="461447" cy="461447"/>
            <a:chOff x="5369850" y="1826425"/>
            <a:chExt cx="459700" cy="459700"/>
          </a:xfrm>
        </p:grpSpPr>
        <p:sp>
          <p:nvSpPr>
            <p:cNvPr id="1457" name="Google Shape;1457;p67"/>
            <p:cNvSpPr/>
            <p:nvPr/>
          </p:nvSpPr>
          <p:spPr>
            <a:xfrm>
              <a:off x="5766625" y="2223200"/>
              <a:ext cx="62925" cy="62925"/>
            </a:xfrm>
            <a:custGeom>
              <a:rect b="b" l="l" r="r" t="t"/>
              <a:pathLst>
                <a:path extrusionOk="0" h="2517" w="2517">
                  <a:moveTo>
                    <a:pt x="1638" y="1"/>
                  </a:moveTo>
                  <a:lnTo>
                    <a:pt x="1" y="1638"/>
                  </a:lnTo>
                  <a:lnTo>
                    <a:pt x="879" y="2517"/>
                  </a:lnTo>
                  <a:lnTo>
                    <a:pt x="2517" y="880"/>
                  </a:lnTo>
                  <a:lnTo>
                    <a:pt x="1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7"/>
            <p:cNvSpPr/>
            <p:nvPr/>
          </p:nvSpPr>
          <p:spPr>
            <a:xfrm>
              <a:off x="5725275" y="2182275"/>
              <a:ext cx="63350" cy="62925"/>
            </a:xfrm>
            <a:custGeom>
              <a:rect b="b" l="l" r="r" t="t"/>
              <a:pathLst>
                <a:path extrusionOk="0" h="2517" w="2534">
                  <a:moveTo>
                    <a:pt x="1655" y="1"/>
                  </a:moveTo>
                  <a:lnTo>
                    <a:pt x="0" y="1638"/>
                  </a:lnTo>
                  <a:lnTo>
                    <a:pt x="879" y="2517"/>
                  </a:lnTo>
                  <a:lnTo>
                    <a:pt x="2533" y="880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7"/>
            <p:cNvSpPr/>
            <p:nvPr/>
          </p:nvSpPr>
          <p:spPr>
            <a:xfrm>
              <a:off x="5684350" y="2140925"/>
              <a:ext cx="62925" cy="63350"/>
            </a:xfrm>
            <a:custGeom>
              <a:rect b="b" l="l" r="r" t="t"/>
              <a:pathLst>
                <a:path extrusionOk="0" h="2534" w="2517">
                  <a:moveTo>
                    <a:pt x="1637" y="1"/>
                  </a:moveTo>
                  <a:lnTo>
                    <a:pt x="0" y="1655"/>
                  </a:lnTo>
                  <a:lnTo>
                    <a:pt x="879" y="2534"/>
                  </a:lnTo>
                  <a:lnTo>
                    <a:pt x="2516" y="879"/>
                  </a:lnTo>
                  <a:lnTo>
                    <a:pt x="1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7"/>
            <p:cNvSpPr/>
            <p:nvPr/>
          </p:nvSpPr>
          <p:spPr>
            <a:xfrm>
              <a:off x="5388800" y="1826425"/>
              <a:ext cx="191750" cy="160300"/>
            </a:xfrm>
            <a:custGeom>
              <a:rect b="b" l="l" r="r" t="t"/>
              <a:pathLst>
                <a:path extrusionOk="0" h="6412" w="7670">
                  <a:moveTo>
                    <a:pt x="1" y="1"/>
                  </a:moveTo>
                  <a:lnTo>
                    <a:pt x="6411" y="6411"/>
                  </a:lnTo>
                  <a:lnTo>
                    <a:pt x="7669" y="5153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7"/>
            <p:cNvSpPr/>
            <p:nvPr/>
          </p:nvSpPr>
          <p:spPr>
            <a:xfrm>
              <a:off x="5369850" y="1845400"/>
              <a:ext cx="160275" cy="191725"/>
            </a:xfrm>
            <a:custGeom>
              <a:rect b="b" l="l" r="r" t="t"/>
              <a:pathLst>
                <a:path extrusionOk="0" h="7669" w="6411">
                  <a:moveTo>
                    <a:pt x="0" y="0"/>
                  </a:moveTo>
                  <a:lnTo>
                    <a:pt x="0" y="2533"/>
                  </a:lnTo>
                  <a:lnTo>
                    <a:pt x="5153" y="7669"/>
                  </a:lnTo>
                  <a:lnTo>
                    <a:pt x="6411" y="64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7"/>
            <p:cNvSpPr/>
            <p:nvPr/>
          </p:nvSpPr>
          <p:spPr>
            <a:xfrm>
              <a:off x="5618850" y="2075450"/>
              <a:ext cx="108175" cy="108150"/>
            </a:xfrm>
            <a:custGeom>
              <a:rect b="b" l="l" r="r" t="t"/>
              <a:pathLst>
                <a:path extrusionOk="0" h="4326" w="4327">
                  <a:moveTo>
                    <a:pt x="3275" y="0"/>
                  </a:moveTo>
                  <a:lnTo>
                    <a:pt x="1" y="3274"/>
                  </a:lnTo>
                  <a:lnTo>
                    <a:pt x="1052" y="4326"/>
                  </a:lnTo>
                  <a:lnTo>
                    <a:pt x="4326" y="1051"/>
                  </a:lnTo>
                  <a:lnTo>
                    <a:pt x="32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7"/>
            <p:cNvSpPr/>
            <p:nvPr/>
          </p:nvSpPr>
          <p:spPr>
            <a:xfrm>
              <a:off x="5369850" y="2223200"/>
              <a:ext cx="62925" cy="62925"/>
            </a:xfrm>
            <a:custGeom>
              <a:rect b="b" l="l" r="r" t="t"/>
              <a:pathLst>
                <a:path extrusionOk="0" h="2517" w="2517">
                  <a:moveTo>
                    <a:pt x="879" y="1"/>
                  </a:moveTo>
                  <a:lnTo>
                    <a:pt x="0" y="880"/>
                  </a:lnTo>
                  <a:lnTo>
                    <a:pt x="1638" y="2517"/>
                  </a:lnTo>
                  <a:lnTo>
                    <a:pt x="2516" y="163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7"/>
            <p:cNvSpPr/>
            <p:nvPr/>
          </p:nvSpPr>
          <p:spPr>
            <a:xfrm>
              <a:off x="5410775" y="2181850"/>
              <a:ext cx="63350" cy="63350"/>
            </a:xfrm>
            <a:custGeom>
              <a:rect b="b" l="l" r="r" t="t"/>
              <a:pathLst>
                <a:path extrusionOk="0" h="2534" w="2534">
                  <a:moveTo>
                    <a:pt x="879" y="1"/>
                  </a:moveTo>
                  <a:lnTo>
                    <a:pt x="1" y="880"/>
                  </a:lnTo>
                  <a:lnTo>
                    <a:pt x="1655" y="2534"/>
                  </a:lnTo>
                  <a:lnTo>
                    <a:pt x="2534" y="1655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7"/>
            <p:cNvSpPr/>
            <p:nvPr/>
          </p:nvSpPr>
          <p:spPr>
            <a:xfrm>
              <a:off x="5452125" y="2140925"/>
              <a:ext cx="62925" cy="62925"/>
            </a:xfrm>
            <a:custGeom>
              <a:rect b="b" l="l" r="r" t="t"/>
              <a:pathLst>
                <a:path extrusionOk="0" h="2517" w="2517">
                  <a:moveTo>
                    <a:pt x="880" y="1"/>
                  </a:moveTo>
                  <a:lnTo>
                    <a:pt x="1" y="879"/>
                  </a:lnTo>
                  <a:lnTo>
                    <a:pt x="1638" y="2517"/>
                  </a:lnTo>
                  <a:lnTo>
                    <a:pt x="2517" y="1638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7"/>
            <p:cNvSpPr/>
            <p:nvPr/>
          </p:nvSpPr>
          <p:spPr>
            <a:xfrm>
              <a:off x="5472375" y="2075450"/>
              <a:ext cx="108175" cy="108150"/>
            </a:xfrm>
            <a:custGeom>
              <a:rect b="b" l="l" r="r" t="t"/>
              <a:pathLst>
                <a:path extrusionOk="0" h="4326" w="4327">
                  <a:moveTo>
                    <a:pt x="1052" y="0"/>
                  </a:moveTo>
                  <a:lnTo>
                    <a:pt x="1" y="1051"/>
                  </a:lnTo>
                  <a:lnTo>
                    <a:pt x="3292" y="4326"/>
                  </a:lnTo>
                  <a:lnTo>
                    <a:pt x="4326" y="3274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7"/>
            <p:cNvSpPr/>
            <p:nvPr/>
          </p:nvSpPr>
          <p:spPr>
            <a:xfrm>
              <a:off x="5517625" y="1826425"/>
              <a:ext cx="292975" cy="261525"/>
            </a:xfrm>
            <a:custGeom>
              <a:rect b="b" l="l" r="r" t="t"/>
              <a:pathLst>
                <a:path extrusionOk="0" h="10461" w="11719">
                  <a:moveTo>
                    <a:pt x="9202" y="1"/>
                  </a:moveTo>
                  <a:lnTo>
                    <a:pt x="0" y="9203"/>
                  </a:lnTo>
                  <a:lnTo>
                    <a:pt x="1258" y="10461"/>
                  </a:lnTo>
                  <a:lnTo>
                    <a:pt x="117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7"/>
            <p:cNvSpPr/>
            <p:nvPr/>
          </p:nvSpPr>
          <p:spPr>
            <a:xfrm>
              <a:off x="5568450" y="1845400"/>
              <a:ext cx="261100" cy="292975"/>
            </a:xfrm>
            <a:custGeom>
              <a:rect b="b" l="l" r="r" t="t"/>
              <a:pathLst>
                <a:path extrusionOk="0" h="11719" w="10444">
                  <a:moveTo>
                    <a:pt x="10444" y="0"/>
                  </a:moveTo>
                  <a:lnTo>
                    <a:pt x="1" y="10460"/>
                  </a:lnTo>
                  <a:lnTo>
                    <a:pt x="1259" y="11718"/>
                  </a:lnTo>
                  <a:lnTo>
                    <a:pt x="10444" y="2533"/>
                  </a:lnTo>
                  <a:lnTo>
                    <a:pt x="104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9" name="Google Shape;1469;p67"/>
          <p:cNvGrpSpPr/>
          <p:nvPr/>
        </p:nvGrpSpPr>
        <p:grpSpPr>
          <a:xfrm>
            <a:off x="6380867" y="1641741"/>
            <a:ext cx="384029" cy="461447"/>
            <a:chOff x="6093625" y="1826425"/>
            <a:chExt cx="382575" cy="459700"/>
          </a:xfrm>
        </p:grpSpPr>
        <p:sp>
          <p:nvSpPr>
            <p:cNvPr id="1470" name="Google Shape;1470;p67"/>
            <p:cNvSpPr/>
            <p:nvPr/>
          </p:nvSpPr>
          <p:spPr>
            <a:xfrm>
              <a:off x="6095775" y="1934150"/>
              <a:ext cx="378700" cy="246875"/>
            </a:xfrm>
            <a:custGeom>
              <a:rect b="b" l="l" r="r" t="t"/>
              <a:pathLst>
                <a:path extrusionOk="0" h="9875" w="15148">
                  <a:moveTo>
                    <a:pt x="2275" y="0"/>
                  </a:moveTo>
                  <a:lnTo>
                    <a:pt x="2103" y="172"/>
                  </a:lnTo>
                  <a:cubicBezTo>
                    <a:pt x="741" y="1585"/>
                    <a:pt x="0" y="3464"/>
                    <a:pt x="0" y="5428"/>
                  </a:cubicBezTo>
                  <a:cubicBezTo>
                    <a:pt x="0" y="7083"/>
                    <a:pt x="534" y="8633"/>
                    <a:pt x="1448" y="9874"/>
                  </a:cubicBezTo>
                  <a:lnTo>
                    <a:pt x="13683" y="9874"/>
                  </a:lnTo>
                  <a:cubicBezTo>
                    <a:pt x="14596" y="8633"/>
                    <a:pt x="15148" y="7083"/>
                    <a:pt x="15148" y="5428"/>
                  </a:cubicBezTo>
                  <a:cubicBezTo>
                    <a:pt x="15148" y="4429"/>
                    <a:pt x="14941" y="3446"/>
                    <a:pt x="14579" y="2550"/>
                  </a:cubicBezTo>
                  <a:lnTo>
                    <a:pt x="13924" y="2912"/>
                  </a:lnTo>
                  <a:cubicBezTo>
                    <a:pt x="13597" y="3098"/>
                    <a:pt x="13230" y="3188"/>
                    <a:pt x="12859" y="3188"/>
                  </a:cubicBezTo>
                  <a:cubicBezTo>
                    <a:pt x="12506" y="3188"/>
                    <a:pt x="12149" y="3106"/>
                    <a:pt x="11822" y="2947"/>
                  </a:cubicBezTo>
                  <a:cubicBezTo>
                    <a:pt x="11654" y="2857"/>
                    <a:pt x="11474" y="2815"/>
                    <a:pt x="11297" y="2815"/>
                  </a:cubicBezTo>
                  <a:cubicBezTo>
                    <a:pt x="10926" y="2815"/>
                    <a:pt x="10567" y="3000"/>
                    <a:pt x="10357" y="3326"/>
                  </a:cubicBezTo>
                  <a:lnTo>
                    <a:pt x="10064" y="3774"/>
                  </a:lnTo>
                  <a:cubicBezTo>
                    <a:pt x="9582" y="4515"/>
                    <a:pt x="8772" y="4946"/>
                    <a:pt x="7910" y="4946"/>
                  </a:cubicBezTo>
                  <a:cubicBezTo>
                    <a:pt x="7807" y="4946"/>
                    <a:pt x="7720" y="4946"/>
                    <a:pt x="7634" y="4928"/>
                  </a:cubicBezTo>
                  <a:lnTo>
                    <a:pt x="7600" y="4928"/>
                  </a:lnTo>
                  <a:cubicBezTo>
                    <a:pt x="6307" y="4791"/>
                    <a:pt x="5342" y="3722"/>
                    <a:pt x="5342" y="2430"/>
                  </a:cubicBezTo>
                  <a:lnTo>
                    <a:pt x="5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7"/>
            <p:cNvSpPr/>
            <p:nvPr/>
          </p:nvSpPr>
          <p:spPr>
            <a:xfrm>
              <a:off x="6256025" y="1934150"/>
              <a:ext cx="192175" cy="96800"/>
            </a:xfrm>
            <a:custGeom>
              <a:rect b="b" l="l" r="r" t="t"/>
              <a:pathLst>
                <a:path extrusionOk="0" h="3872" w="7687">
                  <a:moveTo>
                    <a:pt x="1" y="0"/>
                  </a:moveTo>
                  <a:lnTo>
                    <a:pt x="1" y="2430"/>
                  </a:lnTo>
                  <a:cubicBezTo>
                    <a:pt x="1" y="3171"/>
                    <a:pt x="552" y="3774"/>
                    <a:pt x="1293" y="3860"/>
                  </a:cubicBezTo>
                  <a:lnTo>
                    <a:pt x="1328" y="3860"/>
                  </a:lnTo>
                  <a:cubicBezTo>
                    <a:pt x="1389" y="3867"/>
                    <a:pt x="1449" y="3871"/>
                    <a:pt x="1509" y="3871"/>
                  </a:cubicBezTo>
                  <a:cubicBezTo>
                    <a:pt x="2008" y="3871"/>
                    <a:pt x="2464" y="3619"/>
                    <a:pt x="2741" y="3188"/>
                  </a:cubicBezTo>
                  <a:lnTo>
                    <a:pt x="3034" y="2740"/>
                  </a:lnTo>
                  <a:cubicBezTo>
                    <a:pt x="3453" y="2087"/>
                    <a:pt x="4157" y="1734"/>
                    <a:pt x="4883" y="1734"/>
                  </a:cubicBezTo>
                  <a:cubicBezTo>
                    <a:pt x="5231" y="1734"/>
                    <a:pt x="5583" y="1815"/>
                    <a:pt x="5912" y="1982"/>
                  </a:cubicBezTo>
                  <a:cubicBezTo>
                    <a:pt x="6080" y="2066"/>
                    <a:pt x="6260" y="2109"/>
                    <a:pt x="6441" y="2109"/>
                  </a:cubicBezTo>
                  <a:cubicBezTo>
                    <a:pt x="6631" y="2109"/>
                    <a:pt x="6821" y="2062"/>
                    <a:pt x="6997" y="1965"/>
                  </a:cubicBezTo>
                  <a:lnTo>
                    <a:pt x="7686" y="1585"/>
                  </a:lnTo>
                  <a:cubicBezTo>
                    <a:pt x="7376" y="1068"/>
                    <a:pt x="7032" y="603"/>
                    <a:pt x="6618" y="172"/>
                  </a:cubicBezTo>
                  <a:lnTo>
                    <a:pt x="6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7"/>
            <p:cNvSpPr/>
            <p:nvPr/>
          </p:nvSpPr>
          <p:spPr>
            <a:xfrm>
              <a:off x="6246550" y="1826525"/>
              <a:ext cx="76725" cy="67425"/>
            </a:xfrm>
            <a:custGeom>
              <a:rect b="b" l="l" r="r" t="t"/>
              <a:pathLst>
                <a:path extrusionOk="0" h="2697" w="3069">
                  <a:moveTo>
                    <a:pt x="1536" y="0"/>
                  </a:moveTo>
                  <a:cubicBezTo>
                    <a:pt x="1010" y="0"/>
                    <a:pt x="515" y="304"/>
                    <a:pt x="294" y="824"/>
                  </a:cubicBezTo>
                  <a:cubicBezTo>
                    <a:pt x="1" y="1513"/>
                    <a:pt x="328" y="2306"/>
                    <a:pt x="1017" y="2599"/>
                  </a:cubicBezTo>
                  <a:cubicBezTo>
                    <a:pt x="1183" y="2665"/>
                    <a:pt x="1354" y="2697"/>
                    <a:pt x="1523" y="2697"/>
                  </a:cubicBezTo>
                  <a:cubicBezTo>
                    <a:pt x="2058" y="2697"/>
                    <a:pt x="2566" y="2382"/>
                    <a:pt x="2775" y="1858"/>
                  </a:cubicBezTo>
                  <a:cubicBezTo>
                    <a:pt x="3068" y="1169"/>
                    <a:pt x="2741" y="393"/>
                    <a:pt x="2051" y="100"/>
                  </a:cubicBezTo>
                  <a:cubicBezTo>
                    <a:pt x="1882" y="32"/>
                    <a:pt x="1707" y="0"/>
                    <a:pt x="1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7"/>
            <p:cNvSpPr/>
            <p:nvPr/>
          </p:nvSpPr>
          <p:spPr>
            <a:xfrm>
              <a:off x="6179775" y="1880275"/>
              <a:ext cx="27175" cy="27175"/>
            </a:xfrm>
            <a:custGeom>
              <a:rect b="b" l="l" r="r" t="t"/>
              <a:pathLst>
                <a:path extrusionOk="0" h="1087" w="1087">
                  <a:moveTo>
                    <a:pt x="1" y="1"/>
                  </a:moveTo>
                  <a:lnTo>
                    <a:pt x="1" y="1087"/>
                  </a:lnTo>
                  <a:lnTo>
                    <a:pt x="1086" y="1087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7"/>
            <p:cNvSpPr/>
            <p:nvPr/>
          </p:nvSpPr>
          <p:spPr>
            <a:xfrm>
              <a:off x="6134975" y="1826425"/>
              <a:ext cx="26725" cy="27175"/>
            </a:xfrm>
            <a:custGeom>
              <a:rect b="b" l="l" r="r" t="t"/>
              <a:pathLst>
                <a:path extrusionOk="0" h="1087" w="1069">
                  <a:moveTo>
                    <a:pt x="0" y="1"/>
                  </a:moveTo>
                  <a:lnTo>
                    <a:pt x="0" y="1087"/>
                  </a:lnTo>
                  <a:lnTo>
                    <a:pt x="1069" y="1087"/>
                  </a:lnTo>
                  <a:lnTo>
                    <a:pt x="1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7"/>
            <p:cNvSpPr/>
            <p:nvPr/>
          </p:nvSpPr>
          <p:spPr>
            <a:xfrm>
              <a:off x="6093625" y="2181425"/>
              <a:ext cx="58175" cy="104700"/>
            </a:xfrm>
            <a:custGeom>
              <a:rect b="b" l="l" r="r" t="t"/>
              <a:pathLst>
                <a:path extrusionOk="0" h="4188" w="2327">
                  <a:moveTo>
                    <a:pt x="1534" y="0"/>
                  </a:moveTo>
                  <a:lnTo>
                    <a:pt x="0" y="3774"/>
                  </a:lnTo>
                  <a:lnTo>
                    <a:pt x="1000" y="4188"/>
                  </a:lnTo>
                  <a:lnTo>
                    <a:pt x="2327" y="914"/>
                  </a:lnTo>
                  <a:cubicBezTo>
                    <a:pt x="2034" y="621"/>
                    <a:pt x="1775" y="328"/>
                    <a:pt x="1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7"/>
            <p:cNvSpPr/>
            <p:nvPr/>
          </p:nvSpPr>
          <p:spPr>
            <a:xfrm>
              <a:off x="6418025" y="2181425"/>
              <a:ext cx="58175" cy="104700"/>
            </a:xfrm>
            <a:custGeom>
              <a:rect b="b" l="l" r="r" t="t"/>
              <a:pathLst>
                <a:path extrusionOk="0" h="4188" w="2327">
                  <a:moveTo>
                    <a:pt x="793" y="0"/>
                  </a:moveTo>
                  <a:cubicBezTo>
                    <a:pt x="552" y="328"/>
                    <a:pt x="293" y="621"/>
                    <a:pt x="0" y="914"/>
                  </a:cubicBezTo>
                  <a:lnTo>
                    <a:pt x="1327" y="4188"/>
                  </a:lnTo>
                  <a:lnTo>
                    <a:pt x="2327" y="3774"/>
                  </a:lnTo>
                  <a:lnTo>
                    <a:pt x="7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7"/>
            <p:cNvSpPr/>
            <p:nvPr/>
          </p:nvSpPr>
          <p:spPr>
            <a:xfrm>
              <a:off x="6271550" y="2258550"/>
              <a:ext cx="26725" cy="27575"/>
            </a:xfrm>
            <a:custGeom>
              <a:rect b="b" l="l" r="r" t="t"/>
              <a:pathLst>
                <a:path extrusionOk="0" h="1103" w="1069">
                  <a:moveTo>
                    <a:pt x="0" y="0"/>
                  </a:moveTo>
                  <a:lnTo>
                    <a:pt x="0" y="1103"/>
                  </a:lnTo>
                  <a:lnTo>
                    <a:pt x="1069" y="1103"/>
                  </a:lnTo>
                  <a:lnTo>
                    <a:pt x="1069" y="0"/>
                  </a:lnTo>
                  <a:cubicBezTo>
                    <a:pt x="896" y="17"/>
                    <a:pt x="724" y="17"/>
                    <a:pt x="534" y="17"/>
                  </a:cubicBezTo>
                  <a:cubicBezTo>
                    <a:pt x="362" y="17"/>
                    <a:pt x="172" y="1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7"/>
            <p:cNvSpPr/>
            <p:nvPr/>
          </p:nvSpPr>
          <p:spPr>
            <a:xfrm>
              <a:off x="6298250" y="2208125"/>
              <a:ext cx="115925" cy="50450"/>
            </a:xfrm>
            <a:custGeom>
              <a:rect b="b" l="l" r="r" t="t"/>
              <a:pathLst>
                <a:path extrusionOk="0" h="2018" w="4637">
                  <a:moveTo>
                    <a:pt x="1" y="1"/>
                  </a:moveTo>
                  <a:lnTo>
                    <a:pt x="1" y="2017"/>
                  </a:lnTo>
                  <a:cubicBezTo>
                    <a:pt x="1793" y="1896"/>
                    <a:pt x="3413" y="1155"/>
                    <a:pt x="4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7"/>
            <p:cNvSpPr/>
            <p:nvPr/>
          </p:nvSpPr>
          <p:spPr>
            <a:xfrm>
              <a:off x="6155650" y="2208125"/>
              <a:ext cx="115925" cy="50450"/>
            </a:xfrm>
            <a:custGeom>
              <a:rect b="b" l="l" r="r" t="t"/>
              <a:pathLst>
                <a:path extrusionOk="0" h="2018" w="4637">
                  <a:moveTo>
                    <a:pt x="1" y="1"/>
                  </a:moveTo>
                  <a:cubicBezTo>
                    <a:pt x="1224" y="1155"/>
                    <a:pt x="2844" y="1896"/>
                    <a:pt x="4636" y="2017"/>
                  </a:cubicBezTo>
                  <a:lnTo>
                    <a:pt x="4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67"/>
          <p:cNvGrpSpPr/>
          <p:nvPr/>
        </p:nvGrpSpPr>
        <p:grpSpPr>
          <a:xfrm flipH="1">
            <a:off x="4298823" y="1492650"/>
            <a:ext cx="1092941" cy="759638"/>
            <a:chOff x="7847880" y="4203400"/>
            <a:chExt cx="1092941" cy="759638"/>
          </a:xfrm>
        </p:grpSpPr>
        <p:sp>
          <p:nvSpPr>
            <p:cNvPr id="1481" name="Google Shape;1481;p67"/>
            <p:cNvSpPr/>
            <p:nvPr/>
          </p:nvSpPr>
          <p:spPr>
            <a:xfrm>
              <a:off x="7847880" y="4459701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7"/>
            <p:cNvSpPr/>
            <p:nvPr/>
          </p:nvSpPr>
          <p:spPr>
            <a:xfrm>
              <a:off x="8717000" y="4875806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7"/>
            <p:cNvSpPr/>
            <p:nvPr/>
          </p:nvSpPr>
          <p:spPr>
            <a:xfrm>
              <a:off x="8301788" y="4203400"/>
              <a:ext cx="185099" cy="88934"/>
            </a:xfrm>
            <a:custGeom>
              <a:rect b="b" l="l" r="r" t="t"/>
              <a:pathLst>
                <a:path extrusionOk="0" h="418" w="87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4" name="Google Shape;1484;p67"/>
          <p:cNvGrpSpPr/>
          <p:nvPr/>
        </p:nvGrpSpPr>
        <p:grpSpPr>
          <a:xfrm>
            <a:off x="535340" y="445027"/>
            <a:ext cx="8334257" cy="1528636"/>
            <a:chOff x="535340" y="445027"/>
            <a:chExt cx="8334257" cy="1528636"/>
          </a:xfrm>
        </p:grpSpPr>
        <p:sp>
          <p:nvSpPr>
            <p:cNvPr id="1485" name="Google Shape;1485;p67"/>
            <p:cNvSpPr/>
            <p:nvPr/>
          </p:nvSpPr>
          <p:spPr>
            <a:xfrm>
              <a:off x="8710912" y="1179647"/>
              <a:ext cx="158685" cy="59392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7"/>
            <p:cNvSpPr/>
            <p:nvPr/>
          </p:nvSpPr>
          <p:spPr>
            <a:xfrm>
              <a:off x="1470588" y="445027"/>
              <a:ext cx="150245" cy="79496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7"/>
            <p:cNvSpPr/>
            <p:nvPr/>
          </p:nvSpPr>
          <p:spPr>
            <a:xfrm>
              <a:off x="8073481" y="845838"/>
              <a:ext cx="197513" cy="118170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7"/>
            <p:cNvSpPr/>
            <p:nvPr/>
          </p:nvSpPr>
          <p:spPr>
            <a:xfrm>
              <a:off x="879984" y="1740240"/>
              <a:ext cx="189072" cy="82566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7"/>
            <p:cNvSpPr/>
            <p:nvPr/>
          </p:nvSpPr>
          <p:spPr>
            <a:xfrm>
              <a:off x="535340" y="1912122"/>
              <a:ext cx="97452" cy="61540"/>
            </a:xfrm>
            <a:custGeom>
              <a:rect b="b" l="l" r="r" t="t"/>
              <a:pathLst>
                <a:path extrusionOk="0" h="401" w="635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0" name="Google Shape;1490;p67"/>
          <p:cNvSpPr/>
          <p:nvPr/>
        </p:nvSpPr>
        <p:spPr>
          <a:xfrm>
            <a:off x="1275" y="3752601"/>
            <a:ext cx="9141458" cy="3539904"/>
          </a:xfrm>
          <a:custGeom>
            <a:rect b="b" l="l" r="r" t="t"/>
            <a:pathLst>
              <a:path extrusionOk="0" h="24720" w="63837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67"/>
          <p:cNvSpPr/>
          <p:nvPr/>
        </p:nvSpPr>
        <p:spPr>
          <a:xfrm>
            <a:off x="-289838" y="3583325"/>
            <a:ext cx="3378774" cy="1942765"/>
          </a:xfrm>
          <a:custGeom>
            <a:rect b="b" l="l" r="r" t="t"/>
            <a:pathLst>
              <a:path extrusionOk="0" h="56628" w="93092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67"/>
          <p:cNvSpPr/>
          <p:nvPr/>
        </p:nvSpPr>
        <p:spPr>
          <a:xfrm>
            <a:off x="-3649" y="4074418"/>
            <a:ext cx="2476110" cy="1590221"/>
          </a:xfrm>
          <a:custGeom>
            <a:rect b="b" l="l" r="r" t="t"/>
            <a:pathLst>
              <a:path extrusionOk="0" h="46352" w="72174">
                <a:moveTo>
                  <a:pt x="14009" y="0"/>
                </a:moveTo>
                <a:lnTo>
                  <a:pt x="12507" y="8286"/>
                </a:lnTo>
                <a:lnTo>
                  <a:pt x="11447" y="8737"/>
                </a:lnTo>
                <a:lnTo>
                  <a:pt x="10544" y="1954"/>
                </a:lnTo>
                <a:lnTo>
                  <a:pt x="6627" y="10543"/>
                </a:lnTo>
                <a:lnTo>
                  <a:pt x="6175" y="5272"/>
                </a:lnTo>
                <a:lnTo>
                  <a:pt x="1954" y="13106"/>
                </a:lnTo>
                <a:lnTo>
                  <a:pt x="1" y="12959"/>
                </a:lnTo>
                <a:lnTo>
                  <a:pt x="1" y="35861"/>
                </a:lnTo>
                <a:lnTo>
                  <a:pt x="44692" y="46351"/>
                </a:lnTo>
                <a:lnTo>
                  <a:pt x="72173" y="43694"/>
                </a:lnTo>
                <a:lnTo>
                  <a:pt x="72173" y="6479"/>
                </a:lnTo>
                <a:lnTo>
                  <a:pt x="68403" y="24562"/>
                </a:lnTo>
                <a:lnTo>
                  <a:pt x="65694" y="23963"/>
                </a:lnTo>
                <a:lnTo>
                  <a:pt x="60874" y="6175"/>
                </a:lnTo>
                <a:lnTo>
                  <a:pt x="53639" y="25160"/>
                </a:lnTo>
                <a:lnTo>
                  <a:pt x="45806" y="16119"/>
                </a:lnTo>
                <a:lnTo>
                  <a:pt x="43548" y="19585"/>
                </a:lnTo>
                <a:lnTo>
                  <a:pt x="42792" y="9042"/>
                </a:lnTo>
                <a:lnTo>
                  <a:pt x="37069" y="18986"/>
                </a:lnTo>
                <a:lnTo>
                  <a:pt x="35410" y="18681"/>
                </a:lnTo>
                <a:lnTo>
                  <a:pt x="35263" y="13557"/>
                </a:lnTo>
                <a:lnTo>
                  <a:pt x="34958" y="10995"/>
                </a:lnTo>
                <a:lnTo>
                  <a:pt x="32396" y="12360"/>
                </a:lnTo>
                <a:lnTo>
                  <a:pt x="31944" y="4369"/>
                </a:lnTo>
                <a:lnTo>
                  <a:pt x="28322" y="10995"/>
                </a:lnTo>
                <a:lnTo>
                  <a:pt x="27576" y="8286"/>
                </a:lnTo>
                <a:lnTo>
                  <a:pt x="25917" y="10995"/>
                </a:lnTo>
                <a:lnTo>
                  <a:pt x="25612" y="8895"/>
                </a:lnTo>
                <a:lnTo>
                  <a:pt x="23806" y="10543"/>
                </a:lnTo>
                <a:lnTo>
                  <a:pt x="23355" y="6332"/>
                </a:lnTo>
                <a:lnTo>
                  <a:pt x="20194" y="10543"/>
                </a:lnTo>
                <a:lnTo>
                  <a:pt x="18535" y="11299"/>
                </a:lnTo>
                <a:lnTo>
                  <a:pt x="18230" y="9493"/>
                </a:lnTo>
                <a:lnTo>
                  <a:pt x="17474" y="9346"/>
                </a:lnTo>
                <a:lnTo>
                  <a:pt x="15668" y="3770"/>
                </a:lnTo>
                <a:lnTo>
                  <a:pt x="140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67"/>
          <p:cNvSpPr/>
          <p:nvPr/>
        </p:nvSpPr>
        <p:spPr>
          <a:xfrm flipH="1">
            <a:off x="-173814" y="4166800"/>
            <a:ext cx="2816434" cy="1657189"/>
          </a:xfrm>
          <a:custGeom>
            <a:rect b="b" l="l" r="r" t="t"/>
            <a:pathLst>
              <a:path extrusionOk="0" h="48304" w="73927">
                <a:moveTo>
                  <a:pt x="72372" y="0"/>
                </a:moveTo>
                <a:lnTo>
                  <a:pt x="66313" y="18345"/>
                </a:lnTo>
                <a:lnTo>
                  <a:pt x="60947" y="347"/>
                </a:lnTo>
                <a:lnTo>
                  <a:pt x="53155" y="28562"/>
                </a:lnTo>
                <a:lnTo>
                  <a:pt x="49165" y="29602"/>
                </a:lnTo>
                <a:lnTo>
                  <a:pt x="42760" y="25097"/>
                </a:lnTo>
                <a:lnTo>
                  <a:pt x="40166" y="25097"/>
                </a:lnTo>
                <a:lnTo>
                  <a:pt x="39126" y="22682"/>
                </a:lnTo>
                <a:lnTo>
                  <a:pt x="40680" y="18345"/>
                </a:lnTo>
                <a:lnTo>
                  <a:pt x="39126" y="16444"/>
                </a:lnTo>
                <a:lnTo>
                  <a:pt x="31335" y="17831"/>
                </a:lnTo>
                <a:lnTo>
                  <a:pt x="28909" y="10207"/>
                </a:lnTo>
                <a:lnTo>
                  <a:pt x="27187" y="18345"/>
                </a:lnTo>
                <a:lnTo>
                  <a:pt x="24236" y="19731"/>
                </a:lnTo>
                <a:lnTo>
                  <a:pt x="20603" y="8306"/>
                </a:lnTo>
                <a:lnTo>
                  <a:pt x="17830" y="19563"/>
                </a:lnTo>
                <a:lnTo>
                  <a:pt x="16098" y="16959"/>
                </a:lnTo>
                <a:lnTo>
                  <a:pt x="15058" y="21642"/>
                </a:lnTo>
                <a:lnTo>
                  <a:pt x="12811" y="18692"/>
                </a:lnTo>
                <a:lnTo>
                  <a:pt x="12118" y="14019"/>
                </a:lnTo>
                <a:lnTo>
                  <a:pt x="9692" y="17831"/>
                </a:lnTo>
                <a:lnTo>
                  <a:pt x="8485" y="6227"/>
                </a:lnTo>
                <a:lnTo>
                  <a:pt x="4326" y="18177"/>
                </a:lnTo>
                <a:lnTo>
                  <a:pt x="1386" y="7960"/>
                </a:lnTo>
                <a:lnTo>
                  <a:pt x="0" y="11425"/>
                </a:lnTo>
                <a:lnTo>
                  <a:pt x="0" y="40680"/>
                </a:lnTo>
                <a:lnTo>
                  <a:pt x="20781" y="48304"/>
                </a:lnTo>
                <a:lnTo>
                  <a:pt x="73926" y="40512"/>
                </a:lnTo>
                <a:lnTo>
                  <a:pt x="7237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67"/>
          <p:cNvSpPr/>
          <p:nvPr/>
        </p:nvSpPr>
        <p:spPr>
          <a:xfrm>
            <a:off x="6711487" y="3973054"/>
            <a:ext cx="2432505" cy="1163299"/>
          </a:xfrm>
          <a:custGeom>
            <a:rect b="b" l="l" r="r" t="t"/>
            <a:pathLst>
              <a:path extrusionOk="0" h="33908" w="70903">
                <a:moveTo>
                  <a:pt x="65001" y="1"/>
                </a:moveTo>
                <a:lnTo>
                  <a:pt x="61399" y="17212"/>
                </a:lnTo>
                <a:lnTo>
                  <a:pt x="50100" y="21569"/>
                </a:lnTo>
                <a:lnTo>
                  <a:pt x="45732" y="19774"/>
                </a:lnTo>
                <a:lnTo>
                  <a:pt x="47527" y="13872"/>
                </a:lnTo>
                <a:lnTo>
                  <a:pt x="38791" y="9241"/>
                </a:lnTo>
                <a:lnTo>
                  <a:pt x="30568" y="11552"/>
                </a:lnTo>
                <a:lnTo>
                  <a:pt x="19522" y="17464"/>
                </a:lnTo>
                <a:lnTo>
                  <a:pt x="15416" y="2563"/>
                </a:lnTo>
                <a:lnTo>
                  <a:pt x="7456" y="26715"/>
                </a:lnTo>
                <a:lnTo>
                  <a:pt x="5146" y="18230"/>
                </a:lnTo>
                <a:lnTo>
                  <a:pt x="0" y="31850"/>
                </a:lnTo>
                <a:lnTo>
                  <a:pt x="70902" y="33908"/>
                </a:lnTo>
                <a:lnTo>
                  <a:pt x="70902" y="33908"/>
                </a:lnTo>
                <a:lnTo>
                  <a:pt x="6500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67"/>
          <p:cNvSpPr/>
          <p:nvPr/>
        </p:nvSpPr>
        <p:spPr>
          <a:xfrm rot="345029">
            <a:off x="6967443" y="3906346"/>
            <a:ext cx="2476463" cy="1499450"/>
          </a:xfrm>
          <a:custGeom>
            <a:rect b="b" l="l" r="r" t="t"/>
            <a:pathLst>
              <a:path extrusionOk="0" h="43706" w="72184">
                <a:moveTo>
                  <a:pt x="58165" y="1"/>
                </a:moveTo>
                <a:lnTo>
                  <a:pt x="56506" y="3771"/>
                </a:lnTo>
                <a:lnTo>
                  <a:pt x="54700" y="9347"/>
                </a:lnTo>
                <a:lnTo>
                  <a:pt x="53944" y="9494"/>
                </a:lnTo>
                <a:lnTo>
                  <a:pt x="53650" y="11310"/>
                </a:lnTo>
                <a:lnTo>
                  <a:pt x="51991" y="10554"/>
                </a:lnTo>
                <a:lnTo>
                  <a:pt x="48819" y="6333"/>
                </a:lnTo>
                <a:lnTo>
                  <a:pt x="48368" y="10554"/>
                </a:lnTo>
                <a:lnTo>
                  <a:pt x="46562" y="8895"/>
                </a:lnTo>
                <a:lnTo>
                  <a:pt x="46257" y="11006"/>
                </a:lnTo>
                <a:lnTo>
                  <a:pt x="44608" y="8297"/>
                </a:lnTo>
                <a:lnTo>
                  <a:pt x="43852" y="11006"/>
                </a:lnTo>
                <a:lnTo>
                  <a:pt x="40230" y="4380"/>
                </a:lnTo>
                <a:lnTo>
                  <a:pt x="39778" y="12360"/>
                </a:lnTo>
                <a:lnTo>
                  <a:pt x="37216" y="11006"/>
                </a:lnTo>
                <a:lnTo>
                  <a:pt x="36922" y="13568"/>
                </a:lnTo>
                <a:lnTo>
                  <a:pt x="36764" y="18692"/>
                </a:lnTo>
                <a:lnTo>
                  <a:pt x="35116" y="18986"/>
                </a:lnTo>
                <a:lnTo>
                  <a:pt x="29382" y="9042"/>
                </a:lnTo>
                <a:lnTo>
                  <a:pt x="28637" y="19596"/>
                </a:lnTo>
                <a:lnTo>
                  <a:pt x="26368" y="16130"/>
                </a:lnTo>
                <a:lnTo>
                  <a:pt x="18535" y="25171"/>
                </a:lnTo>
                <a:lnTo>
                  <a:pt x="11300" y="6186"/>
                </a:lnTo>
                <a:lnTo>
                  <a:pt x="6480" y="23964"/>
                </a:lnTo>
                <a:lnTo>
                  <a:pt x="3771" y="24562"/>
                </a:lnTo>
                <a:lnTo>
                  <a:pt x="1" y="6480"/>
                </a:lnTo>
                <a:lnTo>
                  <a:pt x="1" y="43705"/>
                </a:lnTo>
                <a:lnTo>
                  <a:pt x="72184" y="35872"/>
                </a:lnTo>
                <a:lnTo>
                  <a:pt x="72184" y="12959"/>
                </a:lnTo>
                <a:lnTo>
                  <a:pt x="70220" y="13117"/>
                </a:lnTo>
                <a:lnTo>
                  <a:pt x="65999" y="5283"/>
                </a:lnTo>
                <a:lnTo>
                  <a:pt x="65547" y="10554"/>
                </a:lnTo>
                <a:lnTo>
                  <a:pt x="61630" y="1965"/>
                </a:lnTo>
                <a:lnTo>
                  <a:pt x="60727" y="8748"/>
                </a:lnTo>
                <a:lnTo>
                  <a:pt x="59677" y="8297"/>
                </a:lnTo>
                <a:lnTo>
                  <a:pt x="58165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67"/>
          <p:cNvSpPr txBox="1"/>
          <p:nvPr/>
        </p:nvSpPr>
        <p:spPr>
          <a:xfrm>
            <a:off x="6519425" y="2893935"/>
            <a:ext cx="24324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Domine"/>
                <a:ea typeface="Domine"/>
                <a:cs typeface="Domine"/>
                <a:sym typeface="Domine"/>
              </a:rPr>
              <a:t>Optimizer:</a:t>
            </a:r>
            <a:r>
              <a:rPr lang="en" sz="1100">
                <a:latin typeface="Domine"/>
                <a:ea typeface="Domine"/>
                <a:cs typeface="Domine"/>
                <a:sym typeface="Domine"/>
              </a:rPr>
              <a:t> AdamW</a:t>
            </a:r>
            <a:endParaRPr b="1" sz="11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Domine"/>
                <a:ea typeface="Domine"/>
                <a:cs typeface="Domine"/>
                <a:sym typeface="Domine"/>
              </a:rPr>
              <a:t>Max koraka:</a:t>
            </a:r>
            <a:r>
              <a:rPr lang="en" sz="1100">
                <a:latin typeface="Domine"/>
                <a:ea typeface="Domine"/>
                <a:cs typeface="Domine"/>
                <a:sym typeface="Domine"/>
              </a:rPr>
              <a:t> 1500</a:t>
            </a:r>
            <a:endParaRPr sz="11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Domine"/>
                <a:ea typeface="Domine"/>
                <a:cs typeface="Domine"/>
                <a:sym typeface="Domine"/>
              </a:rPr>
              <a:t>Rezolucija:</a:t>
            </a:r>
            <a:r>
              <a:rPr lang="en" sz="1100">
                <a:latin typeface="Domine"/>
                <a:ea typeface="Domine"/>
                <a:cs typeface="Domine"/>
                <a:sym typeface="Domine"/>
              </a:rPr>
              <a:t> 512×512 px</a:t>
            </a:r>
            <a:endParaRPr sz="11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Domine"/>
                <a:ea typeface="Domine"/>
                <a:cs typeface="Domine"/>
                <a:sym typeface="Domine"/>
              </a:rPr>
              <a:t>Checkpoint:</a:t>
            </a:r>
            <a:r>
              <a:rPr lang="en" sz="1100">
                <a:latin typeface="Domine"/>
                <a:ea typeface="Domine"/>
                <a:cs typeface="Domine"/>
                <a:sym typeface="Domine"/>
              </a:rPr>
              <a:t> svakih 200 koraka</a:t>
            </a:r>
            <a:endParaRPr sz="11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97" name="Google Shape;1497;p67"/>
          <p:cNvSpPr txBox="1"/>
          <p:nvPr>
            <p:ph idx="2" type="subTitle"/>
          </p:nvPr>
        </p:nvSpPr>
        <p:spPr>
          <a:xfrm>
            <a:off x="2492238" y="2886925"/>
            <a:ext cx="23046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Optimizer: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AdamW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Max koraka: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1500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Rezolucija: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512×512 px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Checkpoint:</a:t>
            </a:r>
            <a:r>
              <a:rPr lang="en" sz="11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svakih 200 koraka</a:t>
            </a:r>
            <a:endParaRPr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68"/>
          <p:cNvSpPr txBox="1"/>
          <p:nvPr>
            <p:ph type="title"/>
          </p:nvPr>
        </p:nvSpPr>
        <p:spPr>
          <a:xfrm>
            <a:off x="2006850" y="2150850"/>
            <a:ext cx="532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</a:t>
            </a:r>
            <a:endParaRPr/>
          </a:p>
        </p:txBody>
      </p:sp>
      <p:sp>
        <p:nvSpPr>
          <p:cNvPr id="1503" name="Google Shape;1503;p68"/>
          <p:cNvSpPr txBox="1"/>
          <p:nvPr>
            <p:ph idx="2" type="title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69"/>
          <p:cNvSpPr/>
          <p:nvPr/>
        </p:nvSpPr>
        <p:spPr>
          <a:xfrm>
            <a:off x="3302284" y="2324960"/>
            <a:ext cx="402900" cy="40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9" name="Google Shape;1509;p69"/>
          <p:cNvCxnSpPr>
            <a:stCxn id="1508" idx="2"/>
            <a:endCxn id="1510" idx="0"/>
          </p:cNvCxnSpPr>
          <p:nvPr/>
        </p:nvCxnSpPr>
        <p:spPr>
          <a:xfrm flipH="1">
            <a:off x="2254384" y="2526410"/>
            <a:ext cx="1047900" cy="11493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511" name="Google Shape;1511;p69"/>
          <p:cNvCxnSpPr>
            <a:stCxn id="1512" idx="2"/>
            <a:endCxn id="1513" idx="0"/>
          </p:cNvCxnSpPr>
          <p:nvPr/>
        </p:nvCxnSpPr>
        <p:spPr>
          <a:xfrm>
            <a:off x="5619427" y="2527571"/>
            <a:ext cx="1135800" cy="1148100"/>
          </a:xfrm>
          <a:prstGeom prst="bent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512" name="Google Shape;1512;p69"/>
          <p:cNvSpPr/>
          <p:nvPr/>
        </p:nvSpPr>
        <p:spPr>
          <a:xfrm flipH="1">
            <a:off x="5216527" y="2326121"/>
            <a:ext cx="402900" cy="40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</a:t>
            </a:r>
            <a:endParaRPr/>
          </a:p>
        </p:txBody>
      </p:sp>
      <p:sp>
        <p:nvSpPr>
          <p:cNvPr id="1513" name="Google Shape;1513;p69"/>
          <p:cNvSpPr txBox="1"/>
          <p:nvPr/>
        </p:nvSpPr>
        <p:spPr>
          <a:xfrm>
            <a:off x="5743909" y="3675750"/>
            <a:ext cx="20226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Kvalitativno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15" name="Google Shape;1515;p69"/>
          <p:cNvSpPr txBox="1"/>
          <p:nvPr/>
        </p:nvSpPr>
        <p:spPr>
          <a:xfrm>
            <a:off x="5743909" y="4055357"/>
            <a:ext cx="202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 osnovu naše procene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69"/>
          <p:cNvSpPr txBox="1"/>
          <p:nvPr/>
        </p:nvSpPr>
        <p:spPr>
          <a:xfrm>
            <a:off x="1243083" y="3675738"/>
            <a:ext cx="20226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Kvantitativno</a:t>
            </a:r>
            <a:endParaRPr b="1" sz="20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16" name="Google Shape;1516;p69"/>
          <p:cNvSpPr txBox="1"/>
          <p:nvPr/>
        </p:nvSpPr>
        <p:spPr>
          <a:xfrm>
            <a:off x="1243083" y="4052391"/>
            <a:ext cx="2022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Korišćenjem FID metrike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17" name="Google Shape;1517;p69"/>
          <p:cNvGrpSpPr/>
          <p:nvPr/>
        </p:nvGrpSpPr>
        <p:grpSpPr>
          <a:xfrm>
            <a:off x="5109523" y="1471848"/>
            <a:ext cx="642352" cy="1749013"/>
            <a:chOff x="6052938" y="1269925"/>
            <a:chExt cx="790685" cy="2152896"/>
          </a:xfrm>
        </p:grpSpPr>
        <p:sp>
          <p:nvSpPr>
            <p:cNvPr id="1518" name="Google Shape;1518;p69"/>
            <p:cNvSpPr/>
            <p:nvPr/>
          </p:nvSpPr>
          <p:spPr>
            <a:xfrm>
              <a:off x="6124703" y="1269925"/>
              <a:ext cx="646189" cy="264239"/>
            </a:xfrm>
            <a:custGeom>
              <a:rect b="b" l="l" r="r" t="t"/>
              <a:pathLst>
                <a:path extrusionOk="0" fill="none" h="5199" w="12714">
                  <a:moveTo>
                    <a:pt x="1" y="5198"/>
                  </a:moveTo>
                  <a:lnTo>
                    <a:pt x="6520" y="1"/>
                  </a:lnTo>
                  <a:lnTo>
                    <a:pt x="12714" y="5198"/>
                  </a:lnTo>
                </a:path>
              </a:pathLst>
            </a:custGeom>
            <a:noFill/>
            <a:ln cap="rnd" cmpd="sng" w="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9"/>
            <p:cNvSpPr/>
            <p:nvPr/>
          </p:nvSpPr>
          <p:spPr>
            <a:xfrm>
              <a:off x="6447800" y="2375368"/>
              <a:ext cx="356232" cy="995916"/>
            </a:xfrm>
            <a:custGeom>
              <a:rect b="b" l="l" r="r" t="t"/>
              <a:pathLst>
                <a:path extrusionOk="0" h="19595" w="7009">
                  <a:moveTo>
                    <a:pt x="0" y="0"/>
                  </a:moveTo>
                  <a:lnTo>
                    <a:pt x="0" y="19595"/>
                  </a:lnTo>
                  <a:lnTo>
                    <a:pt x="7009" y="13763"/>
                  </a:lnTo>
                  <a:lnTo>
                    <a:pt x="70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9"/>
            <p:cNvSpPr/>
            <p:nvPr/>
          </p:nvSpPr>
          <p:spPr>
            <a:xfrm>
              <a:off x="6092480" y="1575535"/>
              <a:ext cx="355368" cy="799884"/>
            </a:xfrm>
            <a:custGeom>
              <a:rect b="b" l="l" r="r" t="t"/>
              <a:pathLst>
                <a:path extrusionOk="0" h="15738" w="6992">
                  <a:moveTo>
                    <a:pt x="1" y="0"/>
                  </a:moveTo>
                  <a:lnTo>
                    <a:pt x="1" y="15737"/>
                  </a:lnTo>
                  <a:lnTo>
                    <a:pt x="6991" y="15737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9"/>
            <p:cNvSpPr/>
            <p:nvPr/>
          </p:nvSpPr>
          <p:spPr>
            <a:xfrm>
              <a:off x="6447800" y="1575535"/>
              <a:ext cx="356232" cy="799884"/>
            </a:xfrm>
            <a:custGeom>
              <a:rect b="b" l="l" r="r" t="t"/>
              <a:pathLst>
                <a:path extrusionOk="0" h="15738" w="7009">
                  <a:moveTo>
                    <a:pt x="0" y="0"/>
                  </a:moveTo>
                  <a:lnTo>
                    <a:pt x="0" y="15737"/>
                  </a:lnTo>
                  <a:lnTo>
                    <a:pt x="7009" y="15737"/>
                  </a:lnTo>
                  <a:lnTo>
                    <a:pt x="70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9"/>
            <p:cNvSpPr/>
            <p:nvPr/>
          </p:nvSpPr>
          <p:spPr>
            <a:xfrm>
              <a:off x="6092480" y="2375368"/>
              <a:ext cx="355368" cy="995916"/>
            </a:xfrm>
            <a:custGeom>
              <a:rect b="b" l="l" r="r" t="t"/>
              <a:pathLst>
                <a:path extrusionOk="0" h="19595" w="6992">
                  <a:moveTo>
                    <a:pt x="1" y="0"/>
                  </a:moveTo>
                  <a:lnTo>
                    <a:pt x="1" y="13763"/>
                  </a:lnTo>
                  <a:lnTo>
                    <a:pt x="6991" y="19595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9"/>
            <p:cNvSpPr/>
            <p:nvPr/>
          </p:nvSpPr>
          <p:spPr>
            <a:xfrm>
              <a:off x="6270165" y="2208764"/>
              <a:ext cx="356232" cy="434503"/>
            </a:xfrm>
            <a:custGeom>
              <a:rect b="b" l="l" r="r" t="t"/>
              <a:pathLst>
                <a:path extrusionOk="0" h="8549" w="7009">
                  <a:moveTo>
                    <a:pt x="2898" y="0"/>
                  </a:moveTo>
                  <a:lnTo>
                    <a:pt x="2898" y="2318"/>
                  </a:lnTo>
                  <a:lnTo>
                    <a:pt x="0" y="2318"/>
                  </a:lnTo>
                  <a:lnTo>
                    <a:pt x="0" y="3514"/>
                  </a:lnTo>
                  <a:lnTo>
                    <a:pt x="2898" y="3514"/>
                  </a:lnTo>
                  <a:lnTo>
                    <a:pt x="2898" y="8548"/>
                  </a:lnTo>
                  <a:lnTo>
                    <a:pt x="4093" y="8548"/>
                  </a:lnTo>
                  <a:lnTo>
                    <a:pt x="4093" y="3514"/>
                  </a:lnTo>
                  <a:lnTo>
                    <a:pt x="7008" y="3514"/>
                  </a:lnTo>
                  <a:lnTo>
                    <a:pt x="7008" y="2318"/>
                  </a:lnTo>
                  <a:lnTo>
                    <a:pt x="4093" y="2318"/>
                  </a:lnTo>
                  <a:lnTo>
                    <a:pt x="40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9"/>
            <p:cNvSpPr/>
            <p:nvPr/>
          </p:nvSpPr>
          <p:spPr>
            <a:xfrm>
              <a:off x="6052938" y="1535943"/>
              <a:ext cx="790685" cy="1886878"/>
            </a:xfrm>
            <a:custGeom>
              <a:rect b="b" l="l" r="r" t="t"/>
              <a:pathLst>
                <a:path extrusionOk="0" h="37125" w="15557">
                  <a:moveTo>
                    <a:pt x="14778" y="779"/>
                  </a:moveTo>
                  <a:lnTo>
                    <a:pt x="14778" y="30279"/>
                  </a:lnTo>
                  <a:lnTo>
                    <a:pt x="7769" y="36111"/>
                  </a:lnTo>
                  <a:lnTo>
                    <a:pt x="779" y="30279"/>
                  </a:lnTo>
                  <a:lnTo>
                    <a:pt x="779" y="779"/>
                  </a:lnTo>
                  <a:close/>
                  <a:moveTo>
                    <a:pt x="0" y="0"/>
                  </a:moveTo>
                  <a:lnTo>
                    <a:pt x="0" y="30642"/>
                  </a:lnTo>
                  <a:lnTo>
                    <a:pt x="7769" y="37125"/>
                  </a:lnTo>
                  <a:lnTo>
                    <a:pt x="15556" y="30642"/>
                  </a:lnTo>
                  <a:lnTo>
                    <a:pt x="15556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272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5" name="Google Shape;1525;p69"/>
          <p:cNvGrpSpPr/>
          <p:nvPr/>
        </p:nvGrpSpPr>
        <p:grpSpPr>
          <a:xfrm>
            <a:off x="2961060" y="1670206"/>
            <a:ext cx="1116453" cy="1429550"/>
            <a:chOff x="2300353" y="1514088"/>
            <a:chExt cx="1374265" cy="1759663"/>
          </a:xfrm>
        </p:grpSpPr>
        <p:sp>
          <p:nvSpPr>
            <p:cNvPr id="1526" name="Google Shape;1526;p69"/>
            <p:cNvSpPr/>
            <p:nvPr/>
          </p:nvSpPr>
          <p:spPr>
            <a:xfrm>
              <a:off x="3578813" y="1514088"/>
              <a:ext cx="95805" cy="111815"/>
            </a:xfrm>
            <a:custGeom>
              <a:rect b="b" l="l" r="r" t="t"/>
              <a:pathLst>
                <a:path extrusionOk="0" h="2200" w="1885">
                  <a:moveTo>
                    <a:pt x="782" y="0"/>
                  </a:moveTo>
                  <a:cubicBezTo>
                    <a:pt x="514" y="0"/>
                    <a:pt x="241" y="100"/>
                    <a:pt x="19" y="322"/>
                  </a:cubicBezTo>
                  <a:lnTo>
                    <a:pt x="1" y="1861"/>
                  </a:lnTo>
                  <a:cubicBezTo>
                    <a:pt x="222" y="2094"/>
                    <a:pt x="501" y="2199"/>
                    <a:pt x="775" y="2199"/>
                  </a:cubicBezTo>
                  <a:cubicBezTo>
                    <a:pt x="1332" y="2199"/>
                    <a:pt x="1872" y="1768"/>
                    <a:pt x="1884" y="1100"/>
                  </a:cubicBezTo>
                  <a:cubicBezTo>
                    <a:pt x="1884" y="438"/>
                    <a:pt x="1344" y="0"/>
                    <a:pt x="7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9"/>
            <p:cNvSpPr/>
            <p:nvPr/>
          </p:nvSpPr>
          <p:spPr>
            <a:xfrm>
              <a:off x="2300353" y="1514139"/>
              <a:ext cx="95805" cy="111612"/>
            </a:xfrm>
            <a:custGeom>
              <a:rect b="b" l="l" r="r" t="t"/>
              <a:pathLst>
                <a:path extrusionOk="0" h="2196" w="1885">
                  <a:moveTo>
                    <a:pt x="1099" y="0"/>
                  </a:moveTo>
                  <a:cubicBezTo>
                    <a:pt x="543" y="0"/>
                    <a:pt x="13" y="427"/>
                    <a:pt x="1" y="1081"/>
                  </a:cubicBezTo>
                  <a:cubicBezTo>
                    <a:pt x="1" y="1748"/>
                    <a:pt x="547" y="2195"/>
                    <a:pt x="1113" y="2195"/>
                  </a:cubicBezTo>
                  <a:cubicBezTo>
                    <a:pt x="1378" y="2195"/>
                    <a:pt x="1647" y="2097"/>
                    <a:pt x="1866" y="1878"/>
                  </a:cubicBezTo>
                  <a:lnTo>
                    <a:pt x="1884" y="339"/>
                  </a:lnTo>
                  <a:cubicBezTo>
                    <a:pt x="1656" y="105"/>
                    <a:pt x="1375" y="0"/>
                    <a:pt x="10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9"/>
            <p:cNvSpPr/>
            <p:nvPr/>
          </p:nvSpPr>
          <p:spPr>
            <a:xfrm>
              <a:off x="2396108" y="1532232"/>
              <a:ext cx="1182749" cy="75526"/>
            </a:xfrm>
            <a:custGeom>
              <a:rect b="b" l="l" r="r" t="t"/>
              <a:pathLst>
                <a:path extrusionOk="0" h="1486" w="23271">
                  <a:moveTo>
                    <a:pt x="0" y="1"/>
                  </a:moveTo>
                  <a:lnTo>
                    <a:pt x="0" y="1486"/>
                  </a:lnTo>
                  <a:lnTo>
                    <a:pt x="23271" y="1486"/>
                  </a:lnTo>
                  <a:lnTo>
                    <a:pt x="232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9"/>
            <p:cNvSpPr/>
            <p:nvPr/>
          </p:nvSpPr>
          <p:spPr>
            <a:xfrm>
              <a:off x="3535561" y="1532232"/>
              <a:ext cx="51" cy="75526"/>
            </a:xfrm>
            <a:custGeom>
              <a:rect b="b" l="l" r="r" t="t"/>
              <a:pathLst>
                <a:path extrusionOk="0" fill="none" h="1486" w="1">
                  <a:moveTo>
                    <a:pt x="1" y="1"/>
                  </a:moveTo>
                  <a:lnTo>
                    <a:pt x="1" y="148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9"/>
            <p:cNvSpPr/>
            <p:nvPr/>
          </p:nvSpPr>
          <p:spPr>
            <a:xfrm>
              <a:off x="2440275" y="1532232"/>
              <a:ext cx="51" cy="75526"/>
            </a:xfrm>
            <a:custGeom>
              <a:rect b="b" l="l" r="r" t="t"/>
              <a:pathLst>
                <a:path extrusionOk="0" fill="none" h="1486" w="1">
                  <a:moveTo>
                    <a:pt x="0" y="1"/>
                  </a:moveTo>
                  <a:lnTo>
                    <a:pt x="0" y="1486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9"/>
            <p:cNvSpPr/>
            <p:nvPr/>
          </p:nvSpPr>
          <p:spPr>
            <a:xfrm>
              <a:off x="2577402" y="1532232"/>
              <a:ext cx="110494" cy="125233"/>
            </a:xfrm>
            <a:custGeom>
              <a:rect b="b" l="l" r="r" t="t"/>
              <a:pathLst>
                <a:path extrusionOk="0" h="2464" w="2174">
                  <a:moveTo>
                    <a:pt x="1" y="1"/>
                  </a:moveTo>
                  <a:lnTo>
                    <a:pt x="1" y="2464"/>
                  </a:lnTo>
                  <a:lnTo>
                    <a:pt x="2174" y="2464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9"/>
            <p:cNvSpPr/>
            <p:nvPr/>
          </p:nvSpPr>
          <p:spPr>
            <a:xfrm>
              <a:off x="2813943" y="1532232"/>
              <a:ext cx="110494" cy="125233"/>
            </a:xfrm>
            <a:custGeom>
              <a:rect b="b" l="l" r="r" t="t"/>
              <a:pathLst>
                <a:path extrusionOk="0" h="2464" w="2174">
                  <a:moveTo>
                    <a:pt x="1" y="1"/>
                  </a:moveTo>
                  <a:lnTo>
                    <a:pt x="1" y="2464"/>
                  </a:lnTo>
                  <a:lnTo>
                    <a:pt x="2174" y="2464"/>
                  </a:lnTo>
                  <a:lnTo>
                    <a:pt x="21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9"/>
            <p:cNvSpPr/>
            <p:nvPr/>
          </p:nvSpPr>
          <p:spPr>
            <a:xfrm>
              <a:off x="3051450" y="1532232"/>
              <a:ext cx="110494" cy="125233"/>
            </a:xfrm>
            <a:custGeom>
              <a:rect b="b" l="l" r="r" t="t"/>
              <a:pathLst>
                <a:path extrusionOk="0" h="2464" w="2174">
                  <a:moveTo>
                    <a:pt x="0" y="1"/>
                  </a:moveTo>
                  <a:lnTo>
                    <a:pt x="0" y="2464"/>
                  </a:lnTo>
                  <a:lnTo>
                    <a:pt x="2173" y="2464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9"/>
            <p:cNvSpPr/>
            <p:nvPr/>
          </p:nvSpPr>
          <p:spPr>
            <a:xfrm>
              <a:off x="3287991" y="1532232"/>
              <a:ext cx="110494" cy="125233"/>
            </a:xfrm>
            <a:custGeom>
              <a:rect b="b" l="l" r="r" t="t"/>
              <a:pathLst>
                <a:path extrusionOk="0" h="2464" w="2174">
                  <a:moveTo>
                    <a:pt x="0" y="1"/>
                  </a:moveTo>
                  <a:lnTo>
                    <a:pt x="0" y="2464"/>
                  </a:lnTo>
                  <a:lnTo>
                    <a:pt x="2173" y="2464"/>
                  </a:lnTo>
                  <a:lnTo>
                    <a:pt x="2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9"/>
            <p:cNvSpPr/>
            <p:nvPr/>
          </p:nvSpPr>
          <p:spPr>
            <a:xfrm>
              <a:off x="2577402" y="1657414"/>
              <a:ext cx="821078" cy="1616337"/>
            </a:xfrm>
            <a:custGeom>
              <a:rect b="b" l="l" r="r" t="t"/>
              <a:pathLst>
                <a:path extrusionOk="0" h="31802" w="16155">
                  <a:moveTo>
                    <a:pt x="15376" y="780"/>
                  </a:moveTo>
                  <a:lnTo>
                    <a:pt x="15376" y="30389"/>
                  </a:lnTo>
                  <a:lnTo>
                    <a:pt x="8078" y="25825"/>
                  </a:lnTo>
                  <a:lnTo>
                    <a:pt x="779" y="30389"/>
                  </a:lnTo>
                  <a:lnTo>
                    <a:pt x="779" y="780"/>
                  </a:lnTo>
                  <a:close/>
                  <a:moveTo>
                    <a:pt x="1" y="1"/>
                  </a:moveTo>
                  <a:lnTo>
                    <a:pt x="1" y="31801"/>
                  </a:lnTo>
                  <a:lnTo>
                    <a:pt x="8078" y="26749"/>
                  </a:lnTo>
                  <a:lnTo>
                    <a:pt x="16154" y="31801"/>
                  </a:lnTo>
                  <a:lnTo>
                    <a:pt x="161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9"/>
            <p:cNvSpPr/>
            <p:nvPr/>
          </p:nvSpPr>
          <p:spPr>
            <a:xfrm>
              <a:off x="2616995" y="1697007"/>
              <a:ext cx="741893" cy="1504928"/>
            </a:xfrm>
            <a:custGeom>
              <a:rect b="b" l="l" r="r" t="t"/>
              <a:pathLst>
                <a:path extrusionOk="0" h="29610" w="14597">
                  <a:moveTo>
                    <a:pt x="0" y="1"/>
                  </a:moveTo>
                  <a:lnTo>
                    <a:pt x="0" y="29610"/>
                  </a:lnTo>
                  <a:lnTo>
                    <a:pt x="7299" y="25046"/>
                  </a:lnTo>
                  <a:lnTo>
                    <a:pt x="14597" y="29610"/>
                  </a:lnTo>
                  <a:lnTo>
                    <a:pt x="145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9"/>
            <p:cNvSpPr/>
            <p:nvPr/>
          </p:nvSpPr>
          <p:spPr>
            <a:xfrm>
              <a:off x="2895873" y="1697007"/>
              <a:ext cx="185054" cy="1332835"/>
            </a:xfrm>
            <a:custGeom>
              <a:rect b="b" l="l" r="r" t="t"/>
              <a:pathLst>
                <a:path extrusionOk="0" h="26224" w="3641">
                  <a:moveTo>
                    <a:pt x="1" y="1"/>
                  </a:moveTo>
                  <a:lnTo>
                    <a:pt x="1" y="26223"/>
                  </a:lnTo>
                  <a:lnTo>
                    <a:pt x="1812" y="25046"/>
                  </a:lnTo>
                  <a:lnTo>
                    <a:pt x="3641" y="26223"/>
                  </a:lnTo>
                  <a:lnTo>
                    <a:pt x="36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9"/>
            <p:cNvSpPr/>
            <p:nvPr/>
          </p:nvSpPr>
          <p:spPr>
            <a:xfrm>
              <a:off x="2616995" y="2138829"/>
              <a:ext cx="741893" cy="185054"/>
            </a:xfrm>
            <a:custGeom>
              <a:rect b="b" l="l" r="r" t="t"/>
              <a:pathLst>
                <a:path extrusionOk="0" h="3641" w="14597">
                  <a:moveTo>
                    <a:pt x="0" y="0"/>
                  </a:moveTo>
                  <a:lnTo>
                    <a:pt x="0" y="3640"/>
                  </a:lnTo>
                  <a:lnTo>
                    <a:pt x="14597" y="3640"/>
                  </a:lnTo>
                  <a:lnTo>
                    <a:pt x="145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9"/>
            <p:cNvSpPr/>
            <p:nvPr/>
          </p:nvSpPr>
          <p:spPr>
            <a:xfrm>
              <a:off x="2784515" y="2027420"/>
              <a:ext cx="406854" cy="391251"/>
            </a:xfrm>
            <a:custGeom>
              <a:rect b="b" l="l" r="r" t="t"/>
              <a:pathLst>
                <a:path extrusionOk="0" h="7698" w="8005">
                  <a:moveTo>
                    <a:pt x="4003" y="979"/>
                  </a:moveTo>
                  <a:cubicBezTo>
                    <a:pt x="4709" y="1703"/>
                    <a:pt x="5578" y="2246"/>
                    <a:pt x="6538" y="2554"/>
                  </a:cubicBezTo>
                  <a:cubicBezTo>
                    <a:pt x="6628" y="3478"/>
                    <a:pt x="6574" y="5868"/>
                    <a:pt x="4003" y="7009"/>
                  </a:cubicBezTo>
                  <a:cubicBezTo>
                    <a:pt x="1431" y="5886"/>
                    <a:pt x="1377" y="3496"/>
                    <a:pt x="1467" y="2554"/>
                  </a:cubicBezTo>
                  <a:cubicBezTo>
                    <a:pt x="2427" y="2246"/>
                    <a:pt x="3296" y="1703"/>
                    <a:pt x="4003" y="979"/>
                  </a:cubicBezTo>
                  <a:close/>
                  <a:moveTo>
                    <a:pt x="4003" y="1"/>
                  </a:moveTo>
                  <a:cubicBezTo>
                    <a:pt x="3224" y="1015"/>
                    <a:pt x="2137" y="1721"/>
                    <a:pt x="888" y="2047"/>
                  </a:cubicBezTo>
                  <a:cubicBezTo>
                    <a:pt x="888" y="2047"/>
                    <a:pt x="0" y="6140"/>
                    <a:pt x="4003" y="7697"/>
                  </a:cubicBezTo>
                  <a:cubicBezTo>
                    <a:pt x="8005" y="6140"/>
                    <a:pt x="7117" y="2047"/>
                    <a:pt x="7117" y="2047"/>
                  </a:cubicBezTo>
                  <a:cubicBezTo>
                    <a:pt x="5886" y="1721"/>
                    <a:pt x="4781" y="1015"/>
                    <a:pt x="4003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5875">
              <a:solidFill>
                <a:schemeClr val="dk1"/>
              </a:solidFill>
              <a:prstDash val="solid"/>
              <a:miter lim="1810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9"/>
            <p:cNvSpPr/>
            <p:nvPr/>
          </p:nvSpPr>
          <p:spPr>
            <a:xfrm>
              <a:off x="2987918" y="2077127"/>
              <a:ext cx="131688" cy="157456"/>
            </a:xfrm>
            <a:custGeom>
              <a:rect b="b" l="l" r="r" t="t"/>
              <a:pathLst>
                <a:path extrusionOk="0" h="3098" w="2591">
                  <a:moveTo>
                    <a:pt x="1" y="1"/>
                  </a:moveTo>
                  <a:lnTo>
                    <a:pt x="1" y="3098"/>
                  </a:lnTo>
                  <a:lnTo>
                    <a:pt x="2445" y="3098"/>
                  </a:lnTo>
                  <a:cubicBezTo>
                    <a:pt x="2554" y="2590"/>
                    <a:pt x="2590" y="2083"/>
                    <a:pt x="2536" y="1576"/>
                  </a:cubicBezTo>
                  <a:cubicBezTo>
                    <a:pt x="1576" y="1268"/>
                    <a:pt x="707" y="72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cap="rnd" cmpd="sng" w="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9"/>
            <p:cNvSpPr/>
            <p:nvPr/>
          </p:nvSpPr>
          <p:spPr>
            <a:xfrm>
              <a:off x="2863650" y="2234532"/>
              <a:ext cx="124318" cy="149171"/>
            </a:xfrm>
            <a:custGeom>
              <a:rect b="b" l="l" r="r" t="t"/>
              <a:pathLst>
                <a:path extrusionOk="0" h="2935" w="2446">
                  <a:moveTo>
                    <a:pt x="1" y="1"/>
                  </a:moveTo>
                  <a:cubicBezTo>
                    <a:pt x="272" y="1323"/>
                    <a:pt x="1196" y="2427"/>
                    <a:pt x="2446" y="2934"/>
                  </a:cubicBezTo>
                  <a:lnTo>
                    <a:pt x="2446" y="1"/>
                  </a:lnTo>
                  <a:close/>
                </a:path>
              </a:pathLst>
            </a:custGeom>
            <a:solidFill>
              <a:schemeClr val="accent3"/>
            </a:solidFill>
            <a:ln cap="rnd" cmpd="sng" w="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9"/>
            <p:cNvSpPr/>
            <p:nvPr/>
          </p:nvSpPr>
          <p:spPr>
            <a:xfrm>
              <a:off x="2856280" y="2077127"/>
              <a:ext cx="131688" cy="157456"/>
            </a:xfrm>
            <a:custGeom>
              <a:rect b="b" l="l" r="r" t="t"/>
              <a:pathLst>
                <a:path extrusionOk="0" h="3098" w="2591">
                  <a:moveTo>
                    <a:pt x="2591" y="1"/>
                  </a:moveTo>
                  <a:cubicBezTo>
                    <a:pt x="1884" y="725"/>
                    <a:pt x="1015" y="1268"/>
                    <a:pt x="55" y="1576"/>
                  </a:cubicBezTo>
                  <a:cubicBezTo>
                    <a:pt x="1" y="2083"/>
                    <a:pt x="37" y="2590"/>
                    <a:pt x="146" y="3098"/>
                  </a:cubicBezTo>
                  <a:lnTo>
                    <a:pt x="2591" y="3098"/>
                  </a:lnTo>
                  <a:lnTo>
                    <a:pt x="2591" y="1"/>
                  </a:lnTo>
                  <a:close/>
                </a:path>
              </a:pathLst>
            </a:custGeom>
            <a:solidFill>
              <a:schemeClr val="lt2"/>
            </a:solidFill>
            <a:ln cap="rnd" cmpd="sng" w="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9"/>
            <p:cNvSpPr/>
            <p:nvPr/>
          </p:nvSpPr>
          <p:spPr>
            <a:xfrm>
              <a:off x="2987918" y="2234532"/>
              <a:ext cx="124318" cy="149171"/>
            </a:xfrm>
            <a:custGeom>
              <a:rect b="b" l="l" r="r" t="t"/>
              <a:pathLst>
                <a:path extrusionOk="0" h="2935" w="2446">
                  <a:moveTo>
                    <a:pt x="1" y="1"/>
                  </a:moveTo>
                  <a:lnTo>
                    <a:pt x="1" y="2934"/>
                  </a:lnTo>
                  <a:cubicBezTo>
                    <a:pt x="1250" y="2427"/>
                    <a:pt x="2174" y="1323"/>
                    <a:pt x="2445" y="1"/>
                  </a:cubicBezTo>
                  <a:close/>
                </a:path>
              </a:pathLst>
            </a:custGeom>
            <a:solidFill>
              <a:schemeClr val="lt2"/>
            </a:solidFill>
            <a:ln cap="rnd" cmpd="sng" w="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 - kvantitativno</a:t>
            </a:r>
            <a:endParaRPr/>
          </a:p>
        </p:txBody>
      </p:sp>
      <p:graphicFrame>
        <p:nvGraphicFramePr>
          <p:cNvPr id="1549" name="Google Shape;1549;p70"/>
          <p:cNvGraphicFramePr/>
          <p:nvPr/>
        </p:nvGraphicFramePr>
        <p:xfrm>
          <a:off x="719988" y="1339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{75367339-88C9-4B61-9A2E-A5302D22DF38}</a:tableStyleId>
              </a:tblPr>
              <a:tblGrid>
                <a:gridCol w="1080725"/>
                <a:gridCol w="946350"/>
                <a:gridCol w="1092925"/>
                <a:gridCol w="1121575"/>
                <a:gridCol w="1183825"/>
                <a:gridCol w="1186000"/>
                <a:gridCol w="1254775"/>
              </a:tblGrid>
              <a:tr h="92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Domine"/>
                          <a:ea typeface="Domine"/>
                          <a:cs typeface="Domine"/>
                          <a:sym typeface="Domine"/>
                        </a:rPr>
                        <a:t>Korak/</a:t>
                      </a:r>
                      <a:endParaRPr b="1" sz="1600"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Domine"/>
                          <a:ea typeface="Domine"/>
                          <a:cs typeface="Domine"/>
                          <a:sym typeface="Domine"/>
                        </a:rPr>
                        <a:t>Model</a:t>
                      </a:r>
                      <a:endParaRPr b="1" sz="1600"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Domine"/>
                          <a:ea typeface="Domine"/>
                          <a:cs typeface="Domine"/>
                          <a:sym typeface="Domine"/>
                        </a:rPr>
                        <a:t>Base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Step 200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Step 500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Step 1000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Step 1500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Najbolji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SD 1.5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1212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244.9732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213.8312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199.4403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201.1154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202.0467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199.44 (−18.5%)</a:t>
                      </a:r>
                      <a:endParaRPr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SDXL 1.0</a:t>
                      </a:r>
                      <a:endParaRPr b="1" sz="160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269.2809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260.0837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230.4458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212.3698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206.5144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206.51 (−23.3%)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71"/>
          <p:cNvSpPr/>
          <p:nvPr/>
        </p:nvSpPr>
        <p:spPr>
          <a:xfrm rot="5400000">
            <a:off x="4200338" y="627142"/>
            <a:ext cx="743448" cy="7717426"/>
          </a:xfrm>
          <a:custGeom>
            <a:rect b="b" l="l" r="r" t="t"/>
            <a:pathLst>
              <a:path extrusionOk="0" h="158063" w="285119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71"/>
          <p:cNvSpPr txBox="1"/>
          <p:nvPr>
            <p:ph type="title"/>
          </p:nvPr>
        </p:nvSpPr>
        <p:spPr>
          <a:xfrm>
            <a:off x="819356" y="4078150"/>
            <a:ext cx="7505400" cy="8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 - kvalitativno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 1.5</a:t>
            </a:r>
            <a:endParaRPr/>
          </a:p>
        </p:txBody>
      </p:sp>
      <p:pic>
        <p:nvPicPr>
          <p:cNvPr id="1561" name="Google Shape;1561;p72" title="slika_sd15_lora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500" y="1476625"/>
            <a:ext cx="3142125" cy="314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p72" title="slika_sd15_base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000" y="1476624"/>
            <a:ext cx="3142125" cy="31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72"/>
          <p:cNvSpPr txBox="1"/>
          <p:nvPr/>
        </p:nvSpPr>
        <p:spPr>
          <a:xfrm>
            <a:off x="759027" y="1060275"/>
            <a:ext cx="25677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 Model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72"/>
          <p:cNvSpPr txBox="1"/>
          <p:nvPr/>
        </p:nvSpPr>
        <p:spPr>
          <a:xfrm>
            <a:off x="5656750" y="1017725"/>
            <a:ext cx="22578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Best LoRA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SDXL 1.0</a:t>
            </a:r>
            <a:endParaRPr/>
          </a:p>
        </p:txBody>
      </p:sp>
      <p:sp>
        <p:nvSpPr>
          <p:cNvPr id="1570" name="Google Shape;1570;p73"/>
          <p:cNvSpPr txBox="1"/>
          <p:nvPr/>
        </p:nvSpPr>
        <p:spPr>
          <a:xfrm>
            <a:off x="759027" y="1060275"/>
            <a:ext cx="25677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 Model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73"/>
          <p:cNvSpPr txBox="1"/>
          <p:nvPr/>
        </p:nvSpPr>
        <p:spPr>
          <a:xfrm>
            <a:off x="5656750" y="1017725"/>
            <a:ext cx="22578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Best LoRA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2" name="Google Shape;1572;p73" title="slika_sdxl10_lora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650" y="1543925"/>
            <a:ext cx="3404600" cy="34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73" title="slika_sdxl10_base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63" y="1565200"/>
            <a:ext cx="3404625" cy="34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SDXL 1.0</a:t>
            </a:r>
            <a:endParaRPr/>
          </a:p>
        </p:txBody>
      </p:sp>
      <p:sp>
        <p:nvSpPr>
          <p:cNvPr id="1579" name="Google Shape;1579;p74"/>
          <p:cNvSpPr txBox="1"/>
          <p:nvPr/>
        </p:nvSpPr>
        <p:spPr>
          <a:xfrm>
            <a:off x="759027" y="1060275"/>
            <a:ext cx="25677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 Model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0" name="Google Shape;1580;p74"/>
          <p:cNvSpPr txBox="1"/>
          <p:nvPr/>
        </p:nvSpPr>
        <p:spPr>
          <a:xfrm>
            <a:off x="5656750" y="1017725"/>
            <a:ext cx="22578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Best LoRA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1" name="Google Shape;1581;p74" title="slika_sdxl10_lora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650" y="1543925"/>
            <a:ext cx="3404600" cy="34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74" title="slika_sdxl10_base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63" y="1565200"/>
            <a:ext cx="3404625" cy="34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9238" y="1528525"/>
            <a:ext cx="3435425" cy="34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575" y="1543925"/>
            <a:ext cx="3404600" cy="34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5"/>
          <p:cNvSpPr txBox="1"/>
          <p:nvPr>
            <p:ph type="title"/>
          </p:nvPr>
        </p:nvSpPr>
        <p:spPr>
          <a:xfrm>
            <a:off x="2006850" y="2150850"/>
            <a:ext cx="5327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Zaključak</a:t>
            </a:r>
            <a:endParaRPr/>
          </a:p>
        </p:txBody>
      </p:sp>
      <p:sp>
        <p:nvSpPr>
          <p:cNvPr id="1590" name="Google Shape;1590;p75"/>
          <p:cNvSpPr txBox="1"/>
          <p:nvPr>
            <p:ph idx="2" type="title"/>
          </p:nvPr>
        </p:nvSpPr>
        <p:spPr>
          <a:xfrm>
            <a:off x="2996550" y="1199137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5" name="Google Shape;1595;p76"/>
          <p:cNvGrpSpPr/>
          <p:nvPr/>
        </p:nvGrpSpPr>
        <p:grpSpPr>
          <a:xfrm>
            <a:off x="6" y="2752832"/>
            <a:ext cx="2579259" cy="1935583"/>
            <a:chOff x="-1545755" y="2356907"/>
            <a:chExt cx="3858855" cy="2895846"/>
          </a:xfrm>
        </p:grpSpPr>
        <p:sp>
          <p:nvSpPr>
            <p:cNvPr id="1596" name="Google Shape;1596;p76"/>
            <p:cNvSpPr/>
            <p:nvPr/>
          </p:nvSpPr>
          <p:spPr>
            <a:xfrm flipH="1">
              <a:off x="-522308" y="2356907"/>
              <a:ext cx="1446545" cy="1508572"/>
            </a:xfrm>
            <a:custGeom>
              <a:rect b="b" l="l" r="r" t="t"/>
              <a:pathLst>
                <a:path extrusionOk="0" h="20284" w="19450">
                  <a:moveTo>
                    <a:pt x="17476" y="4637"/>
                  </a:moveTo>
                  <a:lnTo>
                    <a:pt x="17476" y="5361"/>
                  </a:lnTo>
                  <a:lnTo>
                    <a:pt x="17114" y="5361"/>
                  </a:lnTo>
                  <a:lnTo>
                    <a:pt x="17114" y="4637"/>
                  </a:lnTo>
                  <a:close/>
                  <a:moveTo>
                    <a:pt x="18146" y="4637"/>
                  </a:moveTo>
                  <a:lnTo>
                    <a:pt x="18146" y="5361"/>
                  </a:lnTo>
                  <a:lnTo>
                    <a:pt x="17784" y="5361"/>
                  </a:lnTo>
                  <a:lnTo>
                    <a:pt x="17784" y="4637"/>
                  </a:lnTo>
                  <a:close/>
                  <a:moveTo>
                    <a:pt x="18834" y="4637"/>
                  </a:moveTo>
                  <a:lnTo>
                    <a:pt x="18834" y="5361"/>
                  </a:lnTo>
                  <a:lnTo>
                    <a:pt x="18454" y="5361"/>
                  </a:lnTo>
                  <a:lnTo>
                    <a:pt x="18454" y="4637"/>
                  </a:lnTo>
                  <a:close/>
                  <a:moveTo>
                    <a:pt x="7751" y="7987"/>
                  </a:moveTo>
                  <a:lnTo>
                    <a:pt x="7751" y="8693"/>
                  </a:lnTo>
                  <a:lnTo>
                    <a:pt x="7389" y="8693"/>
                  </a:lnTo>
                  <a:lnTo>
                    <a:pt x="7389" y="7987"/>
                  </a:lnTo>
                  <a:close/>
                  <a:moveTo>
                    <a:pt x="8729" y="7969"/>
                  </a:moveTo>
                  <a:lnTo>
                    <a:pt x="8729" y="8693"/>
                  </a:lnTo>
                  <a:lnTo>
                    <a:pt x="8367" y="8693"/>
                  </a:lnTo>
                  <a:lnTo>
                    <a:pt x="8367" y="7969"/>
                  </a:lnTo>
                  <a:close/>
                  <a:moveTo>
                    <a:pt x="6900" y="9454"/>
                  </a:moveTo>
                  <a:lnTo>
                    <a:pt x="6900" y="10812"/>
                  </a:lnTo>
                  <a:lnTo>
                    <a:pt x="6447" y="10812"/>
                  </a:lnTo>
                  <a:lnTo>
                    <a:pt x="6447" y="9454"/>
                  </a:lnTo>
                  <a:close/>
                  <a:moveTo>
                    <a:pt x="8294" y="9454"/>
                  </a:moveTo>
                  <a:lnTo>
                    <a:pt x="8294" y="10812"/>
                  </a:lnTo>
                  <a:lnTo>
                    <a:pt x="7842" y="10812"/>
                  </a:lnTo>
                  <a:lnTo>
                    <a:pt x="7842" y="9454"/>
                  </a:lnTo>
                  <a:close/>
                  <a:moveTo>
                    <a:pt x="9689" y="9454"/>
                  </a:moveTo>
                  <a:lnTo>
                    <a:pt x="9689" y="10812"/>
                  </a:lnTo>
                  <a:lnTo>
                    <a:pt x="9236" y="10812"/>
                  </a:lnTo>
                  <a:lnTo>
                    <a:pt x="9236" y="9454"/>
                  </a:lnTo>
                  <a:close/>
                  <a:moveTo>
                    <a:pt x="1123" y="9291"/>
                  </a:moveTo>
                  <a:lnTo>
                    <a:pt x="1123" y="11409"/>
                  </a:lnTo>
                  <a:lnTo>
                    <a:pt x="888" y="11409"/>
                  </a:lnTo>
                  <a:lnTo>
                    <a:pt x="888" y="9291"/>
                  </a:lnTo>
                  <a:close/>
                  <a:moveTo>
                    <a:pt x="2536" y="9291"/>
                  </a:moveTo>
                  <a:lnTo>
                    <a:pt x="2536" y="11409"/>
                  </a:lnTo>
                  <a:lnTo>
                    <a:pt x="1992" y="11409"/>
                  </a:lnTo>
                  <a:lnTo>
                    <a:pt x="1992" y="9291"/>
                  </a:lnTo>
                  <a:close/>
                  <a:moveTo>
                    <a:pt x="3640" y="9291"/>
                  </a:moveTo>
                  <a:lnTo>
                    <a:pt x="3640" y="11409"/>
                  </a:lnTo>
                  <a:lnTo>
                    <a:pt x="3405" y="11409"/>
                  </a:lnTo>
                  <a:lnTo>
                    <a:pt x="3405" y="9291"/>
                  </a:lnTo>
                  <a:close/>
                  <a:moveTo>
                    <a:pt x="17974" y="11133"/>
                  </a:moveTo>
                  <a:cubicBezTo>
                    <a:pt x="18169" y="11133"/>
                    <a:pt x="18363" y="11256"/>
                    <a:pt x="18381" y="11500"/>
                  </a:cubicBezTo>
                  <a:lnTo>
                    <a:pt x="18381" y="12442"/>
                  </a:lnTo>
                  <a:lnTo>
                    <a:pt x="17566" y="12442"/>
                  </a:lnTo>
                  <a:lnTo>
                    <a:pt x="17566" y="11500"/>
                  </a:lnTo>
                  <a:cubicBezTo>
                    <a:pt x="17585" y="11256"/>
                    <a:pt x="17779" y="11133"/>
                    <a:pt x="17974" y="11133"/>
                  </a:cubicBezTo>
                  <a:close/>
                  <a:moveTo>
                    <a:pt x="1503" y="12356"/>
                  </a:moveTo>
                  <a:cubicBezTo>
                    <a:pt x="1702" y="12356"/>
                    <a:pt x="1902" y="12487"/>
                    <a:pt x="1920" y="12750"/>
                  </a:cubicBezTo>
                  <a:lnTo>
                    <a:pt x="1920" y="14072"/>
                  </a:lnTo>
                  <a:lnTo>
                    <a:pt x="1087" y="14072"/>
                  </a:lnTo>
                  <a:lnTo>
                    <a:pt x="1087" y="12750"/>
                  </a:lnTo>
                  <a:cubicBezTo>
                    <a:pt x="1105" y="12487"/>
                    <a:pt x="1304" y="12356"/>
                    <a:pt x="1503" y="12356"/>
                  </a:cubicBezTo>
                  <a:close/>
                  <a:moveTo>
                    <a:pt x="3079" y="12329"/>
                  </a:moveTo>
                  <a:cubicBezTo>
                    <a:pt x="3287" y="12329"/>
                    <a:pt x="3495" y="12469"/>
                    <a:pt x="3495" y="12750"/>
                  </a:cubicBezTo>
                  <a:lnTo>
                    <a:pt x="3513" y="14072"/>
                  </a:lnTo>
                  <a:lnTo>
                    <a:pt x="2662" y="14072"/>
                  </a:lnTo>
                  <a:lnTo>
                    <a:pt x="2662" y="12750"/>
                  </a:lnTo>
                  <a:cubicBezTo>
                    <a:pt x="2662" y="12469"/>
                    <a:pt x="2871" y="12329"/>
                    <a:pt x="3079" y="12329"/>
                  </a:cubicBezTo>
                  <a:close/>
                  <a:moveTo>
                    <a:pt x="18" y="12351"/>
                  </a:moveTo>
                  <a:cubicBezTo>
                    <a:pt x="199" y="12387"/>
                    <a:pt x="344" y="12550"/>
                    <a:pt x="344" y="12750"/>
                  </a:cubicBezTo>
                  <a:lnTo>
                    <a:pt x="344" y="14090"/>
                  </a:lnTo>
                  <a:lnTo>
                    <a:pt x="18" y="14090"/>
                  </a:lnTo>
                  <a:lnTo>
                    <a:pt x="18" y="12351"/>
                  </a:lnTo>
                  <a:close/>
                  <a:moveTo>
                    <a:pt x="7624" y="16208"/>
                  </a:moveTo>
                  <a:lnTo>
                    <a:pt x="7624" y="16716"/>
                  </a:lnTo>
                  <a:lnTo>
                    <a:pt x="7190" y="16716"/>
                  </a:lnTo>
                  <a:lnTo>
                    <a:pt x="7190" y="16208"/>
                  </a:lnTo>
                  <a:close/>
                  <a:moveTo>
                    <a:pt x="9091" y="16208"/>
                  </a:moveTo>
                  <a:lnTo>
                    <a:pt x="9091" y="16716"/>
                  </a:lnTo>
                  <a:lnTo>
                    <a:pt x="8675" y="16716"/>
                  </a:lnTo>
                  <a:lnTo>
                    <a:pt x="8675" y="16208"/>
                  </a:lnTo>
                  <a:close/>
                  <a:moveTo>
                    <a:pt x="10576" y="16208"/>
                  </a:moveTo>
                  <a:lnTo>
                    <a:pt x="10576" y="16716"/>
                  </a:lnTo>
                  <a:lnTo>
                    <a:pt x="10142" y="16716"/>
                  </a:lnTo>
                  <a:lnTo>
                    <a:pt x="10142" y="16208"/>
                  </a:lnTo>
                  <a:close/>
                  <a:moveTo>
                    <a:pt x="12061" y="16208"/>
                  </a:moveTo>
                  <a:lnTo>
                    <a:pt x="12061" y="16716"/>
                  </a:lnTo>
                  <a:lnTo>
                    <a:pt x="11626" y="16716"/>
                  </a:lnTo>
                  <a:lnTo>
                    <a:pt x="11626" y="16208"/>
                  </a:lnTo>
                  <a:close/>
                  <a:moveTo>
                    <a:pt x="13528" y="16208"/>
                  </a:moveTo>
                  <a:lnTo>
                    <a:pt x="13528" y="16716"/>
                  </a:lnTo>
                  <a:lnTo>
                    <a:pt x="13093" y="16716"/>
                  </a:lnTo>
                  <a:lnTo>
                    <a:pt x="13093" y="16208"/>
                  </a:lnTo>
                  <a:close/>
                  <a:moveTo>
                    <a:pt x="14995" y="16208"/>
                  </a:moveTo>
                  <a:lnTo>
                    <a:pt x="14995" y="16716"/>
                  </a:lnTo>
                  <a:lnTo>
                    <a:pt x="14578" y="16716"/>
                  </a:lnTo>
                  <a:lnTo>
                    <a:pt x="14578" y="16208"/>
                  </a:lnTo>
                  <a:close/>
                  <a:moveTo>
                    <a:pt x="16462" y="16208"/>
                  </a:moveTo>
                  <a:lnTo>
                    <a:pt x="16462" y="16716"/>
                  </a:lnTo>
                  <a:lnTo>
                    <a:pt x="16045" y="16716"/>
                  </a:lnTo>
                  <a:lnTo>
                    <a:pt x="16045" y="16208"/>
                  </a:lnTo>
                  <a:close/>
                  <a:moveTo>
                    <a:pt x="7624" y="17204"/>
                  </a:moveTo>
                  <a:lnTo>
                    <a:pt x="7624" y="18581"/>
                  </a:lnTo>
                  <a:lnTo>
                    <a:pt x="7190" y="18581"/>
                  </a:lnTo>
                  <a:lnTo>
                    <a:pt x="7190" y="17204"/>
                  </a:lnTo>
                  <a:close/>
                  <a:moveTo>
                    <a:pt x="9091" y="17204"/>
                  </a:moveTo>
                  <a:lnTo>
                    <a:pt x="9091" y="18581"/>
                  </a:lnTo>
                  <a:lnTo>
                    <a:pt x="8675" y="18581"/>
                  </a:lnTo>
                  <a:lnTo>
                    <a:pt x="8675" y="17204"/>
                  </a:lnTo>
                  <a:close/>
                  <a:moveTo>
                    <a:pt x="10576" y="17204"/>
                  </a:moveTo>
                  <a:lnTo>
                    <a:pt x="10576" y="18581"/>
                  </a:lnTo>
                  <a:lnTo>
                    <a:pt x="10142" y="18581"/>
                  </a:lnTo>
                  <a:lnTo>
                    <a:pt x="10142" y="17204"/>
                  </a:lnTo>
                  <a:close/>
                  <a:moveTo>
                    <a:pt x="12061" y="17204"/>
                  </a:moveTo>
                  <a:lnTo>
                    <a:pt x="12061" y="18581"/>
                  </a:lnTo>
                  <a:lnTo>
                    <a:pt x="11626" y="18581"/>
                  </a:lnTo>
                  <a:lnTo>
                    <a:pt x="11626" y="17204"/>
                  </a:lnTo>
                  <a:close/>
                  <a:moveTo>
                    <a:pt x="13528" y="17204"/>
                  </a:moveTo>
                  <a:lnTo>
                    <a:pt x="13528" y="18581"/>
                  </a:lnTo>
                  <a:lnTo>
                    <a:pt x="13093" y="18581"/>
                  </a:lnTo>
                  <a:lnTo>
                    <a:pt x="13093" y="17204"/>
                  </a:lnTo>
                  <a:close/>
                  <a:moveTo>
                    <a:pt x="14995" y="17204"/>
                  </a:moveTo>
                  <a:lnTo>
                    <a:pt x="14995" y="18581"/>
                  </a:lnTo>
                  <a:lnTo>
                    <a:pt x="14578" y="18581"/>
                  </a:lnTo>
                  <a:lnTo>
                    <a:pt x="14578" y="17204"/>
                  </a:lnTo>
                  <a:close/>
                  <a:moveTo>
                    <a:pt x="16462" y="17204"/>
                  </a:moveTo>
                  <a:lnTo>
                    <a:pt x="16462" y="18581"/>
                  </a:lnTo>
                  <a:lnTo>
                    <a:pt x="16045" y="18581"/>
                  </a:lnTo>
                  <a:lnTo>
                    <a:pt x="16045" y="17204"/>
                  </a:lnTo>
                  <a:close/>
                  <a:moveTo>
                    <a:pt x="8005" y="0"/>
                  </a:moveTo>
                  <a:lnTo>
                    <a:pt x="8005" y="960"/>
                  </a:lnTo>
                  <a:cubicBezTo>
                    <a:pt x="7552" y="1015"/>
                    <a:pt x="7534" y="1648"/>
                    <a:pt x="7968" y="1739"/>
                  </a:cubicBezTo>
                  <a:lnTo>
                    <a:pt x="7208" y="4908"/>
                  </a:lnTo>
                  <a:cubicBezTo>
                    <a:pt x="7135" y="4926"/>
                    <a:pt x="7081" y="4926"/>
                    <a:pt x="7009" y="4962"/>
                  </a:cubicBezTo>
                  <a:cubicBezTo>
                    <a:pt x="7009" y="4944"/>
                    <a:pt x="7009" y="4926"/>
                    <a:pt x="7009" y="4908"/>
                  </a:cubicBezTo>
                  <a:cubicBezTo>
                    <a:pt x="7009" y="4854"/>
                    <a:pt x="6981" y="4833"/>
                    <a:pt x="6944" y="4833"/>
                  </a:cubicBezTo>
                  <a:cubicBezTo>
                    <a:pt x="6845" y="4833"/>
                    <a:pt x="6682" y="4982"/>
                    <a:pt x="6827" y="5035"/>
                  </a:cubicBezTo>
                  <a:cubicBezTo>
                    <a:pt x="6483" y="5216"/>
                    <a:pt x="6266" y="5578"/>
                    <a:pt x="6284" y="5977"/>
                  </a:cubicBezTo>
                  <a:cubicBezTo>
                    <a:pt x="6284" y="6556"/>
                    <a:pt x="6737" y="7027"/>
                    <a:pt x="7316" y="7045"/>
                  </a:cubicBezTo>
                  <a:lnTo>
                    <a:pt x="7316" y="7244"/>
                  </a:lnTo>
                  <a:lnTo>
                    <a:pt x="7190" y="7244"/>
                  </a:lnTo>
                  <a:cubicBezTo>
                    <a:pt x="6773" y="7244"/>
                    <a:pt x="6429" y="7570"/>
                    <a:pt x="6411" y="7969"/>
                  </a:cubicBezTo>
                  <a:lnTo>
                    <a:pt x="6755" y="7969"/>
                  </a:lnTo>
                  <a:lnTo>
                    <a:pt x="6755" y="8693"/>
                  </a:lnTo>
                  <a:lnTo>
                    <a:pt x="6411" y="8693"/>
                  </a:lnTo>
                  <a:lnTo>
                    <a:pt x="6411" y="9037"/>
                  </a:lnTo>
                  <a:lnTo>
                    <a:pt x="6465" y="9037"/>
                  </a:lnTo>
                  <a:cubicBezTo>
                    <a:pt x="6031" y="9037"/>
                    <a:pt x="5687" y="9381"/>
                    <a:pt x="5687" y="9816"/>
                  </a:cubicBezTo>
                  <a:lnTo>
                    <a:pt x="5687" y="11138"/>
                  </a:lnTo>
                  <a:lnTo>
                    <a:pt x="4528" y="11138"/>
                  </a:lnTo>
                  <a:lnTo>
                    <a:pt x="4528" y="8947"/>
                  </a:lnTo>
                  <a:lnTo>
                    <a:pt x="4220" y="7226"/>
                  </a:lnTo>
                  <a:cubicBezTo>
                    <a:pt x="4292" y="7208"/>
                    <a:pt x="4346" y="7154"/>
                    <a:pt x="4346" y="7081"/>
                  </a:cubicBezTo>
                  <a:cubicBezTo>
                    <a:pt x="4356" y="7000"/>
                    <a:pt x="4279" y="6959"/>
                    <a:pt x="4202" y="6959"/>
                  </a:cubicBezTo>
                  <a:cubicBezTo>
                    <a:pt x="4125" y="6959"/>
                    <a:pt x="4048" y="7000"/>
                    <a:pt x="4057" y="7081"/>
                  </a:cubicBezTo>
                  <a:cubicBezTo>
                    <a:pt x="4057" y="7154"/>
                    <a:pt x="4111" y="7208"/>
                    <a:pt x="4183" y="7226"/>
                  </a:cubicBezTo>
                  <a:lnTo>
                    <a:pt x="3894" y="8947"/>
                  </a:lnTo>
                  <a:lnTo>
                    <a:pt x="3858" y="8947"/>
                  </a:lnTo>
                  <a:lnTo>
                    <a:pt x="3568" y="7226"/>
                  </a:lnTo>
                  <a:cubicBezTo>
                    <a:pt x="3622" y="7208"/>
                    <a:pt x="3676" y="7154"/>
                    <a:pt x="3676" y="7081"/>
                  </a:cubicBezTo>
                  <a:cubicBezTo>
                    <a:pt x="3685" y="7000"/>
                    <a:pt x="3609" y="6959"/>
                    <a:pt x="3532" y="6959"/>
                  </a:cubicBezTo>
                  <a:cubicBezTo>
                    <a:pt x="3455" y="6959"/>
                    <a:pt x="3378" y="7000"/>
                    <a:pt x="3387" y="7081"/>
                  </a:cubicBezTo>
                  <a:cubicBezTo>
                    <a:pt x="3387" y="7154"/>
                    <a:pt x="3441" y="7208"/>
                    <a:pt x="3513" y="7226"/>
                  </a:cubicBezTo>
                  <a:lnTo>
                    <a:pt x="3224" y="8947"/>
                  </a:lnTo>
                  <a:lnTo>
                    <a:pt x="2318" y="3822"/>
                  </a:lnTo>
                  <a:cubicBezTo>
                    <a:pt x="2789" y="3749"/>
                    <a:pt x="2771" y="3097"/>
                    <a:pt x="2318" y="3043"/>
                  </a:cubicBezTo>
                  <a:lnTo>
                    <a:pt x="2318" y="2083"/>
                  </a:lnTo>
                  <a:lnTo>
                    <a:pt x="2210" y="2083"/>
                  </a:lnTo>
                  <a:lnTo>
                    <a:pt x="2210" y="3043"/>
                  </a:lnTo>
                  <a:cubicBezTo>
                    <a:pt x="1757" y="3097"/>
                    <a:pt x="1739" y="3749"/>
                    <a:pt x="2191" y="3822"/>
                  </a:cubicBezTo>
                  <a:lnTo>
                    <a:pt x="1304" y="8947"/>
                  </a:lnTo>
                  <a:lnTo>
                    <a:pt x="1014" y="7226"/>
                  </a:lnTo>
                  <a:cubicBezTo>
                    <a:pt x="1178" y="7199"/>
                    <a:pt x="992" y="7007"/>
                    <a:pt x="891" y="7007"/>
                  </a:cubicBezTo>
                  <a:cubicBezTo>
                    <a:pt x="857" y="7007"/>
                    <a:pt x="833" y="7028"/>
                    <a:pt x="833" y="7081"/>
                  </a:cubicBezTo>
                  <a:cubicBezTo>
                    <a:pt x="833" y="7154"/>
                    <a:pt x="888" y="7208"/>
                    <a:pt x="960" y="7226"/>
                  </a:cubicBezTo>
                  <a:lnTo>
                    <a:pt x="670" y="8947"/>
                  </a:lnTo>
                  <a:lnTo>
                    <a:pt x="634" y="8947"/>
                  </a:lnTo>
                  <a:lnTo>
                    <a:pt x="344" y="7226"/>
                  </a:lnTo>
                  <a:cubicBezTo>
                    <a:pt x="417" y="7208"/>
                    <a:pt x="471" y="7154"/>
                    <a:pt x="471" y="7081"/>
                  </a:cubicBezTo>
                  <a:cubicBezTo>
                    <a:pt x="480" y="7000"/>
                    <a:pt x="403" y="6959"/>
                    <a:pt x="326" y="6959"/>
                  </a:cubicBezTo>
                  <a:cubicBezTo>
                    <a:pt x="249" y="6959"/>
                    <a:pt x="172" y="7000"/>
                    <a:pt x="181" y="7081"/>
                  </a:cubicBezTo>
                  <a:cubicBezTo>
                    <a:pt x="181" y="7154"/>
                    <a:pt x="236" y="7208"/>
                    <a:pt x="308" y="7226"/>
                  </a:cubicBezTo>
                  <a:lnTo>
                    <a:pt x="0" y="8947"/>
                  </a:lnTo>
                  <a:lnTo>
                    <a:pt x="0" y="14778"/>
                  </a:lnTo>
                  <a:lnTo>
                    <a:pt x="471" y="14778"/>
                  </a:lnTo>
                  <a:lnTo>
                    <a:pt x="471" y="20283"/>
                  </a:lnTo>
                  <a:lnTo>
                    <a:pt x="4093" y="20283"/>
                  </a:lnTo>
                  <a:lnTo>
                    <a:pt x="4093" y="14778"/>
                  </a:lnTo>
                  <a:lnTo>
                    <a:pt x="4509" y="14778"/>
                  </a:lnTo>
                  <a:lnTo>
                    <a:pt x="4509" y="14090"/>
                  </a:lnTo>
                  <a:lnTo>
                    <a:pt x="4238" y="14090"/>
                  </a:lnTo>
                  <a:lnTo>
                    <a:pt x="4238" y="12750"/>
                  </a:lnTo>
                  <a:cubicBezTo>
                    <a:pt x="4238" y="12568"/>
                    <a:pt x="4346" y="12424"/>
                    <a:pt x="4509" y="12351"/>
                  </a:cubicBezTo>
                  <a:lnTo>
                    <a:pt x="4509" y="12080"/>
                  </a:lnTo>
                  <a:lnTo>
                    <a:pt x="5433" y="12080"/>
                  </a:lnTo>
                  <a:lnTo>
                    <a:pt x="5433" y="20283"/>
                  </a:lnTo>
                  <a:lnTo>
                    <a:pt x="18599" y="20283"/>
                  </a:lnTo>
                  <a:lnTo>
                    <a:pt x="18599" y="8385"/>
                  </a:lnTo>
                  <a:lnTo>
                    <a:pt x="19142" y="8385"/>
                  </a:lnTo>
                  <a:lnTo>
                    <a:pt x="19142" y="7335"/>
                  </a:lnTo>
                  <a:lnTo>
                    <a:pt x="19450" y="6031"/>
                  </a:lnTo>
                  <a:lnTo>
                    <a:pt x="19450" y="5542"/>
                  </a:lnTo>
                  <a:lnTo>
                    <a:pt x="19088" y="5542"/>
                  </a:lnTo>
                  <a:lnTo>
                    <a:pt x="19088" y="4274"/>
                  </a:lnTo>
                  <a:cubicBezTo>
                    <a:pt x="19088" y="3985"/>
                    <a:pt x="18870" y="3749"/>
                    <a:pt x="18581" y="3749"/>
                  </a:cubicBezTo>
                  <a:lnTo>
                    <a:pt x="18599" y="3749"/>
                  </a:lnTo>
                  <a:lnTo>
                    <a:pt x="18019" y="1214"/>
                  </a:lnTo>
                  <a:cubicBezTo>
                    <a:pt x="18273" y="1159"/>
                    <a:pt x="18218" y="797"/>
                    <a:pt x="17965" y="797"/>
                  </a:cubicBezTo>
                  <a:cubicBezTo>
                    <a:pt x="17729" y="797"/>
                    <a:pt x="17675" y="1159"/>
                    <a:pt x="17929" y="1214"/>
                  </a:cubicBezTo>
                  <a:lnTo>
                    <a:pt x="17349" y="3749"/>
                  </a:lnTo>
                  <a:lnTo>
                    <a:pt x="17367" y="3749"/>
                  </a:lnTo>
                  <a:cubicBezTo>
                    <a:pt x="17077" y="3767"/>
                    <a:pt x="16860" y="3985"/>
                    <a:pt x="16860" y="4274"/>
                  </a:cubicBezTo>
                  <a:lnTo>
                    <a:pt x="16860" y="5542"/>
                  </a:lnTo>
                  <a:lnTo>
                    <a:pt x="16607" y="5542"/>
                  </a:lnTo>
                  <a:lnTo>
                    <a:pt x="16607" y="6013"/>
                  </a:lnTo>
                  <a:lnTo>
                    <a:pt x="16933" y="7335"/>
                  </a:lnTo>
                  <a:lnTo>
                    <a:pt x="16933" y="8385"/>
                  </a:lnTo>
                  <a:lnTo>
                    <a:pt x="17349" y="8385"/>
                  </a:lnTo>
                  <a:lnTo>
                    <a:pt x="17349" y="13257"/>
                  </a:lnTo>
                  <a:lnTo>
                    <a:pt x="17150" y="13257"/>
                  </a:lnTo>
                  <a:lnTo>
                    <a:pt x="16733" y="11518"/>
                  </a:lnTo>
                  <a:cubicBezTo>
                    <a:pt x="16788" y="11518"/>
                    <a:pt x="16824" y="11464"/>
                    <a:pt x="16824" y="11409"/>
                  </a:cubicBezTo>
                  <a:cubicBezTo>
                    <a:pt x="16824" y="11337"/>
                    <a:pt x="16770" y="11283"/>
                    <a:pt x="16697" y="11283"/>
                  </a:cubicBezTo>
                  <a:cubicBezTo>
                    <a:pt x="16589" y="11301"/>
                    <a:pt x="16570" y="11464"/>
                    <a:pt x="16679" y="11518"/>
                  </a:cubicBezTo>
                  <a:lnTo>
                    <a:pt x="16263" y="13239"/>
                  </a:lnTo>
                  <a:lnTo>
                    <a:pt x="13782" y="13239"/>
                  </a:lnTo>
                  <a:lnTo>
                    <a:pt x="13782" y="11265"/>
                  </a:lnTo>
                  <a:lnTo>
                    <a:pt x="14053" y="11265"/>
                  </a:lnTo>
                  <a:lnTo>
                    <a:pt x="14053" y="10269"/>
                  </a:lnTo>
                  <a:lnTo>
                    <a:pt x="13727" y="10269"/>
                  </a:lnTo>
                  <a:lnTo>
                    <a:pt x="13727" y="10776"/>
                  </a:lnTo>
                  <a:lnTo>
                    <a:pt x="13456" y="10776"/>
                  </a:lnTo>
                  <a:lnTo>
                    <a:pt x="13456" y="10269"/>
                  </a:lnTo>
                  <a:lnTo>
                    <a:pt x="12822" y="10269"/>
                  </a:lnTo>
                  <a:lnTo>
                    <a:pt x="12822" y="10776"/>
                  </a:lnTo>
                  <a:lnTo>
                    <a:pt x="12532" y="10776"/>
                  </a:lnTo>
                  <a:lnTo>
                    <a:pt x="12532" y="10269"/>
                  </a:lnTo>
                  <a:lnTo>
                    <a:pt x="12206" y="10269"/>
                  </a:lnTo>
                  <a:lnTo>
                    <a:pt x="12206" y="11265"/>
                  </a:lnTo>
                  <a:lnTo>
                    <a:pt x="12496" y="11265"/>
                  </a:lnTo>
                  <a:lnTo>
                    <a:pt x="12496" y="13257"/>
                  </a:lnTo>
                  <a:lnTo>
                    <a:pt x="10685" y="13257"/>
                  </a:lnTo>
                  <a:lnTo>
                    <a:pt x="10685" y="11156"/>
                  </a:lnTo>
                  <a:lnTo>
                    <a:pt x="10431" y="11156"/>
                  </a:lnTo>
                  <a:lnTo>
                    <a:pt x="10431" y="9816"/>
                  </a:lnTo>
                  <a:cubicBezTo>
                    <a:pt x="10431" y="9381"/>
                    <a:pt x="10087" y="9037"/>
                    <a:pt x="9653" y="9037"/>
                  </a:cubicBezTo>
                  <a:lnTo>
                    <a:pt x="9725" y="9037"/>
                  </a:lnTo>
                  <a:lnTo>
                    <a:pt x="9725" y="8711"/>
                  </a:lnTo>
                  <a:lnTo>
                    <a:pt x="9363" y="8711"/>
                  </a:lnTo>
                  <a:lnTo>
                    <a:pt x="9363" y="7987"/>
                  </a:lnTo>
                  <a:lnTo>
                    <a:pt x="9707" y="7987"/>
                  </a:lnTo>
                  <a:cubicBezTo>
                    <a:pt x="9689" y="7570"/>
                    <a:pt x="9363" y="7244"/>
                    <a:pt x="8946" y="7244"/>
                  </a:cubicBezTo>
                  <a:lnTo>
                    <a:pt x="8801" y="7244"/>
                  </a:lnTo>
                  <a:lnTo>
                    <a:pt x="8801" y="7045"/>
                  </a:lnTo>
                  <a:cubicBezTo>
                    <a:pt x="9381" y="7027"/>
                    <a:pt x="9852" y="6538"/>
                    <a:pt x="9852" y="5958"/>
                  </a:cubicBezTo>
                  <a:cubicBezTo>
                    <a:pt x="9852" y="5560"/>
                    <a:pt x="9634" y="5198"/>
                    <a:pt x="9290" y="5017"/>
                  </a:cubicBezTo>
                  <a:cubicBezTo>
                    <a:pt x="9422" y="4964"/>
                    <a:pt x="9256" y="4815"/>
                    <a:pt x="9156" y="4815"/>
                  </a:cubicBezTo>
                  <a:cubicBezTo>
                    <a:pt x="9119" y="4815"/>
                    <a:pt x="9091" y="4836"/>
                    <a:pt x="9091" y="4890"/>
                  </a:cubicBezTo>
                  <a:cubicBezTo>
                    <a:pt x="9091" y="4908"/>
                    <a:pt x="9091" y="4926"/>
                    <a:pt x="9091" y="4944"/>
                  </a:cubicBezTo>
                  <a:cubicBezTo>
                    <a:pt x="9037" y="4926"/>
                    <a:pt x="8964" y="4908"/>
                    <a:pt x="8892" y="4890"/>
                  </a:cubicBezTo>
                  <a:lnTo>
                    <a:pt x="8149" y="1721"/>
                  </a:lnTo>
                  <a:cubicBezTo>
                    <a:pt x="8312" y="1685"/>
                    <a:pt x="8439" y="1522"/>
                    <a:pt x="8457" y="1341"/>
                  </a:cubicBezTo>
                  <a:cubicBezTo>
                    <a:pt x="8457" y="1141"/>
                    <a:pt x="8294" y="978"/>
                    <a:pt x="8113" y="960"/>
                  </a:cubicBezTo>
                  <a:lnTo>
                    <a:pt x="8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76"/>
            <p:cNvSpPr/>
            <p:nvPr/>
          </p:nvSpPr>
          <p:spPr>
            <a:xfrm flipH="1">
              <a:off x="-1545755" y="3789575"/>
              <a:ext cx="3858855" cy="1463178"/>
            </a:xfrm>
            <a:custGeom>
              <a:rect b="b" l="l" r="r" t="t"/>
              <a:pathLst>
                <a:path extrusionOk="0" h="24920" w="63330">
                  <a:moveTo>
                    <a:pt x="26259" y="1"/>
                  </a:moveTo>
                  <a:lnTo>
                    <a:pt x="25535" y="852"/>
                  </a:lnTo>
                  <a:cubicBezTo>
                    <a:pt x="25376" y="1178"/>
                    <a:pt x="25202" y="1301"/>
                    <a:pt x="25030" y="1301"/>
                  </a:cubicBezTo>
                  <a:cubicBezTo>
                    <a:pt x="24496" y="1301"/>
                    <a:pt x="23977" y="109"/>
                    <a:pt x="23977" y="109"/>
                  </a:cubicBezTo>
                  <a:cubicBezTo>
                    <a:pt x="23561" y="616"/>
                    <a:pt x="23289" y="1196"/>
                    <a:pt x="23126" y="1830"/>
                  </a:cubicBezTo>
                  <a:cubicBezTo>
                    <a:pt x="22855" y="2934"/>
                    <a:pt x="21696" y="3242"/>
                    <a:pt x="21496" y="5198"/>
                  </a:cubicBezTo>
                  <a:cubicBezTo>
                    <a:pt x="21496" y="5198"/>
                    <a:pt x="20518" y="4474"/>
                    <a:pt x="19975" y="4474"/>
                  </a:cubicBezTo>
                  <a:cubicBezTo>
                    <a:pt x="19414" y="5035"/>
                    <a:pt x="18943" y="5669"/>
                    <a:pt x="18563" y="6357"/>
                  </a:cubicBezTo>
                  <a:cubicBezTo>
                    <a:pt x="18019" y="7407"/>
                    <a:pt x="14216" y="10287"/>
                    <a:pt x="6248" y="11518"/>
                  </a:cubicBezTo>
                  <a:cubicBezTo>
                    <a:pt x="6248" y="11518"/>
                    <a:pt x="5814" y="11428"/>
                    <a:pt x="5143" y="10794"/>
                  </a:cubicBezTo>
                  <a:cubicBezTo>
                    <a:pt x="5143" y="10794"/>
                    <a:pt x="4979" y="10932"/>
                    <a:pt x="4733" y="10932"/>
                  </a:cubicBezTo>
                  <a:cubicBezTo>
                    <a:pt x="4525" y="10932"/>
                    <a:pt x="4258" y="10833"/>
                    <a:pt x="3984" y="10468"/>
                  </a:cubicBezTo>
                  <a:cubicBezTo>
                    <a:pt x="3984" y="10468"/>
                    <a:pt x="2366" y="11648"/>
                    <a:pt x="787" y="11648"/>
                  </a:cubicBezTo>
                  <a:cubicBezTo>
                    <a:pt x="521" y="11648"/>
                    <a:pt x="256" y="11615"/>
                    <a:pt x="0" y="11536"/>
                  </a:cubicBezTo>
                  <a:lnTo>
                    <a:pt x="0" y="24919"/>
                  </a:lnTo>
                  <a:lnTo>
                    <a:pt x="63329" y="24919"/>
                  </a:lnTo>
                  <a:lnTo>
                    <a:pt x="63329" y="10396"/>
                  </a:lnTo>
                  <a:cubicBezTo>
                    <a:pt x="60070" y="9182"/>
                    <a:pt x="59671" y="7570"/>
                    <a:pt x="59671" y="7570"/>
                  </a:cubicBezTo>
                  <a:lnTo>
                    <a:pt x="59055" y="8168"/>
                  </a:lnTo>
                  <a:cubicBezTo>
                    <a:pt x="58150" y="8168"/>
                    <a:pt x="56466" y="6194"/>
                    <a:pt x="56122" y="6085"/>
                  </a:cubicBezTo>
                  <a:cubicBezTo>
                    <a:pt x="56113" y="6083"/>
                    <a:pt x="56104" y="6082"/>
                    <a:pt x="56093" y="6082"/>
                  </a:cubicBezTo>
                  <a:cubicBezTo>
                    <a:pt x="55671" y="6082"/>
                    <a:pt x="53876" y="7860"/>
                    <a:pt x="53876" y="7860"/>
                  </a:cubicBezTo>
                  <a:cubicBezTo>
                    <a:pt x="53423" y="7353"/>
                    <a:pt x="49602" y="4419"/>
                    <a:pt x="49457" y="4365"/>
                  </a:cubicBezTo>
                  <a:cubicBezTo>
                    <a:pt x="49453" y="4363"/>
                    <a:pt x="49448" y="4363"/>
                    <a:pt x="49442" y="4363"/>
                  </a:cubicBezTo>
                  <a:cubicBezTo>
                    <a:pt x="49252" y="4363"/>
                    <a:pt x="48298" y="5180"/>
                    <a:pt x="48298" y="5180"/>
                  </a:cubicBezTo>
                  <a:cubicBezTo>
                    <a:pt x="48298" y="5180"/>
                    <a:pt x="46614" y="2989"/>
                    <a:pt x="46415" y="2898"/>
                  </a:cubicBezTo>
                  <a:cubicBezTo>
                    <a:pt x="46394" y="2888"/>
                    <a:pt x="46371" y="2883"/>
                    <a:pt x="46346" y="2883"/>
                  </a:cubicBezTo>
                  <a:cubicBezTo>
                    <a:pt x="46114" y="2883"/>
                    <a:pt x="45745" y="3297"/>
                    <a:pt x="45745" y="3297"/>
                  </a:cubicBezTo>
                  <a:cubicBezTo>
                    <a:pt x="45745" y="1667"/>
                    <a:pt x="44423" y="1"/>
                    <a:pt x="4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76"/>
            <p:cNvSpPr/>
            <p:nvPr/>
          </p:nvSpPr>
          <p:spPr>
            <a:xfrm flipH="1">
              <a:off x="-618765" y="3427900"/>
              <a:ext cx="662516" cy="639836"/>
            </a:xfrm>
            <a:custGeom>
              <a:rect b="b" l="l" r="r" t="t"/>
              <a:pathLst>
                <a:path extrusionOk="0" h="10128" w="10487">
                  <a:moveTo>
                    <a:pt x="4792" y="0"/>
                  </a:moveTo>
                  <a:cubicBezTo>
                    <a:pt x="4688" y="0"/>
                    <a:pt x="4585" y="65"/>
                    <a:pt x="4565" y="185"/>
                  </a:cubicBezTo>
                  <a:cubicBezTo>
                    <a:pt x="4184" y="3029"/>
                    <a:pt x="2826" y="6361"/>
                    <a:pt x="2826" y="6361"/>
                  </a:cubicBezTo>
                  <a:cubicBezTo>
                    <a:pt x="2717" y="5727"/>
                    <a:pt x="1576" y="4188"/>
                    <a:pt x="1069" y="3536"/>
                  </a:cubicBezTo>
                  <a:cubicBezTo>
                    <a:pt x="1036" y="3495"/>
                    <a:pt x="990" y="3477"/>
                    <a:pt x="945" y="3477"/>
                  </a:cubicBezTo>
                  <a:cubicBezTo>
                    <a:pt x="869" y="3477"/>
                    <a:pt x="798" y="3528"/>
                    <a:pt x="798" y="3608"/>
                  </a:cubicBezTo>
                  <a:cubicBezTo>
                    <a:pt x="725" y="4423"/>
                    <a:pt x="599" y="5238"/>
                    <a:pt x="436" y="6035"/>
                  </a:cubicBezTo>
                  <a:cubicBezTo>
                    <a:pt x="200" y="7393"/>
                    <a:pt x="55" y="8751"/>
                    <a:pt x="1" y="10109"/>
                  </a:cubicBezTo>
                  <a:lnTo>
                    <a:pt x="10486" y="10127"/>
                  </a:lnTo>
                  <a:cubicBezTo>
                    <a:pt x="10126" y="7780"/>
                    <a:pt x="9778" y="7540"/>
                    <a:pt x="9650" y="7540"/>
                  </a:cubicBezTo>
                  <a:cubicBezTo>
                    <a:pt x="9617" y="7540"/>
                    <a:pt x="9599" y="7556"/>
                    <a:pt x="9599" y="7556"/>
                  </a:cubicBezTo>
                  <a:cubicBezTo>
                    <a:pt x="9599" y="7556"/>
                    <a:pt x="9472" y="5980"/>
                    <a:pt x="9219" y="5980"/>
                  </a:cubicBezTo>
                  <a:cubicBezTo>
                    <a:pt x="8965" y="5980"/>
                    <a:pt x="7534" y="7429"/>
                    <a:pt x="7534" y="7429"/>
                  </a:cubicBezTo>
                  <a:cubicBezTo>
                    <a:pt x="7534" y="7429"/>
                    <a:pt x="7208" y="1833"/>
                    <a:pt x="7027" y="1779"/>
                  </a:cubicBezTo>
                  <a:cubicBezTo>
                    <a:pt x="7022" y="1777"/>
                    <a:pt x="7015" y="1776"/>
                    <a:pt x="7007" y="1776"/>
                  </a:cubicBezTo>
                  <a:cubicBezTo>
                    <a:pt x="6760" y="1776"/>
                    <a:pt x="5651" y="2902"/>
                    <a:pt x="5651" y="2902"/>
                  </a:cubicBezTo>
                  <a:cubicBezTo>
                    <a:pt x="5452" y="1417"/>
                    <a:pt x="5198" y="584"/>
                    <a:pt x="4999" y="131"/>
                  </a:cubicBezTo>
                  <a:cubicBezTo>
                    <a:pt x="4959" y="42"/>
                    <a:pt x="4875" y="0"/>
                    <a:pt x="4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9" name="Google Shape;1599;p76"/>
          <p:cNvSpPr txBox="1"/>
          <p:nvPr>
            <p:ph idx="2" type="title"/>
          </p:nvPr>
        </p:nvSpPr>
        <p:spPr>
          <a:xfrm>
            <a:off x="4794624" y="1092425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LoRA</a:t>
            </a:r>
            <a:endParaRPr/>
          </a:p>
        </p:txBody>
      </p:sp>
      <p:sp>
        <p:nvSpPr>
          <p:cNvPr id="1600" name="Google Shape;1600;p76"/>
          <p:cNvSpPr txBox="1"/>
          <p:nvPr>
            <p:ph idx="3" type="title"/>
          </p:nvPr>
        </p:nvSpPr>
        <p:spPr>
          <a:xfrm>
            <a:off x="4131125" y="1092425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01" name="Google Shape;1601;p76"/>
          <p:cNvSpPr txBox="1"/>
          <p:nvPr>
            <p:ph idx="1" type="subTitle"/>
          </p:nvPr>
        </p:nvSpPr>
        <p:spPr>
          <a:xfrm>
            <a:off x="4131125" y="1560025"/>
            <a:ext cx="4179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LoRA efikasno prilagođava modele sa ograničenim resursima.</a:t>
            </a:r>
            <a:endParaRPr/>
          </a:p>
        </p:txBody>
      </p:sp>
      <p:sp>
        <p:nvSpPr>
          <p:cNvPr id="1602" name="Google Shape;1602;p76"/>
          <p:cNvSpPr txBox="1"/>
          <p:nvPr>
            <p:ph idx="4" type="title"/>
          </p:nvPr>
        </p:nvSpPr>
        <p:spPr>
          <a:xfrm>
            <a:off x="4794624" y="22055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tuning</a:t>
            </a:r>
            <a:endParaRPr/>
          </a:p>
        </p:txBody>
      </p:sp>
      <p:sp>
        <p:nvSpPr>
          <p:cNvPr id="1603" name="Google Shape;1603;p76"/>
          <p:cNvSpPr txBox="1"/>
          <p:nvPr>
            <p:ph idx="5" type="title"/>
          </p:nvPr>
        </p:nvSpPr>
        <p:spPr>
          <a:xfrm>
            <a:off x="4131125" y="22055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04" name="Google Shape;1604;p76"/>
          <p:cNvSpPr txBox="1"/>
          <p:nvPr>
            <p:ph idx="6" type="subTitle"/>
          </p:nvPr>
        </p:nvSpPr>
        <p:spPr>
          <a:xfrm>
            <a:off x="4131125" y="2746300"/>
            <a:ext cx="4179000" cy="50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Uočen napredak u oba modela, SD 1.5 i SDXL 1.0. SDXL 1.0 bolji za detalje.</a:t>
            </a:r>
            <a:endParaRPr/>
          </a:p>
        </p:txBody>
      </p:sp>
      <p:sp>
        <p:nvSpPr>
          <p:cNvPr id="1605" name="Google Shape;1605;p76"/>
          <p:cNvSpPr txBox="1"/>
          <p:nvPr>
            <p:ph idx="7" type="title"/>
          </p:nvPr>
        </p:nvSpPr>
        <p:spPr>
          <a:xfrm>
            <a:off x="4797562" y="3318563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Parametri</a:t>
            </a:r>
            <a:endParaRPr/>
          </a:p>
        </p:txBody>
      </p:sp>
      <p:sp>
        <p:nvSpPr>
          <p:cNvPr id="1606" name="Google Shape;1606;p76"/>
          <p:cNvSpPr txBox="1"/>
          <p:nvPr>
            <p:ph idx="8" type="title"/>
          </p:nvPr>
        </p:nvSpPr>
        <p:spPr>
          <a:xfrm>
            <a:off x="4134063" y="3318563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07" name="Google Shape;1607;p76"/>
          <p:cNvSpPr txBox="1"/>
          <p:nvPr>
            <p:ph idx="9" type="subTitle"/>
          </p:nvPr>
        </p:nvSpPr>
        <p:spPr>
          <a:xfrm>
            <a:off x="4178950" y="3788980"/>
            <a:ext cx="4179000" cy="36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Podešavanje dobrog LoRA ranka i learning rate-a je ključno za kvalitetan i stabilan trening.</a:t>
            </a:r>
            <a:endParaRPr/>
          </a:p>
        </p:txBody>
      </p:sp>
      <p:sp>
        <p:nvSpPr>
          <p:cNvPr id="1608" name="Google Shape;1608;p76"/>
          <p:cNvSpPr/>
          <p:nvPr/>
        </p:nvSpPr>
        <p:spPr>
          <a:xfrm flipH="1">
            <a:off x="891588" y="3509810"/>
            <a:ext cx="3095429" cy="1633696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9" name="Google Shape;1609;p76"/>
          <p:cNvGrpSpPr/>
          <p:nvPr/>
        </p:nvGrpSpPr>
        <p:grpSpPr>
          <a:xfrm>
            <a:off x="-44862" y="3264039"/>
            <a:ext cx="2579275" cy="2158467"/>
            <a:chOff x="-125002" y="3399213"/>
            <a:chExt cx="2579275" cy="2158467"/>
          </a:xfrm>
        </p:grpSpPr>
        <p:sp>
          <p:nvSpPr>
            <p:cNvPr id="1610" name="Google Shape;1610;p76"/>
            <p:cNvSpPr/>
            <p:nvPr/>
          </p:nvSpPr>
          <p:spPr>
            <a:xfrm>
              <a:off x="-125002" y="3399213"/>
              <a:ext cx="2579275" cy="2158467"/>
            </a:xfrm>
            <a:custGeom>
              <a:rect b="b" l="l" r="r" t="t"/>
              <a:pathLst>
                <a:path extrusionOk="0" h="21733" w="25970">
                  <a:moveTo>
                    <a:pt x="0" y="3840"/>
                  </a:moveTo>
                  <a:cubicBezTo>
                    <a:pt x="18" y="3822"/>
                    <a:pt x="18" y="3804"/>
                    <a:pt x="36" y="3804"/>
                  </a:cubicBezTo>
                  <a:cubicBezTo>
                    <a:pt x="36" y="3786"/>
                    <a:pt x="36" y="3786"/>
                    <a:pt x="36" y="3768"/>
                  </a:cubicBezTo>
                  <a:cubicBezTo>
                    <a:pt x="36" y="3713"/>
                    <a:pt x="127" y="3695"/>
                    <a:pt x="145" y="3750"/>
                  </a:cubicBezTo>
                  <a:lnTo>
                    <a:pt x="163" y="3768"/>
                  </a:lnTo>
                  <a:cubicBezTo>
                    <a:pt x="199" y="3822"/>
                    <a:pt x="235" y="3858"/>
                    <a:pt x="290" y="3876"/>
                  </a:cubicBezTo>
                  <a:cubicBezTo>
                    <a:pt x="326" y="3876"/>
                    <a:pt x="344" y="3894"/>
                    <a:pt x="344" y="3931"/>
                  </a:cubicBezTo>
                  <a:cubicBezTo>
                    <a:pt x="326" y="4112"/>
                    <a:pt x="362" y="4311"/>
                    <a:pt x="471" y="4474"/>
                  </a:cubicBezTo>
                  <a:cubicBezTo>
                    <a:pt x="489" y="4528"/>
                    <a:pt x="543" y="4583"/>
                    <a:pt x="616" y="4565"/>
                  </a:cubicBezTo>
                  <a:cubicBezTo>
                    <a:pt x="670" y="4546"/>
                    <a:pt x="634" y="4438"/>
                    <a:pt x="634" y="4383"/>
                  </a:cubicBezTo>
                  <a:cubicBezTo>
                    <a:pt x="616" y="4311"/>
                    <a:pt x="670" y="4257"/>
                    <a:pt x="724" y="4220"/>
                  </a:cubicBezTo>
                  <a:cubicBezTo>
                    <a:pt x="779" y="4220"/>
                    <a:pt x="815" y="4220"/>
                    <a:pt x="851" y="4257"/>
                  </a:cubicBezTo>
                  <a:lnTo>
                    <a:pt x="869" y="4275"/>
                  </a:lnTo>
                  <a:cubicBezTo>
                    <a:pt x="887" y="4275"/>
                    <a:pt x="924" y="4257"/>
                    <a:pt x="924" y="4239"/>
                  </a:cubicBezTo>
                  <a:lnTo>
                    <a:pt x="1068" y="4166"/>
                  </a:lnTo>
                  <a:cubicBezTo>
                    <a:pt x="1105" y="4148"/>
                    <a:pt x="1141" y="4130"/>
                    <a:pt x="1177" y="4112"/>
                  </a:cubicBezTo>
                  <a:cubicBezTo>
                    <a:pt x="1231" y="4057"/>
                    <a:pt x="1195" y="3985"/>
                    <a:pt x="1177" y="3931"/>
                  </a:cubicBezTo>
                  <a:cubicBezTo>
                    <a:pt x="1159" y="3840"/>
                    <a:pt x="1195" y="3768"/>
                    <a:pt x="1250" y="3713"/>
                  </a:cubicBezTo>
                  <a:cubicBezTo>
                    <a:pt x="1286" y="3677"/>
                    <a:pt x="1340" y="3659"/>
                    <a:pt x="1376" y="3677"/>
                  </a:cubicBezTo>
                  <a:cubicBezTo>
                    <a:pt x="1394" y="3623"/>
                    <a:pt x="1394" y="3587"/>
                    <a:pt x="1431" y="3550"/>
                  </a:cubicBezTo>
                  <a:cubicBezTo>
                    <a:pt x="1485" y="3496"/>
                    <a:pt x="1539" y="3478"/>
                    <a:pt x="1612" y="3460"/>
                  </a:cubicBezTo>
                  <a:cubicBezTo>
                    <a:pt x="1739" y="3442"/>
                    <a:pt x="1829" y="3369"/>
                    <a:pt x="1901" y="3279"/>
                  </a:cubicBezTo>
                  <a:cubicBezTo>
                    <a:pt x="1956" y="3188"/>
                    <a:pt x="1956" y="3061"/>
                    <a:pt x="2010" y="2953"/>
                  </a:cubicBezTo>
                  <a:cubicBezTo>
                    <a:pt x="2064" y="2862"/>
                    <a:pt x="2173" y="2790"/>
                    <a:pt x="2282" y="2772"/>
                  </a:cubicBezTo>
                  <a:cubicBezTo>
                    <a:pt x="2336" y="2754"/>
                    <a:pt x="2427" y="2699"/>
                    <a:pt x="2427" y="2627"/>
                  </a:cubicBezTo>
                  <a:cubicBezTo>
                    <a:pt x="2427" y="2609"/>
                    <a:pt x="2427" y="2609"/>
                    <a:pt x="2427" y="2591"/>
                  </a:cubicBezTo>
                  <a:cubicBezTo>
                    <a:pt x="2427" y="2572"/>
                    <a:pt x="2427" y="2572"/>
                    <a:pt x="2427" y="2572"/>
                  </a:cubicBezTo>
                  <a:cubicBezTo>
                    <a:pt x="2409" y="2536"/>
                    <a:pt x="2445" y="2500"/>
                    <a:pt x="2463" y="2536"/>
                  </a:cubicBezTo>
                  <a:lnTo>
                    <a:pt x="2463" y="2536"/>
                  </a:lnTo>
                  <a:lnTo>
                    <a:pt x="2553" y="2391"/>
                  </a:lnTo>
                  <a:cubicBezTo>
                    <a:pt x="2590" y="2337"/>
                    <a:pt x="2626" y="2283"/>
                    <a:pt x="2662" y="2210"/>
                  </a:cubicBezTo>
                  <a:cubicBezTo>
                    <a:pt x="2698" y="2084"/>
                    <a:pt x="2771" y="1975"/>
                    <a:pt x="2861" y="1884"/>
                  </a:cubicBezTo>
                  <a:cubicBezTo>
                    <a:pt x="2898" y="1848"/>
                    <a:pt x="2952" y="1812"/>
                    <a:pt x="3006" y="1812"/>
                  </a:cubicBezTo>
                  <a:cubicBezTo>
                    <a:pt x="3042" y="1794"/>
                    <a:pt x="3097" y="1794"/>
                    <a:pt x="3151" y="1812"/>
                  </a:cubicBezTo>
                  <a:cubicBezTo>
                    <a:pt x="3187" y="1812"/>
                    <a:pt x="3223" y="1830"/>
                    <a:pt x="3260" y="1812"/>
                  </a:cubicBezTo>
                  <a:cubicBezTo>
                    <a:pt x="3278" y="1794"/>
                    <a:pt x="3278" y="1758"/>
                    <a:pt x="3260" y="1721"/>
                  </a:cubicBezTo>
                  <a:cubicBezTo>
                    <a:pt x="3260" y="1631"/>
                    <a:pt x="3223" y="1540"/>
                    <a:pt x="3278" y="1468"/>
                  </a:cubicBezTo>
                  <a:cubicBezTo>
                    <a:pt x="3314" y="1432"/>
                    <a:pt x="3368" y="1413"/>
                    <a:pt x="3368" y="1359"/>
                  </a:cubicBezTo>
                  <a:cubicBezTo>
                    <a:pt x="3368" y="1305"/>
                    <a:pt x="3368" y="1250"/>
                    <a:pt x="3405" y="1196"/>
                  </a:cubicBezTo>
                  <a:cubicBezTo>
                    <a:pt x="3441" y="1106"/>
                    <a:pt x="3531" y="1051"/>
                    <a:pt x="3622" y="1069"/>
                  </a:cubicBezTo>
                  <a:cubicBezTo>
                    <a:pt x="3731" y="1087"/>
                    <a:pt x="3785" y="1196"/>
                    <a:pt x="3767" y="1287"/>
                  </a:cubicBezTo>
                  <a:cubicBezTo>
                    <a:pt x="3749" y="1341"/>
                    <a:pt x="3731" y="1377"/>
                    <a:pt x="3694" y="1413"/>
                  </a:cubicBezTo>
                  <a:cubicBezTo>
                    <a:pt x="3676" y="1432"/>
                    <a:pt x="3622" y="1468"/>
                    <a:pt x="3640" y="1486"/>
                  </a:cubicBezTo>
                  <a:cubicBezTo>
                    <a:pt x="3640" y="1504"/>
                    <a:pt x="3694" y="1522"/>
                    <a:pt x="3712" y="1540"/>
                  </a:cubicBezTo>
                  <a:cubicBezTo>
                    <a:pt x="3749" y="1558"/>
                    <a:pt x="3785" y="1595"/>
                    <a:pt x="3803" y="1631"/>
                  </a:cubicBezTo>
                  <a:cubicBezTo>
                    <a:pt x="3821" y="1649"/>
                    <a:pt x="3803" y="1667"/>
                    <a:pt x="3803" y="1685"/>
                  </a:cubicBezTo>
                  <a:cubicBezTo>
                    <a:pt x="3676" y="1776"/>
                    <a:pt x="3604" y="1902"/>
                    <a:pt x="3568" y="2047"/>
                  </a:cubicBezTo>
                  <a:cubicBezTo>
                    <a:pt x="3604" y="2047"/>
                    <a:pt x="3658" y="2047"/>
                    <a:pt x="3694" y="2047"/>
                  </a:cubicBezTo>
                  <a:cubicBezTo>
                    <a:pt x="3731" y="2047"/>
                    <a:pt x="3767" y="2065"/>
                    <a:pt x="3803" y="2084"/>
                  </a:cubicBezTo>
                  <a:cubicBezTo>
                    <a:pt x="3821" y="2084"/>
                    <a:pt x="3857" y="2102"/>
                    <a:pt x="3875" y="2084"/>
                  </a:cubicBezTo>
                  <a:cubicBezTo>
                    <a:pt x="3894" y="2047"/>
                    <a:pt x="3894" y="2029"/>
                    <a:pt x="3894" y="2011"/>
                  </a:cubicBezTo>
                  <a:cubicBezTo>
                    <a:pt x="3912" y="1975"/>
                    <a:pt x="3912" y="1939"/>
                    <a:pt x="3930" y="1921"/>
                  </a:cubicBezTo>
                  <a:cubicBezTo>
                    <a:pt x="3948" y="1848"/>
                    <a:pt x="4020" y="1812"/>
                    <a:pt x="4075" y="1830"/>
                  </a:cubicBezTo>
                  <a:cubicBezTo>
                    <a:pt x="4111" y="1830"/>
                    <a:pt x="4129" y="1848"/>
                    <a:pt x="4129" y="1884"/>
                  </a:cubicBezTo>
                  <a:cubicBezTo>
                    <a:pt x="4129" y="1921"/>
                    <a:pt x="4183" y="1957"/>
                    <a:pt x="4238" y="1957"/>
                  </a:cubicBezTo>
                  <a:cubicBezTo>
                    <a:pt x="4256" y="1957"/>
                    <a:pt x="4274" y="1921"/>
                    <a:pt x="4274" y="1902"/>
                  </a:cubicBezTo>
                  <a:cubicBezTo>
                    <a:pt x="4274" y="1884"/>
                    <a:pt x="4238" y="1866"/>
                    <a:pt x="4220" y="1866"/>
                  </a:cubicBezTo>
                  <a:cubicBezTo>
                    <a:pt x="4165" y="1812"/>
                    <a:pt x="4093" y="1739"/>
                    <a:pt x="4147" y="1667"/>
                  </a:cubicBezTo>
                  <a:cubicBezTo>
                    <a:pt x="4165" y="1613"/>
                    <a:pt x="4238" y="1576"/>
                    <a:pt x="4292" y="1558"/>
                  </a:cubicBezTo>
                  <a:cubicBezTo>
                    <a:pt x="4292" y="1558"/>
                    <a:pt x="4292" y="1540"/>
                    <a:pt x="4292" y="1522"/>
                  </a:cubicBezTo>
                  <a:cubicBezTo>
                    <a:pt x="4310" y="1468"/>
                    <a:pt x="4364" y="1432"/>
                    <a:pt x="4419" y="1413"/>
                  </a:cubicBezTo>
                  <a:cubicBezTo>
                    <a:pt x="4455" y="1395"/>
                    <a:pt x="4473" y="1395"/>
                    <a:pt x="4473" y="1341"/>
                  </a:cubicBezTo>
                  <a:cubicBezTo>
                    <a:pt x="4455" y="1305"/>
                    <a:pt x="4455" y="1250"/>
                    <a:pt x="4455" y="1214"/>
                  </a:cubicBezTo>
                  <a:cubicBezTo>
                    <a:pt x="4455" y="1160"/>
                    <a:pt x="4491" y="1124"/>
                    <a:pt x="4527" y="1087"/>
                  </a:cubicBezTo>
                  <a:cubicBezTo>
                    <a:pt x="4564" y="1069"/>
                    <a:pt x="4600" y="1069"/>
                    <a:pt x="4636" y="1051"/>
                  </a:cubicBezTo>
                  <a:cubicBezTo>
                    <a:pt x="4690" y="1033"/>
                    <a:pt x="4690" y="997"/>
                    <a:pt x="4708" y="961"/>
                  </a:cubicBezTo>
                  <a:cubicBezTo>
                    <a:pt x="4727" y="906"/>
                    <a:pt x="4763" y="870"/>
                    <a:pt x="4799" y="870"/>
                  </a:cubicBezTo>
                  <a:cubicBezTo>
                    <a:pt x="4853" y="834"/>
                    <a:pt x="4908" y="834"/>
                    <a:pt x="4962" y="870"/>
                  </a:cubicBezTo>
                  <a:cubicBezTo>
                    <a:pt x="4962" y="834"/>
                    <a:pt x="4980" y="798"/>
                    <a:pt x="4998" y="762"/>
                  </a:cubicBezTo>
                  <a:cubicBezTo>
                    <a:pt x="4998" y="725"/>
                    <a:pt x="5034" y="707"/>
                    <a:pt x="5071" y="725"/>
                  </a:cubicBezTo>
                  <a:lnTo>
                    <a:pt x="5234" y="816"/>
                  </a:lnTo>
                  <a:lnTo>
                    <a:pt x="5306" y="852"/>
                  </a:lnTo>
                  <a:lnTo>
                    <a:pt x="5306" y="852"/>
                  </a:lnTo>
                  <a:cubicBezTo>
                    <a:pt x="5288" y="816"/>
                    <a:pt x="5270" y="780"/>
                    <a:pt x="5270" y="743"/>
                  </a:cubicBezTo>
                  <a:cubicBezTo>
                    <a:pt x="5288" y="707"/>
                    <a:pt x="5288" y="653"/>
                    <a:pt x="5306" y="617"/>
                  </a:cubicBezTo>
                  <a:cubicBezTo>
                    <a:pt x="5324" y="580"/>
                    <a:pt x="5360" y="544"/>
                    <a:pt x="5397" y="526"/>
                  </a:cubicBezTo>
                  <a:cubicBezTo>
                    <a:pt x="5433" y="508"/>
                    <a:pt x="5505" y="562"/>
                    <a:pt x="5542" y="599"/>
                  </a:cubicBezTo>
                  <a:lnTo>
                    <a:pt x="5632" y="671"/>
                  </a:lnTo>
                  <a:cubicBezTo>
                    <a:pt x="5650" y="635"/>
                    <a:pt x="5686" y="580"/>
                    <a:pt x="5704" y="544"/>
                  </a:cubicBezTo>
                  <a:cubicBezTo>
                    <a:pt x="5686" y="526"/>
                    <a:pt x="5686" y="490"/>
                    <a:pt x="5704" y="472"/>
                  </a:cubicBezTo>
                  <a:lnTo>
                    <a:pt x="5777" y="399"/>
                  </a:lnTo>
                  <a:cubicBezTo>
                    <a:pt x="5849" y="327"/>
                    <a:pt x="5922" y="254"/>
                    <a:pt x="5976" y="164"/>
                  </a:cubicBezTo>
                  <a:cubicBezTo>
                    <a:pt x="5994" y="128"/>
                    <a:pt x="6030" y="128"/>
                    <a:pt x="6049" y="146"/>
                  </a:cubicBezTo>
                  <a:lnTo>
                    <a:pt x="6085" y="200"/>
                  </a:lnTo>
                  <a:cubicBezTo>
                    <a:pt x="6103" y="146"/>
                    <a:pt x="6139" y="91"/>
                    <a:pt x="6157" y="55"/>
                  </a:cubicBezTo>
                  <a:cubicBezTo>
                    <a:pt x="6157" y="19"/>
                    <a:pt x="6175" y="1"/>
                    <a:pt x="6212" y="19"/>
                  </a:cubicBezTo>
                  <a:cubicBezTo>
                    <a:pt x="6284" y="37"/>
                    <a:pt x="6320" y="91"/>
                    <a:pt x="6320" y="164"/>
                  </a:cubicBezTo>
                  <a:cubicBezTo>
                    <a:pt x="6320" y="218"/>
                    <a:pt x="6320" y="273"/>
                    <a:pt x="6338" y="327"/>
                  </a:cubicBezTo>
                  <a:cubicBezTo>
                    <a:pt x="6356" y="363"/>
                    <a:pt x="6411" y="381"/>
                    <a:pt x="6447" y="399"/>
                  </a:cubicBezTo>
                  <a:cubicBezTo>
                    <a:pt x="6465" y="417"/>
                    <a:pt x="6501" y="436"/>
                    <a:pt x="6519" y="490"/>
                  </a:cubicBezTo>
                  <a:cubicBezTo>
                    <a:pt x="6556" y="562"/>
                    <a:pt x="6538" y="635"/>
                    <a:pt x="6501" y="707"/>
                  </a:cubicBezTo>
                  <a:cubicBezTo>
                    <a:pt x="6483" y="762"/>
                    <a:pt x="6429" y="798"/>
                    <a:pt x="6393" y="834"/>
                  </a:cubicBezTo>
                  <a:lnTo>
                    <a:pt x="6574" y="888"/>
                  </a:lnTo>
                  <a:cubicBezTo>
                    <a:pt x="6592" y="888"/>
                    <a:pt x="6610" y="906"/>
                    <a:pt x="6610" y="925"/>
                  </a:cubicBezTo>
                  <a:lnTo>
                    <a:pt x="6592" y="1359"/>
                  </a:lnTo>
                  <a:cubicBezTo>
                    <a:pt x="6664" y="1359"/>
                    <a:pt x="6755" y="1377"/>
                    <a:pt x="6827" y="1413"/>
                  </a:cubicBezTo>
                  <a:cubicBezTo>
                    <a:pt x="6864" y="1432"/>
                    <a:pt x="6864" y="1468"/>
                    <a:pt x="6845" y="1486"/>
                  </a:cubicBezTo>
                  <a:lnTo>
                    <a:pt x="6773" y="1558"/>
                  </a:lnTo>
                  <a:cubicBezTo>
                    <a:pt x="6864" y="1649"/>
                    <a:pt x="6882" y="1776"/>
                    <a:pt x="6809" y="1884"/>
                  </a:cubicBezTo>
                  <a:cubicBezTo>
                    <a:pt x="6791" y="1902"/>
                    <a:pt x="6773" y="1921"/>
                    <a:pt x="6755" y="1921"/>
                  </a:cubicBezTo>
                  <a:cubicBezTo>
                    <a:pt x="6755" y="1921"/>
                    <a:pt x="6719" y="1939"/>
                    <a:pt x="6719" y="1957"/>
                  </a:cubicBezTo>
                  <a:cubicBezTo>
                    <a:pt x="6719" y="1975"/>
                    <a:pt x="6755" y="2011"/>
                    <a:pt x="6755" y="2011"/>
                  </a:cubicBezTo>
                  <a:cubicBezTo>
                    <a:pt x="6773" y="2047"/>
                    <a:pt x="6773" y="2065"/>
                    <a:pt x="6773" y="2084"/>
                  </a:cubicBezTo>
                  <a:cubicBezTo>
                    <a:pt x="6791" y="2138"/>
                    <a:pt x="6809" y="2192"/>
                    <a:pt x="6809" y="2246"/>
                  </a:cubicBezTo>
                  <a:cubicBezTo>
                    <a:pt x="6864" y="2246"/>
                    <a:pt x="6936" y="2301"/>
                    <a:pt x="6936" y="2373"/>
                  </a:cubicBezTo>
                  <a:cubicBezTo>
                    <a:pt x="6936" y="2446"/>
                    <a:pt x="6936" y="2536"/>
                    <a:pt x="6900" y="2609"/>
                  </a:cubicBezTo>
                  <a:cubicBezTo>
                    <a:pt x="6882" y="2645"/>
                    <a:pt x="6845" y="2681"/>
                    <a:pt x="6827" y="2717"/>
                  </a:cubicBezTo>
                  <a:cubicBezTo>
                    <a:pt x="6827" y="2717"/>
                    <a:pt x="6791" y="2735"/>
                    <a:pt x="6791" y="2754"/>
                  </a:cubicBezTo>
                  <a:lnTo>
                    <a:pt x="6791" y="2754"/>
                  </a:lnTo>
                  <a:cubicBezTo>
                    <a:pt x="6827" y="2735"/>
                    <a:pt x="6864" y="2772"/>
                    <a:pt x="6864" y="2808"/>
                  </a:cubicBezTo>
                  <a:lnTo>
                    <a:pt x="6845" y="2844"/>
                  </a:lnTo>
                  <a:cubicBezTo>
                    <a:pt x="6827" y="2880"/>
                    <a:pt x="6809" y="2917"/>
                    <a:pt x="6791" y="2953"/>
                  </a:cubicBezTo>
                  <a:cubicBezTo>
                    <a:pt x="6827" y="2971"/>
                    <a:pt x="6864" y="2989"/>
                    <a:pt x="6882" y="3025"/>
                  </a:cubicBezTo>
                  <a:cubicBezTo>
                    <a:pt x="6918" y="3080"/>
                    <a:pt x="6936" y="3152"/>
                    <a:pt x="6918" y="3224"/>
                  </a:cubicBezTo>
                  <a:cubicBezTo>
                    <a:pt x="6900" y="3297"/>
                    <a:pt x="6882" y="3351"/>
                    <a:pt x="6864" y="3405"/>
                  </a:cubicBezTo>
                  <a:cubicBezTo>
                    <a:pt x="6827" y="3460"/>
                    <a:pt x="6791" y="3496"/>
                    <a:pt x="6737" y="3514"/>
                  </a:cubicBezTo>
                  <a:cubicBezTo>
                    <a:pt x="6719" y="3514"/>
                    <a:pt x="6701" y="3514"/>
                    <a:pt x="6701" y="3550"/>
                  </a:cubicBezTo>
                  <a:cubicBezTo>
                    <a:pt x="6701" y="3568"/>
                    <a:pt x="6737" y="3587"/>
                    <a:pt x="6737" y="3605"/>
                  </a:cubicBezTo>
                  <a:cubicBezTo>
                    <a:pt x="6773" y="3641"/>
                    <a:pt x="6791" y="3677"/>
                    <a:pt x="6809" y="3731"/>
                  </a:cubicBezTo>
                  <a:cubicBezTo>
                    <a:pt x="6827" y="3822"/>
                    <a:pt x="6791" y="3913"/>
                    <a:pt x="6737" y="3985"/>
                  </a:cubicBezTo>
                  <a:cubicBezTo>
                    <a:pt x="6719" y="4021"/>
                    <a:pt x="6664" y="4094"/>
                    <a:pt x="6664" y="4166"/>
                  </a:cubicBezTo>
                  <a:cubicBezTo>
                    <a:pt x="6737" y="4148"/>
                    <a:pt x="6809" y="4094"/>
                    <a:pt x="6882" y="4076"/>
                  </a:cubicBezTo>
                  <a:cubicBezTo>
                    <a:pt x="6972" y="4076"/>
                    <a:pt x="7063" y="4130"/>
                    <a:pt x="7081" y="4220"/>
                  </a:cubicBezTo>
                  <a:cubicBezTo>
                    <a:pt x="7117" y="4311"/>
                    <a:pt x="7081" y="4420"/>
                    <a:pt x="7008" y="4474"/>
                  </a:cubicBezTo>
                  <a:cubicBezTo>
                    <a:pt x="6936" y="4528"/>
                    <a:pt x="6864" y="4546"/>
                    <a:pt x="6773" y="4528"/>
                  </a:cubicBezTo>
                  <a:cubicBezTo>
                    <a:pt x="6773" y="4583"/>
                    <a:pt x="6827" y="4637"/>
                    <a:pt x="6864" y="4673"/>
                  </a:cubicBezTo>
                  <a:cubicBezTo>
                    <a:pt x="6936" y="4727"/>
                    <a:pt x="6990" y="4800"/>
                    <a:pt x="7026" y="4890"/>
                  </a:cubicBezTo>
                  <a:cubicBezTo>
                    <a:pt x="7063" y="5017"/>
                    <a:pt x="7045" y="5162"/>
                    <a:pt x="6990" y="5271"/>
                  </a:cubicBezTo>
                  <a:cubicBezTo>
                    <a:pt x="7063" y="5307"/>
                    <a:pt x="7117" y="5379"/>
                    <a:pt x="7117" y="5470"/>
                  </a:cubicBezTo>
                  <a:cubicBezTo>
                    <a:pt x="7117" y="5597"/>
                    <a:pt x="7026" y="5669"/>
                    <a:pt x="6954" y="5760"/>
                  </a:cubicBezTo>
                  <a:cubicBezTo>
                    <a:pt x="6918" y="5778"/>
                    <a:pt x="6900" y="5832"/>
                    <a:pt x="6882" y="5886"/>
                  </a:cubicBezTo>
                  <a:cubicBezTo>
                    <a:pt x="6882" y="5923"/>
                    <a:pt x="6918" y="5941"/>
                    <a:pt x="6954" y="5959"/>
                  </a:cubicBezTo>
                  <a:cubicBezTo>
                    <a:pt x="7045" y="6013"/>
                    <a:pt x="7135" y="6068"/>
                    <a:pt x="7117" y="6194"/>
                  </a:cubicBezTo>
                  <a:cubicBezTo>
                    <a:pt x="7117" y="6249"/>
                    <a:pt x="7081" y="6285"/>
                    <a:pt x="7081" y="6339"/>
                  </a:cubicBezTo>
                  <a:cubicBezTo>
                    <a:pt x="7063" y="6394"/>
                    <a:pt x="7081" y="6430"/>
                    <a:pt x="7099" y="6430"/>
                  </a:cubicBezTo>
                  <a:cubicBezTo>
                    <a:pt x="7135" y="6448"/>
                    <a:pt x="7153" y="6484"/>
                    <a:pt x="7117" y="6520"/>
                  </a:cubicBezTo>
                  <a:cubicBezTo>
                    <a:pt x="6972" y="6647"/>
                    <a:pt x="6864" y="6810"/>
                    <a:pt x="6809" y="7009"/>
                  </a:cubicBezTo>
                  <a:cubicBezTo>
                    <a:pt x="6773" y="7136"/>
                    <a:pt x="6737" y="7245"/>
                    <a:pt x="6719" y="7353"/>
                  </a:cubicBezTo>
                  <a:lnTo>
                    <a:pt x="6737" y="7371"/>
                  </a:lnTo>
                  <a:cubicBezTo>
                    <a:pt x="6791" y="7390"/>
                    <a:pt x="6827" y="7408"/>
                    <a:pt x="6882" y="7408"/>
                  </a:cubicBezTo>
                  <a:cubicBezTo>
                    <a:pt x="6954" y="7426"/>
                    <a:pt x="7026" y="7480"/>
                    <a:pt x="7099" y="7534"/>
                  </a:cubicBezTo>
                  <a:cubicBezTo>
                    <a:pt x="7117" y="7553"/>
                    <a:pt x="7135" y="7589"/>
                    <a:pt x="7153" y="7607"/>
                  </a:cubicBezTo>
                  <a:cubicBezTo>
                    <a:pt x="7280" y="7371"/>
                    <a:pt x="7425" y="7154"/>
                    <a:pt x="7588" y="6937"/>
                  </a:cubicBezTo>
                  <a:cubicBezTo>
                    <a:pt x="7642" y="6864"/>
                    <a:pt x="7715" y="6792"/>
                    <a:pt x="7769" y="6738"/>
                  </a:cubicBezTo>
                  <a:cubicBezTo>
                    <a:pt x="7841" y="6665"/>
                    <a:pt x="7914" y="6611"/>
                    <a:pt x="8004" y="6538"/>
                  </a:cubicBezTo>
                  <a:cubicBezTo>
                    <a:pt x="8113" y="6430"/>
                    <a:pt x="8258" y="6339"/>
                    <a:pt x="8403" y="6267"/>
                  </a:cubicBezTo>
                  <a:cubicBezTo>
                    <a:pt x="8475" y="6249"/>
                    <a:pt x="8566" y="6249"/>
                    <a:pt x="8656" y="6267"/>
                  </a:cubicBezTo>
                  <a:cubicBezTo>
                    <a:pt x="8693" y="6285"/>
                    <a:pt x="8747" y="6285"/>
                    <a:pt x="8783" y="6303"/>
                  </a:cubicBezTo>
                  <a:cubicBezTo>
                    <a:pt x="8801" y="6303"/>
                    <a:pt x="8837" y="6285"/>
                    <a:pt x="8856" y="6285"/>
                  </a:cubicBezTo>
                  <a:cubicBezTo>
                    <a:pt x="8946" y="6249"/>
                    <a:pt x="9019" y="6194"/>
                    <a:pt x="9073" y="6104"/>
                  </a:cubicBezTo>
                  <a:cubicBezTo>
                    <a:pt x="9182" y="5977"/>
                    <a:pt x="9345" y="5742"/>
                    <a:pt x="9526" y="5778"/>
                  </a:cubicBezTo>
                  <a:cubicBezTo>
                    <a:pt x="9598" y="5742"/>
                    <a:pt x="9689" y="5760"/>
                    <a:pt x="9743" y="5832"/>
                  </a:cubicBezTo>
                  <a:cubicBezTo>
                    <a:pt x="9761" y="5850"/>
                    <a:pt x="9761" y="5886"/>
                    <a:pt x="9779" y="5923"/>
                  </a:cubicBezTo>
                  <a:cubicBezTo>
                    <a:pt x="9797" y="5905"/>
                    <a:pt x="9815" y="5905"/>
                    <a:pt x="9833" y="5886"/>
                  </a:cubicBezTo>
                  <a:lnTo>
                    <a:pt x="9833" y="5850"/>
                  </a:lnTo>
                  <a:cubicBezTo>
                    <a:pt x="9779" y="5814"/>
                    <a:pt x="9761" y="5760"/>
                    <a:pt x="9761" y="5705"/>
                  </a:cubicBezTo>
                  <a:cubicBezTo>
                    <a:pt x="9761" y="5633"/>
                    <a:pt x="9761" y="5579"/>
                    <a:pt x="9797" y="5506"/>
                  </a:cubicBezTo>
                  <a:cubicBezTo>
                    <a:pt x="9815" y="5452"/>
                    <a:pt x="9852" y="5379"/>
                    <a:pt x="9906" y="5343"/>
                  </a:cubicBezTo>
                  <a:cubicBezTo>
                    <a:pt x="9942" y="5325"/>
                    <a:pt x="9978" y="5325"/>
                    <a:pt x="10033" y="5325"/>
                  </a:cubicBezTo>
                  <a:cubicBezTo>
                    <a:pt x="10015" y="5289"/>
                    <a:pt x="10015" y="5253"/>
                    <a:pt x="10033" y="5198"/>
                  </a:cubicBezTo>
                  <a:lnTo>
                    <a:pt x="10033" y="5162"/>
                  </a:lnTo>
                  <a:cubicBezTo>
                    <a:pt x="10033" y="5126"/>
                    <a:pt x="10069" y="5126"/>
                    <a:pt x="10105" y="5144"/>
                  </a:cubicBezTo>
                  <a:lnTo>
                    <a:pt x="10105" y="5144"/>
                  </a:lnTo>
                  <a:lnTo>
                    <a:pt x="10105" y="5090"/>
                  </a:lnTo>
                  <a:cubicBezTo>
                    <a:pt x="10087" y="5053"/>
                    <a:pt x="10087" y="5017"/>
                    <a:pt x="10087" y="4963"/>
                  </a:cubicBezTo>
                  <a:cubicBezTo>
                    <a:pt x="10087" y="4890"/>
                    <a:pt x="10123" y="4800"/>
                    <a:pt x="10178" y="4746"/>
                  </a:cubicBezTo>
                  <a:cubicBezTo>
                    <a:pt x="10214" y="4691"/>
                    <a:pt x="10286" y="4655"/>
                    <a:pt x="10341" y="4691"/>
                  </a:cubicBezTo>
                  <a:cubicBezTo>
                    <a:pt x="10359" y="4637"/>
                    <a:pt x="10395" y="4601"/>
                    <a:pt x="10431" y="4565"/>
                  </a:cubicBezTo>
                  <a:lnTo>
                    <a:pt x="10485" y="4510"/>
                  </a:lnTo>
                  <a:cubicBezTo>
                    <a:pt x="10485" y="4510"/>
                    <a:pt x="10540" y="4492"/>
                    <a:pt x="10540" y="4474"/>
                  </a:cubicBezTo>
                  <a:cubicBezTo>
                    <a:pt x="10540" y="4456"/>
                    <a:pt x="10540" y="4438"/>
                    <a:pt x="10522" y="4438"/>
                  </a:cubicBezTo>
                  <a:cubicBezTo>
                    <a:pt x="10522" y="4420"/>
                    <a:pt x="10504" y="4402"/>
                    <a:pt x="10504" y="4383"/>
                  </a:cubicBezTo>
                  <a:cubicBezTo>
                    <a:pt x="10485" y="4257"/>
                    <a:pt x="10558" y="4130"/>
                    <a:pt x="10685" y="4112"/>
                  </a:cubicBezTo>
                  <a:cubicBezTo>
                    <a:pt x="10667" y="4076"/>
                    <a:pt x="10667" y="4039"/>
                    <a:pt x="10648" y="4003"/>
                  </a:cubicBezTo>
                  <a:cubicBezTo>
                    <a:pt x="10648" y="3985"/>
                    <a:pt x="10667" y="3949"/>
                    <a:pt x="10703" y="3949"/>
                  </a:cubicBezTo>
                  <a:cubicBezTo>
                    <a:pt x="10775" y="3949"/>
                    <a:pt x="10866" y="3967"/>
                    <a:pt x="10938" y="4021"/>
                  </a:cubicBezTo>
                  <a:cubicBezTo>
                    <a:pt x="11011" y="3876"/>
                    <a:pt x="11065" y="3750"/>
                    <a:pt x="11119" y="3623"/>
                  </a:cubicBezTo>
                  <a:cubicBezTo>
                    <a:pt x="11137" y="3605"/>
                    <a:pt x="11155" y="3587"/>
                    <a:pt x="11174" y="3587"/>
                  </a:cubicBezTo>
                  <a:lnTo>
                    <a:pt x="11355" y="3641"/>
                  </a:lnTo>
                  <a:cubicBezTo>
                    <a:pt x="11337" y="3587"/>
                    <a:pt x="11318" y="3532"/>
                    <a:pt x="11318" y="3460"/>
                  </a:cubicBezTo>
                  <a:cubicBezTo>
                    <a:pt x="11318" y="3387"/>
                    <a:pt x="11355" y="3315"/>
                    <a:pt x="11409" y="3261"/>
                  </a:cubicBezTo>
                  <a:cubicBezTo>
                    <a:pt x="11445" y="3243"/>
                    <a:pt x="11481" y="3224"/>
                    <a:pt x="11518" y="3206"/>
                  </a:cubicBezTo>
                  <a:cubicBezTo>
                    <a:pt x="11554" y="3206"/>
                    <a:pt x="11608" y="3224"/>
                    <a:pt x="11644" y="3206"/>
                  </a:cubicBezTo>
                  <a:cubicBezTo>
                    <a:pt x="11681" y="3170"/>
                    <a:pt x="11717" y="3134"/>
                    <a:pt x="11735" y="3080"/>
                  </a:cubicBezTo>
                  <a:cubicBezTo>
                    <a:pt x="11771" y="3025"/>
                    <a:pt x="11826" y="2989"/>
                    <a:pt x="11898" y="2989"/>
                  </a:cubicBezTo>
                  <a:cubicBezTo>
                    <a:pt x="11934" y="2989"/>
                    <a:pt x="11952" y="3025"/>
                    <a:pt x="11934" y="3043"/>
                  </a:cubicBezTo>
                  <a:cubicBezTo>
                    <a:pt x="11934" y="3098"/>
                    <a:pt x="11934" y="3152"/>
                    <a:pt x="11916" y="3206"/>
                  </a:cubicBezTo>
                  <a:lnTo>
                    <a:pt x="11988" y="3188"/>
                  </a:lnTo>
                  <a:cubicBezTo>
                    <a:pt x="12007" y="3188"/>
                    <a:pt x="12043" y="3206"/>
                    <a:pt x="12043" y="3243"/>
                  </a:cubicBezTo>
                  <a:cubicBezTo>
                    <a:pt x="12043" y="3333"/>
                    <a:pt x="12061" y="3442"/>
                    <a:pt x="12097" y="3532"/>
                  </a:cubicBezTo>
                  <a:cubicBezTo>
                    <a:pt x="12115" y="3568"/>
                    <a:pt x="12115" y="3587"/>
                    <a:pt x="12133" y="3623"/>
                  </a:cubicBezTo>
                  <a:cubicBezTo>
                    <a:pt x="12151" y="3659"/>
                    <a:pt x="12133" y="3695"/>
                    <a:pt x="12115" y="3695"/>
                  </a:cubicBezTo>
                  <a:lnTo>
                    <a:pt x="12115" y="3840"/>
                  </a:lnTo>
                  <a:lnTo>
                    <a:pt x="12242" y="3822"/>
                  </a:lnTo>
                  <a:cubicBezTo>
                    <a:pt x="12278" y="3804"/>
                    <a:pt x="12351" y="3786"/>
                    <a:pt x="12387" y="3822"/>
                  </a:cubicBezTo>
                  <a:cubicBezTo>
                    <a:pt x="12423" y="3858"/>
                    <a:pt x="12423" y="3894"/>
                    <a:pt x="12423" y="3949"/>
                  </a:cubicBezTo>
                  <a:cubicBezTo>
                    <a:pt x="12423" y="3985"/>
                    <a:pt x="12405" y="4021"/>
                    <a:pt x="12405" y="4057"/>
                  </a:cubicBezTo>
                  <a:cubicBezTo>
                    <a:pt x="12387" y="4112"/>
                    <a:pt x="12351" y="4130"/>
                    <a:pt x="12314" y="4148"/>
                  </a:cubicBezTo>
                  <a:lnTo>
                    <a:pt x="12586" y="4148"/>
                  </a:lnTo>
                  <a:cubicBezTo>
                    <a:pt x="12622" y="4148"/>
                    <a:pt x="12640" y="4184"/>
                    <a:pt x="12640" y="4202"/>
                  </a:cubicBezTo>
                  <a:cubicBezTo>
                    <a:pt x="12640" y="4239"/>
                    <a:pt x="12622" y="4275"/>
                    <a:pt x="12622" y="4311"/>
                  </a:cubicBezTo>
                  <a:cubicBezTo>
                    <a:pt x="12677" y="4329"/>
                    <a:pt x="12731" y="4347"/>
                    <a:pt x="12767" y="4383"/>
                  </a:cubicBezTo>
                  <a:cubicBezTo>
                    <a:pt x="12785" y="4420"/>
                    <a:pt x="12803" y="4474"/>
                    <a:pt x="12803" y="4510"/>
                  </a:cubicBezTo>
                  <a:cubicBezTo>
                    <a:pt x="12803" y="4565"/>
                    <a:pt x="12785" y="4601"/>
                    <a:pt x="12822" y="4619"/>
                  </a:cubicBezTo>
                  <a:cubicBezTo>
                    <a:pt x="12840" y="4655"/>
                    <a:pt x="12876" y="4691"/>
                    <a:pt x="12894" y="4709"/>
                  </a:cubicBezTo>
                  <a:cubicBezTo>
                    <a:pt x="12930" y="4764"/>
                    <a:pt x="12930" y="4800"/>
                    <a:pt x="12912" y="4854"/>
                  </a:cubicBezTo>
                  <a:cubicBezTo>
                    <a:pt x="12894" y="4890"/>
                    <a:pt x="12858" y="4927"/>
                    <a:pt x="12822" y="4963"/>
                  </a:cubicBezTo>
                  <a:cubicBezTo>
                    <a:pt x="12803" y="4999"/>
                    <a:pt x="12822" y="5035"/>
                    <a:pt x="12858" y="5053"/>
                  </a:cubicBezTo>
                  <a:cubicBezTo>
                    <a:pt x="12894" y="5108"/>
                    <a:pt x="12912" y="5162"/>
                    <a:pt x="12894" y="5216"/>
                  </a:cubicBezTo>
                  <a:cubicBezTo>
                    <a:pt x="12894" y="5216"/>
                    <a:pt x="12894" y="5235"/>
                    <a:pt x="12894" y="5253"/>
                  </a:cubicBezTo>
                  <a:cubicBezTo>
                    <a:pt x="12948" y="5289"/>
                    <a:pt x="12985" y="5343"/>
                    <a:pt x="12985" y="5398"/>
                  </a:cubicBezTo>
                  <a:cubicBezTo>
                    <a:pt x="12985" y="5488"/>
                    <a:pt x="12894" y="5524"/>
                    <a:pt x="12822" y="5542"/>
                  </a:cubicBezTo>
                  <a:cubicBezTo>
                    <a:pt x="12785" y="5542"/>
                    <a:pt x="12749" y="5542"/>
                    <a:pt x="12749" y="5561"/>
                  </a:cubicBezTo>
                  <a:cubicBezTo>
                    <a:pt x="12731" y="5579"/>
                    <a:pt x="12749" y="5597"/>
                    <a:pt x="12767" y="5615"/>
                  </a:cubicBezTo>
                  <a:cubicBezTo>
                    <a:pt x="12803" y="5651"/>
                    <a:pt x="12858" y="5651"/>
                    <a:pt x="12894" y="5597"/>
                  </a:cubicBezTo>
                  <a:cubicBezTo>
                    <a:pt x="12912" y="5579"/>
                    <a:pt x="12930" y="5579"/>
                    <a:pt x="12966" y="5579"/>
                  </a:cubicBezTo>
                  <a:cubicBezTo>
                    <a:pt x="13021" y="5597"/>
                    <a:pt x="13057" y="5651"/>
                    <a:pt x="13057" y="5724"/>
                  </a:cubicBezTo>
                  <a:cubicBezTo>
                    <a:pt x="13057" y="5760"/>
                    <a:pt x="13039" y="5796"/>
                    <a:pt x="13039" y="5814"/>
                  </a:cubicBezTo>
                  <a:cubicBezTo>
                    <a:pt x="13039" y="5850"/>
                    <a:pt x="13021" y="5868"/>
                    <a:pt x="13039" y="5905"/>
                  </a:cubicBezTo>
                  <a:cubicBezTo>
                    <a:pt x="13057" y="5923"/>
                    <a:pt x="13075" y="5923"/>
                    <a:pt x="13111" y="5923"/>
                  </a:cubicBezTo>
                  <a:cubicBezTo>
                    <a:pt x="13148" y="5923"/>
                    <a:pt x="13184" y="5941"/>
                    <a:pt x="13220" y="5941"/>
                  </a:cubicBezTo>
                  <a:cubicBezTo>
                    <a:pt x="13256" y="5959"/>
                    <a:pt x="13292" y="5977"/>
                    <a:pt x="13310" y="6013"/>
                  </a:cubicBezTo>
                  <a:cubicBezTo>
                    <a:pt x="13365" y="5868"/>
                    <a:pt x="13347" y="5724"/>
                    <a:pt x="13292" y="5579"/>
                  </a:cubicBezTo>
                  <a:cubicBezTo>
                    <a:pt x="13274" y="5561"/>
                    <a:pt x="13292" y="5542"/>
                    <a:pt x="13292" y="5524"/>
                  </a:cubicBezTo>
                  <a:cubicBezTo>
                    <a:pt x="13329" y="5506"/>
                    <a:pt x="13383" y="5488"/>
                    <a:pt x="13419" y="5488"/>
                  </a:cubicBezTo>
                  <a:lnTo>
                    <a:pt x="13528" y="5488"/>
                  </a:lnTo>
                  <a:cubicBezTo>
                    <a:pt x="13546" y="5488"/>
                    <a:pt x="13528" y="5416"/>
                    <a:pt x="13510" y="5398"/>
                  </a:cubicBezTo>
                  <a:cubicBezTo>
                    <a:pt x="13492" y="5361"/>
                    <a:pt x="13473" y="5307"/>
                    <a:pt x="13492" y="5253"/>
                  </a:cubicBezTo>
                  <a:cubicBezTo>
                    <a:pt x="13528" y="5162"/>
                    <a:pt x="13618" y="5108"/>
                    <a:pt x="13709" y="5126"/>
                  </a:cubicBezTo>
                  <a:cubicBezTo>
                    <a:pt x="13818" y="5162"/>
                    <a:pt x="13872" y="5253"/>
                    <a:pt x="13872" y="5361"/>
                  </a:cubicBezTo>
                  <a:cubicBezTo>
                    <a:pt x="13854" y="5416"/>
                    <a:pt x="13836" y="5470"/>
                    <a:pt x="13818" y="5506"/>
                  </a:cubicBezTo>
                  <a:cubicBezTo>
                    <a:pt x="13781" y="5561"/>
                    <a:pt x="13818" y="5597"/>
                    <a:pt x="13836" y="5651"/>
                  </a:cubicBezTo>
                  <a:cubicBezTo>
                    <a:pt x="13854" y="5742"/>
                    <a:pt x="13781" y="5814"/>
                    <a:pt x="13727" y="5868"/>
                  </a:cubicBezTo>
                  <a:cubicBezTo>
                    <a:pt x="13727" y="5905"/>
                    <a:pt x="13691" y="5923"/>
                    <a:pt x="13709" y="5959"/>
                  </a:cubicBezTo>
                  <a:cubicBezTo>
                    <a:pt x="13727" y="5977"/>
                    <a:pt x="13781" y="5995"/>
                    <a:pt x="13799" y="6013"/>
                  </a:cubicBezTo>
                  <a:cubicBezTo>
                    <a:pt x="13854" y="6013"/>
                    <a:pt x="13890" y="6031"/>
                    <a:pt x="13944" y="6068"/>
                  </a:cubicBezTo>
                  <a:cubicBezTo>
                    <a:pt x="13981" y="6104"/>
                    <a:pt x="13999" y="6158"/>
                    <a:pt x="14017" y="6194"/>
                  </a:cubicBezTo>
                  <a:cubicBezTo>
                    <a:pt x="14053" y="6321"/>
                    <a:pt x="14071" y="6466"/>
                    <a:pt x="14053" y="6593"/>
                  </a:cubicBezTo>
                  <a:cubicBezTo>
                    <a:pt x="14053" y="6665"/>
                    <a:pt x="14053" y="6738"/>
                    <a:pt x="14053" y="6810"/>
                  </a:cubicBezTo>
                  <a:cubicBezTo>
                    <a:pt x="14053" y="6864"/>
                    <a:pt x="14053" y="6919"/>
                    <a:pt x="14071" y="6955"/>
                  </a:cubicBezTo>
                  <a:lnTo>
                    <a:pt x="14071" y="6955"/>
                  </a:lnTo>
                  <a:cubicBezTo>
                    <a:pt x="14107" y="6955"/>
                    <a:pt x="14125" y="6991"/>
                    <a:pt x="14107" y="7009"/>
                  </a:cubicBezTo>
                  <a:cubicBezTo>
                    <a:pt x="14089" y="7009"/>
                    <a:pt x="14089" y="7027"/>
                    <a:pt x="14071" y="7027"/>
                  </a:cubicBezTo>
                  <a:cubicBezTo>
                    <a:pt x="14071" y="7046"/>
                    <a:pt x="14071" y="7064"/>
                    <a:pt x="14053" y="7064"/>
                  </a:cubicBezTo>
                  <a:cubicBezTo>
                    <a:pt x="14053" y="7136"/>
                    <a:pt x="14071" y="7208"/>
                    <a:pt x="14125" y="7263"/>
                  </a:cubicBezTo>
                  <a:cubicBezTo>
                    <a:pt x="14216" y="7335"/>
                    <a:pt x="14270" y="7444"/>
                    <a:pt x="14288" y="7553"/>
                  </a:cubicBezTo>
                  <a:cubicBezTo>
                    <a:pt x="14288" y="7661"/>
                    <a:pt x="14216" y="7770"/>
                    <a:pt x="14216" y="7879"/>
                  </a:cubicBezTo>
                  <a:cubicBezTo>
                    <a:pt x="14234" y="8005"/>
                    <a:pt x="14307" y="8114"/>
                    <a:pt x="14397" y="8186"/>
                  </a:cubicBezTo>
                  <a:cubicBezTo>
                    <a:pt x="14451" y="8223"/>
                    <a:pt x="14488" y="8277"/>
                    <a:pt x="14524" y="8349"/>
                  </a:cubicBezTo>
                  <a:cubicBezTo>
                    <a:pt x="14524" y="8386"/>
                    <a:pt x="14524" y="8440"/>
                    <a:pt x="14506" y="8476"/>
                  </a:cubicBezTo>
                  <a:cubicBezTo>
                    <a:pt x="14542" y="8494"/>
                    <a:pt x="14578" y="8530"/>
                    <a:pt x="14596" y="8585"/>
                  </a:cubicBezTo>
                  <a:cubicBezTo>
                    <a:pt x="14632" y="8657"/>
                    <a:pt x="14614" y="8730"/>
                    <a:pt x="14560" y="8784"/>
                  </a:cubicBezTo>
                  <a:cubicBezTo>
                    <a:pt x="14524" y="8838"/>
                    <a:pt x="14470" y="8893"/>
                    <a:pt x="14488" y="8947"/>
                  </a:cubicBezTo>
                  <a:cubicBezTo>
                    <a:pt x="14506" y="8983"/>
                    <a:pt x="14524" y="9019"/>
                    <a:pt x="14560" y="9056"/>
                  </a:cubicBezTo>
                  <a:cubicBezTo>
                    <a:pt x="14578" y="9110"/>
                    <a:pt x="14614" y="9146"/>
                    <a:pt x="14632" y="9182"/>
                  </a:cubicBezTo>
                  <a:cubicBezTo>
                    <a:pt x="14669" y="9237"/>
                    <a:pt x="14669" y="9237"/>
                    <a:pt x="14687" y="9255"/>
                  </a:cubicBezTo>
                  <a:lnTo>
                    <a:pt x="14705" y="9255"/>
                  </a:lnTo>
                  <a:cubicBezTo>
                    <a:pt x="14741" y="9237"/>
                    <a:pt x="14795" y="9237"/>
                    <a:pt x="14832" y="9273"/>
                  </a:cubicBezTo>
                  <a:cubicBezTo>
                    <a:pt x="14868" y="9327"/>
                    <a:pt x="14886" y="9400"/>
                    <a:pt x="14832" y="9472"/>
                  </a:cubicBezTo>
                  <a:cubicBezTo>
                    <a:pt x="14814" y="9508"/>
                    <a:pt x="14723" y="9581"/>
                    <a:pt x="14777" y="9635"/>
                  </a:cubicBezTo>
                  <a:cubicBezTo>
                    <a:pt x="14832" y="9689"/>
                    <a:pt x="14904" y="9653"/>
                    <a:pt x="14940" y="9617"/>
                  </a:cubicBezTo>
                  <a:cubicBezTo>
                    <a:pt x="15103" y="9508"/>
                    <a:pt x="15230" y="9364"/>
                    <a:pt x="15321" y="9182"/>
                  </a:cubicBezTo>
                  <a:cubicBezTo>
                    <a:pt x="15321" y="9164"/>
                    <a:pt x="15357" y="9146"/>
                    <a:pt x="15375" y="9164"/>
                  </a:cubicBezTo>
                  <a:cubicBezTo>
                    <a:pt x="15429" y="9164"/>
                    <a:pt x="15484" y="9164"/>
                    <a:pt x="15538" y="9128"/>
                  </a:cubicBezTo>
                  <a:lnTo>
                    <a:pt x="15556" y="9128"/>
                  </a:lnTo>
                  <a:cubicBezTo>
                    <a:pt x="15610" y="9092"/>
                    <a:pt x="15683" y="9146"/>
                    <a:pt x="15647" y="9201"/>
                  </a:cubicBezTo>
                  <a:cubicBezTo>
                    <a:pt x="15647" y="9201"/>
                    <a:pt x="15647" y="9219"/>
                    <a:pt x="15647" y="9219"/>
                  </a:cubicBezTo>
                  <a:cubicBezTo>
                    <a:pt x="15647" y="9255"/>
                    <a:pt x="15647" y="9273"/>
                    <a:pt x="15683" y="9291"/>
                  </a:cubicBezTo>
                  <a:cubicBezTo>
                    <a:pt x="15701" y="9309"/>
                    <a:pt x="15719" y="9327"/>
                    <a:pt x="15737" y="9345"/>
                  </a:cubicBezTo>
                  <a:cubicBezTo>
                    <a:pt x="15755" y="9382"/>
                    <a:pt x="15755" y="9400"/>
                    <a:pt x="15737" y="9436"/>
                  </a:cubicBezTo>
                  <a:cubicBezTo>
                    <a:pt x="15719" y="9472"/>
                    <a:pt x="15683" y="9527"/>
                    <a:pt x="15647" y="9563"/>
                  </a:cubicBezTo>
                  <a:cubicBezTo>
                    <a:pt x="15647" y="9563"/>
                    <a:pt x="15610" y="9581"/>
                    <a:pt x="15610" y="9599"/>
                  </a:cubicBezTo>
                  <a:cubicBezTo>
                    <a:pt x="15610" y="9617"/>
                    <a:pt x="15610" y="9635"/>
                    <a:pt x="15629" y="9653"/>
                  </a:cubicBezTo>
                  <a:cubicBezTo>
                    <a:pt x="15647" y="9671"/>
                    <a:pt x="15647" y="9708"/>
                    <a:pt x="15665" y="9726"/>
                  </a:cubicBezTo>
                  <a:cubicBezTo>
                    <a:pt x="15665" y="9708"/>
                    <a:pt x="15665" y="9689"/>
                    <a:pt x="15683" y="9689"/>
                  </a:cubicBezTo>
                  <a:lnTo>
                    <a:pt x="15936" y="9563"/>
                  </a:lnTo>
                  <a:lnTo>
                    <a:pt x="16045" y="9508"/>
                  </a:lnTo>
                  <a:cubicBezTo>
                    <a:pt x="16063" y="9490"/>
                    <a:pt x="16081" y="9490"/>
                    <a:pt x="16099" y="9472"/>
                  </a:cubicBezTo>
                  <a:lnTo>
                    <a:pt x="16117" y="9472"/>
                  </a:lnTo>
                  <a:lnTo>
                    <a:pt x="16117" y="9472"/>
                  </a:lnTo>
                  <a:cubicBezTo>
                    <a:pt x="16117" y="9418"/>
                    <a:pt x="16154" y="9400"/>
                    <a:pt x="16190" y="9400"/>
                  </a:cubicBezTo>
                  <a:cubicBezTo>
                    <a:pt x="16280" y="9418"/>
                    <a:pt x="16371" y="9472"/>
                    <a:pt x="16425" y="9563"/>
                  </a:cubicBezTo>
                  <a:cubicBezTo>
                    <a:pt x="16462" y="9599"/>
                    <a:pt x="16480" y="9653"/>
                    <a:pt x="16462" y="9708"/>
                  </a:cubicBezTo>
                  <a:cubicBezTo>
                    <a:pt x="16534" y="9708"/>
                    <a:pt x="16588" y="9726"/>
                    <a:pt x="16643" y="9780"/>
                  </a:cubicBezTo>
                  <a:cubicBezTo>
                    <a:pt x="16679" y="9816"/>
                    <a:pt x="16697" y="9871"/>
                    <a:pt x="16697" y="9925"/>
                  </a:cubicBezTo>
                  <a:cubicBezTo>
                    <a:pt x="16697" y="9961"/>
                    <a:pt x="16697" y="10015"/>
                    <a:pt x="16697" y="10070"/>
                  </a:cubicBezTo>
                  <a:cubicBezTo>
                    <a:pt x="16715" y="10124"/>
                    <a:pt x="16806" y="10178"/>
                    <a:pt x="16824" y="10233"/>
                  </a:cubicBezTo>
                  <a:cubicBezTo>
                    <a:pt x="16860" y="10269"/>
                    <a:pt x="16860" y="10323"/>
                    <a:pt x="16842" y="10360"/>
                  </a:cubicBezTo>
                  <a:cubicBezTo>
                    <a:pt x="16842" y="10378"/>
                    <a:pt x="16824" y="10414"/>
                    <a:pt x="16806" y="10432"/>
                  </a:cubicBezTo>
                  <a:cubicBezTo>
                    <a:pt x="16788" y="10450"/>
                    <a:pt x="16769" y="10468"/>
                    <a:pt x="16751" y="10486"/>
                  </a:cubicBezTo>
                  <a:cubicBezTo>
                    <a:pt x="16751" y="10523"/>
                    <a:pt x="16751" y="10577"/>
                    <a:pt x="16788" y="10595"/>
                  </a:cubicBezTo>
                  <a:cubicBezTo>
                    <a:pt x="16860" y="10631"/>
                    <a:pt x="16914" y="10631"/>
                    <a:pt x="16987" y="10631"/>
                  </a:cubicBezTo>
                  <a:cubicBezTo>
                    <a:pt x="17023" y="10631"/>
                    <a:pt x="17041" y="10667"/>
                    <a:pt x="17041" y="10704"/>
                  </a:cubicBezTo>
                  <a:cubicBezTo>
                    <a:pt x="17041" y="10812"/>
                    <a:pt x="17005" y="10921"/>
                    <a:pt x="16951" y="11030"/>
                  </a:cubicBezTo>
                  <a:cubicBezTo>
                    <a:pt x="16969" y="11066"/>
                    <a:pt x="16969" y="11120"/>
                    <a:pt x="16969" y="11174"/>
                  </a:cubicBezTo>
                  <a:cubicBezTo>
                    <a:pt x="17023" y="11156"/>
                    <a:pt x="17077" y="11120"/>
                    <a:pt x="17095" y="11084"/>
                  </a:cubicBezTo>
                  <a:cubicBezTo>
                    <a:pt x="17150" y="11030"/>
                    <a:pt x="17204" y="10975"/>
                    <a:pt x="17276" y="10957"/>
                  </a:cubicBezTo>
                  <a:cubicBezTo>
                    <a:pt x="17313" y="10939"/>
                    <a:pt x="17349" y="10939"/>
                    <a:pt x="17385" y="10957"/>
                  </a:cubicBezTo>
                  <a:cubicBezTo>
                    <a:pt x="17421" y="10957"/>
                    <a:pt x="17421" y="10921"/>
                    <a:pt x="17421" y="10885"/>
                  </a:cubicBezTo>
                  <a:cubicBezTo>
                    <a:pt x="17439" y="10794"/>
                    <a:pt x="17421" y="10704"/>
                    <a:pt x="17385" y="10613"/>
                  </a:cubicBezTo>
                  <a:cubicBezTo>
                    <a:pt x="17385" y="10577"/>
                    <a:pt x="17403" y="10541"/>
                    <a:pt x="17439" y="10541"/>
                  </a:cubicBezTo>
                  <a:cubicBezTo>
                    <a:pt x="17494" y="10541"/>
                    <a:pt x="17530" y="10523"/>
                    <a:pt x="17584" y="10504"/>
                  </a:cubicBezTo>
                  <a:cubicBezTo>
                    <a:pt x="17584" y="10486"/>
                    <a:pt x="17584" y="10468"/>
                    <a:pt x="17584" y="10450"/>
                  </a:cubicBezTo>
                  <a:cubicBezTo>
                    <a:pt x="17566" y="10414"/>
                    <a:pt x="17566" y="10378"/>
                    <a:pt x="17566" y="10341"/>
                  </a:cubicBezTo>
                  <a:cubicBezTo>
                    <a:pt x="17566" y="10305"/>
                    <a:pt x="17584" y="10269"/>
                    <a:pt x="17621" y="10251"/>
                  </a:cubicBezTo>
                  <a:cubicBezTo>
                    <a:pt x="17639" y="10233"/>
                    <a:pt x="17657" y="10215"/>
                    <a:pt x="17657" y="10197"/>
                  </a:cubicBezTo>
                  <a:cubicBezTo>
                    <a:pt x="17675" y="10142"/>
                    <a:pt x="17693" y="10070"/>
                    <a:pt x="17711" y="10015"/>
                  </a:cubicBezTo>
                  <a:cubicBezTo>
                    <a:pt x="17711" y="9979"/>
                    <a:pt x="17729" y="9961"/>
                    <a:pt x="17765" y="9943"/>
                  </a:cubicBezTo>
                  <a:cubicBezTo>
                    <a:pt x="17802" y="9925"/>
                    <a:pt x="17820" y="9907"/>
                    <a:pt x="17856" y="9907"/>
                  </a:cubicBezTo>
                  <a:cubicBezTo>
                    <a:pt x="17892" y="9907"/>
                    <a:pt x="17910" y="9871"/>
                    <a:pt x="17928" y="9852"/>
                  </a:cubicBezTo>
                  <a:cubicBezTo>
                    <a:pt x="17947" y="9834"/>
                    <a:pt x="17965" y="9816"/>
                    <a:pt x="18001" y="9798"/>
                  </a:cubicBezTo>
                  <a:cubicBezTo>
                    <a:pt x="18110" y="9744"/>
                    <a:pt x="18236" y="9762"/>
                    <a:pt x="18327" y="9834"/>
                  </a:cubicBezTo>
                  <a:cubicBezTo>
                    <a:pt x="18417" y="9943"/>
                    <a:pt x="18454" y="10070"/>
                    <a:pt x="18399" y="10215"/>
                  </a:cubicBezTo>
                  <a:cubicBezTo>
                    <a:pt x="18381" y="10269"/>
                    <a:pt x="18381" y="10323"/>
                    <a:pt x="18399" y="10378"/>
                  </a:cubicBezTo>
                  <a:cubicBezTo>
                    <a:pt x="18417" y="10396"/>
                    <a:pt x="18417" y="10414"/>
                    <a:pt x="18435" y="10432"/>
                  </a:cubicBezTo>
                  <a:cubicBezTo>
                    <a:pt x="18454" y="10450"/>
                    <a:pt x="18508" y="10432"/>
                    <a:pt x="18526" y="10450"/>
                  </a:cubicBezTo>
                  <a:cubicBezTo>
                    <a:pt x="18598" y="10468"/>
                    <a:pt x="18653" y="10504"/>
                    <a:pt x="18653" y="10577"/>
                  </a:cubicBezTo>
                  <a:cubicBezTo>
                    <a:pt x="18671" y="10613"/>
                    <a:pt x="18671" y="10667"/>
                    <a:pt x="18689" y="10704"/>
                  </a:cubicBezTo>
                  <a:lnTo>
                    <a:pt x="18689" y="10704"/>
                  </a:lnTo>
                  <a:lnTo>
                    <a:pt x="18689" y="10704"/>
                  </a:lnTo>
                  <a:lnTo>
                    <a:pt x="18689" y="10704"/>
                  </a:lnTo>
                  <a:cubicBezTo>
                    <a:pt x="18725" y="10722"/>
                    <a:pt x="18761" y="10740"/>
                    <a:pt x="18798" y="10758"/>
                  </a:cubicBezTo>
                  <a:cubicBezTo>
                    <a:pt x="18834" y="10812"/>
                    <a:pt x="18834" y="10885"/>
                    <a:pt x="18798" y="10939"/>
                  </a:cubicBezTo>
                  <a:cubicBezTo>
                    <a:pt x="18761" y="10993"/>
                    <a:pt x="18725" y="11030"/>
                    <a:pt x="18689" y="11084"/>
                  </a:cubicBezTo>
                  <a:cubicBezTo>
                    <a:pt x="18689" y="11102"/>
                    <a:pt x="18689" y="11102"/>
                    <a:pt x="18689" y="11120"/>
                  </a:cubicBezTo>
                  <a:lnTo>
                    <a:pt x="18689" y="11120"/>
                  </a:lnTo>
                  <a:lnTo>
                    <a:pt x="18689" y="11120"/>
                  </a:lnTo>
                  <a:cubicBezTo>
                    <a:pt x="18725" y="11138"/>
                    <a:pt x="18743" y="11156"/>
                    <a:pt x="18780" y="11174"/>
                  </a:cubicBezTo>
                  <a:cubicBezTo>
                    <a:pt x="18834" y="11229"/>
                    <a:pt x="18834" y="11319"/>
                    <a:pt x="18816" y="11392"/>
                  </a:cubicBezTo>
                  <a:cubicBezTo>
                    <a:pt x="18798" y="11428"/>
                    <a:pt x="18798" y="11464"/>
                    <a:pt x="18816" y="11500"/>
                  </a:cubicBezTo>
                  <a:lnTo>
                    <a:pt x="18816" y="11500"/>
                  </a:lnTo>
                  <a:cubicBezTo>
                    <a:pt x="18816" y="11500"/>
                    <a:pt x="18834" y="11500"/>
                    <a:pt x="18834" y="11500"/>
                  </a:cubicBezTo>
                  <a:lnTo>
                    <a:pt x="18834" y="11500"/>
                  </a:lnTo>
                  <a:cubicBezTo>
                    <a:pt x="18870" y="11500"/>
                    <a:pt x="18888" y="11519"/>
                    <a:pt x="18888" y="11537"/>
                  </a:cubicBezTo>
                  <a:cubicBezTo>
                    <a:pt x="18924" y="11537"/>
                    <a:pt x="18961" y="11537"/>
                    <a:pt x="18997" y="11519"/>
                  </a:cubicBezTo>
                  <a:cubicBezTo>
                    <a:pt x="19015" y="11500"/>
                    <a:pt x="19033" y="11482"/>
                    <a:pt x="19033" y="11446"/>
                  </a:cubicBezTo>
                  <a:cubicBezTo>
                    <a:pt x="19033" y="11410"/>
                    <a:pt x="19051" y="11356"/>
                    <a:pt x="19087" y="11337"/>
                  </a:cubicBezTo>
                  <a:cubicBezTo>
                    <a:pt x="19142" y="11319"/>
                    <a:pt x="19196" y="11319"/>
                    <a:pt x="19250" y="11319"/>
                  </a:cubicBezTo>
                  <a:lnTo>
                    <a:pt x="19413" y="11319"/>
                  </a:lnTo>
                  <a:cubicBezTo>
                    <a:pt x="19486" y="11301"/>
                    <a:pt x="19576" y="11337"/>
                    <a:pt x="19631" y="11392"/>
                  </a:cubicBezTo>
                  <a:cubicBezTo>
                    <a:pt x="19685" y="11464"/>
                    <a:pt x="19685" y="11555"/>
                    <a:pt x="19631" y="11609"/>
                  </a:cubicBezTo>
                  <a:cubicBezTo>
                    <a:pt x="19613" y="11645"/>
                    <a:pt x="19594" y="11682"/>
                    <a:pt x="19576" y="11718"/>
                  </a:cubicBezTo>
                  <a:cubicBezTo>
                    <a:pt x="19576" y="11736"/>
                    <a:pt x="19594" y="11754"/>
                    <a:pt x="19613" y="11772"/>
                  </a:cubicBezTo>
                  <a:cubicBezTo>
                    <a:pt x="19685" y="11845"/>
                    <a:pt x="19739" y="11917"/>
                    <a:pt x="19739" y="12008"/>
                  </a:cubicBezTo>
                  <a:cubicBezTo>
                    <a:pt x="19739" y="12116"/>
                    <a:pt x="19667" y="12207"/>
                    <a:pt x="19576" y="12225"/>
                  </a:cubicBezTo>
                  <a:cubicBezTo>
                    <a:pt x="19486" y="12279"/>
                    <a:pt x="19395" y="12297"/>
                    <a:pt x="19341" y="12370"/>
                  </a:cubicBezTo>
                  <a:cubicBezTo>
                    <a:pt x="19323" y="12406"/>
                    <a:pt x="19305" y="12460"/>
                    <a:pt x="19305" y="12496"/>
                  </a:cubicBezTo>
                  <a:cubicBezTo>
                    <a:pt x="19305" y="12515"/>
                    <a:pt x="19305" y="12533"/>
                    <a:pt x="19305" y="12551"/>
                  </a:cubicBezTo>
                  <a:cubicBezTo>
                    <a:pt x="19305" y="12569"/>
                    <a:pt x="19305" y="12569"/>
                    <a:pt x="19305" y="12587"/>
                  </a:cubicBezTo>
                  <a:cubicBezTo>
                    <a:pt x="19305" y="12569"/>
                    <a:pt x="19323" y="12569"/>
                    <a:pt x="19323" y="12569"/>
                  </a:cubicBezTo>
                  <a:cubicBezTo>
                    <a:pt x="19359" y="12569"/>
                    <a:pt x="19395" y="12569"/>
                    <a:pt x="19413" y="12587"/>
                  </a:cubicBezTo>
                  <a:cubicBezTo>
                    <a:pt x="19468" y="12605"/>
                    <a:pt x="19504" y="12659"/>
                    <a:pt x="19486" y="12714"/>
                  </a:cubicBezTo>
                  <a:cubicBezTo>
                    <a:pt x="19486" y="12768"/>
                    <a:pt x="19450" y="12822"/>
                    <a:pt x="19413" y="12859"/>
                  </a:cubicBezTo>
                  <a:cubicBezTo>
                    <a:pt x="19359" y="12895"/>
                    <a:pt x="19305" y="12913"/>
                    <a:pt x="19269" y="12931"/>
                  </a:cubicBezTo>
                  <a:cubicBezTo>
                    <a:pt x="19232" y="12949"/>
                    <a:pt x="19196" y="12985"/>
                    <a:pt x="19214" y="13022"/>
                  </a:cubicBezTo>
                  <a:cubicBezTo>
                    <a:pt x="19214" y="13040"/>
                    <a:pt x="19232" y="13076"/>
                    <a:pt x="19269" y="13076"/>
                  </a:cubicBezTo>
                  <a:cubicBezTo>
                    <a:pt x="19305" y="13076"/>
                    <a:pt x="19341" y="13076"/>
                    <a:pt x="19359" y="13094"/>
                  </a:cubicBezTo>
                  <a:cubicBezTo>
                    <a:pt x="19395" y="13112"/>
                    <a:pt x="19413" y="13148"/>
                    <a:pt x="19432" y="13185"/>
                  </a:cubicBezTo>
                  <a:cubicBezTo>
                    <a:pt x="19432" y="13239"/>
                    <a:pt x="19450" y="13293"/>
                    <a:pt x="19450" y="13366"/>
                  </a:cubicBezTo>
                  <a:cubicBezTo>
                    <a:pt x="19450" y="13420"/>
                    <a:pt x="19450" y="13492"/>
                    <a:pt x="19413" y="13547"/>
                  </a:cubicBezTo>
                  <a:cubicBezTo>
                    <a:pt x="19413" y="13583"/>
                    <a:pt x="19395" y="13601"/>
                    <a:pt x="19377" y="13637"/>
                  </a:cubicBezTo>
                  <a:cubicBezTo>
                    <a:pt x="19450" y="13692"/>
                    <a:pt x="19468" y="13764"/>
                    <a:pt x="19468" y="13855"/>
                  </a:cubicBezTo>
                  <a:cubicBezTo>
                    <a:pt x="19450" y="13945"/>
                    <a:pt x="19395" y="14036"/>
                    <a:pt x="19305" y="14090"/>
                  </a:cubicBezTo>
                  <a:lnTo>
                    <a:pt x="19450" y="14163"/>
                  </a:lnTo>
                  <a:lnTo>
                    <a:pt x="19558" y="14199"/>
                  </a:lnTo>
                  <a:lnTo>
                    <a:pt x="19613" y="14235"/>
                  </a:lnTo>
                  <a:cubicBezTo>
                    <a:pt x="19631" y="14235"/>
                    <a:pt x="19631" y="14235"/>
                    <a:pt x="19631" y="14253"/>
                  </a:cubicBezTo>
                  <a:cubicBezTo>
                    <a:pt x="19739" y="14253"/>
                    <a:pt x="19794" y="14380"/>
                    <a:pt x="19866" y="14452"/>
                  </a:cubicBezTo>
                  <a:lnTo>
                    <a:pt x="19884" y="14470"/>
                  </a:lnTo>
                  <a:lnTo>
                    <a:pt x="19902" y="14470"/>
                  </a:lnTo>
                  <a:lnTo>
                    <a:pt x="19920" y="14470"/>
                  </a:lnTo>
                  <a:lnTo>
                    <a:pt x="19957" y="14470"/>
                  </a:lnTo>
                  <a:cubicBezTo>
                    <a:pt x="19957" y="14470"/>
                    <a:pt x="19975" y="14452"/>
                    <a:pt x="19993" y="14452"/>
                  </a:cubicBezTo>
                  <a:cubicBezTo>
                    <a:pt x="20047" y="14380"/>
                    <a:pt x="20047" y="14289"/>
                    <a:pt x="20083" y="14217"/>
                  </a:cubicBezTo>
                  <a:cubicBezTo>
                    <a:pt x="20102" y="14181"/>
                    <a:pt x="20120" y="14163"/>
                    <a:pt x="20138" y="14126"/>
                  </a:cubicBezTo>
                  <a:cubicBezTo>
                    <a:pt x="20138" y="14108"/>
                    <a:pt x="20174" y="14090"/>
                    <a:pt x="20174" y="14072"/>
                  </a:cubicBezTo>
                  <a:cubicBezTo>
                    <a:pt x="20192" y="14054"/>
                    <a:pt x="20174" y="13981"/>
                    <a:pt x="20174" y="13945"/>
                  </a:cubicBezTo>
                  <a:cubicBezTo>
                    <a:pt x="20156" y="13891"/>
                    <a:pt x="20192" y="13855"/>
                    <a:pt x="20246" y="13855"/>
                  </a:cubicBezTo>
                  <a:lnTo>
                    <a:pt x="20265" y="13855"/>
                  </a:lnTo>
                  <a:lnTo>
                    <a:pt x="20301" y="13855"/>
                  </a:lnTo>
                  <a:cubicBezTo>
                    <a:pt x="20319" y="13855"/>
                    <a:pt x="20355" y="13837"/>
                    <a:pt x="20373" y="13800"/>
                  </a:cubicBezTo>
                  <a:cubicBezTo>
                    <a:pt x="20409" y="13764"/>
                    <a:pt x="20464" y="13710"/>
                    <a:pt x="20536" y="13674"/>
                  </a:cubicBezTo>
                  <a:cubicBezTo>
                    <a:pt x="20609" y="13637"/>
                    <a:pt x="20681" y="13619"/>
                    <a:pt x="20754" y="13619"/>
                  </a:cubicBezTo>
                  <a:cubicBezTo>
                    <a:pt x="20790" y="13619"/>
                    <a:pt x="20808" y="13601"/>
                    <a:pt x="20826" y="13583"/>
                  </a:cubicBezTo>
                  <a:cubicBezTo>
                    <a:pt x="20862" y="13547"/>
                    <a:pt x="20862" y="13511"/>
                    <a:pt x="20862" y="13474"/>
                  </a:cubicBezTo>
                  <a:cubicBezTo>
                    <a:pt x="20862" y="13402"/>
                    <a:pt x="20916" y="13311"/>
                    <a:pt x="20989" y="13275"/>
                  </a:cubicBezTo>
                  <a:lnTo>
                    <a:pt x="21079" y="13221"/>
                  </a:lnTo>
                  <a:cubicBezTo>
                    <a:pt x="21098" y="13221"/>
                    <a:pt x="21116" y="13221"/>
                    <a:pt x="21116" y="13203"/>
                  </a:cubicBez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185"/>
                  </a:lnTo>
                  <a:cubicBezTo>
                    <a:pt x="21116" y="13167"/>
                    <a:pt x="21116" y="13148"/>
                    <a:pt x="21098" y="13112"/>
                  </a:cubicBezTo>
                  <a:cubicBezTo>
                    <a:pt x="21079" y="13076"/>
                    <a:pt x="21079" y="13004"/>
                    <a:pt x="21098" y="12949"/>
                  </a:cubicBezTo>
                  <a:cubicBezTo>
                    <a:pt x="21134" y="12877"/>
                    <a:pt x="21188" y="12804"/>
                    <a:pt x="21279" y="12786"/>
                  </a:cubicBezTo>
                  <a:cubicBezTo>
                    <a:pt x="21442" y="12732"/>
                    <a:pt x="21641" y="12822"/>
                    <a:pt x="21677" y="13004"/>
                  </a:cubicBezTo>
                  <a:cubicBezTo>
                    <a:pt x="21695" y="13094"/>
                    <a:pt x="21677" y="13203"/>
                    <a:pt x="21641" y="13275"/>
                  </a:cubicBezTo>
                  <a:cubicBezTo>
                    <a:pt x="21605" y="13348"/>
                    <a:pt x="21550" y="13420"/>
                    <a:pt x="21568" y="13511"/>
                  </a:cubicBezTo>
                  <a:cubicBezTo>
                    <a:pt x="21568" y="13547"/>
                    <a:pt x="21605" y="13547"/>
                    <a:pt x="21641" y="13583"/>
                  </a:cubicBezTo>
                  <a:cubicBezTo>
                    <a:pt x="21695" y="13619"/>
                    <a:pt x="21713" y="13655"/>
                    <a:pt x="21731" y="13710"/>
                  </a:cubicBezTo>
                  <a:cubicBezTo>
                    <a:pt x="21731" y="13800"/>
                    <a:pt x="21695" y="13891"/>
                    <a:pt x="21659" y="13981"/>
                  </a:cubicBezTo>
                  <a:cubicBezTo>
                    <a:pt x="21605" y="14036"/>
                    <a:pt x="21605" y="14108"/>
                    <a:pt x="21659" y="14181"/>
                  </a:cubicBezTo>
                  <a:cubicBezTo>
                    <a:pt x="21695" y="14217"/>
                    <a:pt x="21750" y="14271"/>
                    <a:pt x="21786" y="14307"/>
                  </a:cubicBezTo>
                  <a:cubicBezTo>
                    <a:pt x="21840" y="14362"/>
                    <a:pt x="21858" y="14416"/>
                    <a:pt x="21876" y="14489"/>
                  </a:cubicBezTo>
                  <a:cubicBezTo>
                    <a:pt x="21876" y="14579"/>
                    <a:pt x="21840" y="14651"/>
                    <a:pt x="21768" y="14724"/>
                  </a:cubicBezTo>
                  <a:cubicBezTo>
                    <a:pt x="21731" y="14742"/>
                    <a:pt x="21695" y="14778"/>
                    <a:pt x="21659" y="14814"/>
                  </a:cubicBezTo>
                  <a:cubicBezTo>
                    <a:pt x="21641" y="14851"/>
                    <a:pt x="21659" y="14887"/>
                    <a:pt x="21659" y="14905"/>
                  </a:cubicBezTo>
                  <a:cubicBezTo>
                    <a:pt x="21677" y="14941"/>
                    <a:pt x="21695" y="14977"/>
                    <a:pt x="21695" y="15014"/>
                  </a:cubicBezTo>
                  <a:cubicBezTo>
                    <a:pt x="21750" y="15014"/>
                    <a:pt x="21804" y="15032"/>
                    <a:pt x="21840" y="15068"/>
                  </a:cubicBezTo>
                  <a:cubicBezTo>
                    <a:pt x="21913" y="15140"/>
                    <a:pt x="21858" y="15249"/>
                    <a:pt x="21822" y="15322"/>
                  </a:cubicBezTo>
                  <a:cubicBezTo>
                    <a:pt x="21804" y="15340"/>
                    <a:pt x="21786" y="15358"/>
                    <a:pt x="21786" y="15376"/>
                  </a:cubicBezTo>
                  <a:cubicBezTo>
                    <a:pt x="21786" y="15376"/>
                    <a:pt x="21786" y="15376"/>
                    <a:pt x="21786" y="15376"/>
                  </a:cubicBezTo>
                  <a:cubicBezTo>
                    <a:pt x="21786" y="15412"/>
                    <a:pt x="21822" y="15412"/>
                    <a:pt x="21822" y="15448"/>
                  </a:cubicBezTo>
                  <a:cubicBezTo>
                    <a:pt x="21840" y="15466"/>
                    <a:pt x="21840" y="15503"/>
                    <a:pt x="21822" y="15539"/>
                  </a:cubicBezTo>
                  <a:cubicBezTo>
                    <a:pt x="21804" y="15593"/>
                    <a:pt x="21750" y="15611"/>
                    <a:pt x="21695" y="15629"/>
                  </a:cubicBezTo>
                  <a:cubicBezTo>
                    <a:pt x="21659" y="15629"/>
                    <a:pt x="21605" y="15629"/>
                    <a:pt x="21568" y="15648"/>
                  </a:cubicBezTo>
                  <a:cubicBezTo>
                    <a:pt x="21550" y="15684"/>
                    <a:pt x="21568" y="15720"/>
                    <a:pt x="21605" y="15738"/>
                  </a:cubicBezTo>
                  <a:cubicBezTo>
                    <a:pt x="21641" y="15774"/>
                    <a:pt x="21695" y="15810"/>
                    <a:pt x="21750" y="15810"/>
                  </a:cubicBezTo>
                  <a:cubicBezTo>
                    <a:pt x="21768" y="15810"/>
                    <a:pt x="21786" y="15829"/>
                    <a:pt x="21786" y="15847"/>
                  </a:cubicBezTo>
                  <a:cubicBezTo>
                    <a:pt x="21786" y="15937"/>
                    <a:pt x="21750" y="16028"/>
                    <a:pt x="21659" y="16082"/>
                  </a:cubicBezTo>
                  <a:cubicBezTo>
                    <a:pt x="21623" y="16100"/>
                    <a:pt x="21587" y="16136"/>
                    <a:pt x="21568" y="16155"/>
                  </a:cubicBezTo>
                  <a:cubicBezTo>
                    <a:pt x="21532" y="16191"/>
                    <a:pt x="21532" y="16227"/>
                    <a:pt x="21568" y="16263"/>
                  </a:cubicBezTo>
                  <a:cubicBezTo>
                    <a:pt x="21587" y="16299"/>
                    <a:pt x="21587" y="16354"/>
                    <a:pt x="21587" y="16390"/>
                  </a:cubicBezTo>
                  <a:cubicBezTo>
                    <a:pt x="21587" y="16426"/>
                    <a:pt x="21550" y="16462"/>
                    <a:pt x="21550" y="16499"/>
                  </a:cubicBezTo>
                  <a:cubicBezTo>
                    <a:pt x="21568" y="16589"/>
                    <a:pt x="21695" y="16589"/>
                    <a:pt x="21786" y="16607"/>
                  </a:cubicBezTo>
                  <a:cubicBezTo>
                    <a:pt x="21822" y="16607"/>
                    <a:pt x="21840" y="16625"/>
                    <a:pt x="21840" y="16680"/>
                  </a:cubicBezTo>
                  <a:cubicBezTo>
                    <a:pt x="21804" y="16879"/>
                    <a:pt x="21605" y="16970"/>
                    <a:pt x="21460" y="17096"/>
                  </a:cubicBezTo>
                  <a:cubicBezTo>
                    <a:pt x="21442" y="17132"/>
                    <a:pt x="21405" y="17187"/>
                    <a:pt x="21387" y="17223"/>
                  </a:cubicBezTo>
                  <a:cubicBezTo>
                    <a:pt x="21405" y="17223"/>
                    <a:pt x="21424" y="17223"/>
                    <a:pt x="21460" y="17205"/>
                  </a:cubicBezTo>
                  <a:cubicBezTo>
                    <a:pt x="21496" y="17187"/>
                    <a:pt x="21550" y="17169"/>
                    <a:pt x="21587" y="17169"/>
                  </a:cubicBezTo>
                  <a:cubicBezTo>
                    <a:pt x="21641" y="17151"/>
                    <a:pt x="21695" y="17169"/>
                    <a:pt x="21731" y="17223"/>
                  </a:cubicBezTo>
                  <a:cubicBezTo>
                    <a:pt x="21804" y="17187"/>
                    <a:pt x="21876" y="17187"/>
                    <a:pt x="21949" y="17259"/>
                  </a:cubicBezTo>
                  <a:cubicBezTo>
                    <a:pt x="22003" y="17314"/>
                    <a:pt x="22003" y="17422"/>
                    <a:pt x="21949" y="17495"/>
                  </a:cubicBezTo>
                  <a:cubicBezTo>
                    <a:pt x="22021" y="17549"/>
                    <a:pt x="22112" y="17567"/>
                    <a:pt x="22202" y="17567"/>
                  </a:cubicBezTo>
                  <a:cubicBezTo>
                    <a:pt x="22220" y="17567"/>
                    <a:pt x="22257" y="17585"/>
                    <a:pt x="22257" y="17603"/>
                  </a:cubicBezTo>
                  <a:cubicBezTo>
                    <a:pt x="22275" y="17694"/>
                    <a:pt x="22275" y="17784"/>
                    <a:pt x="22238" y="17857"/>
                  </a:cubicBezTo>
                  <a:cubicBezTo>
                    <a:pt x="22257" y="17875"/>
                    <a:pt x="22293" y="17875"/>
                    <a:pt x="22311" y="17857"/>
                  </a:cubicBezTo>
                  <a:cubicBezTo>
                    <a:pt x="22329" y="17839"/>
                    <a:pt x="22365" y="17857"/>
                    <a:pt x="22383" y="17893"/>
                  </a:cubicBezTo>
                  <a:cubicBezTo>
                    <a:pt x="22420" y="17966"/>
                    <a:pt x="22492" y="18038"/>
                    <a:pt x="22492" y="18129"/>
                  </a:cubicBezTo>
                  <a:cubicBezTo>
                    <a:pt x="22510" y="18165"/>
                    <a:pt x="22492" y="18201"/>
                    <a:pt x="22474" y="18237"/>
                  </a:cubicBezTo>
                  <a:cubicBezTo>
                    <a:pt x="22510" y="18219"/>
                    <a:pt x="22528" y="18219"/>
                    <a:pt x="22564" y="18219"/>
                  </a:cubicBezTo>
                  <a:cubicBezTo>
                    <a:pt x="22637" y="18237"/>
                    <a:pt x="22691" y="18273"/>
                    <a:pt x="22709" y="18346"/>
                  </a:cubicBezTo>
                  <a:cubicBezTo>
                    <a:pt x="22764" y="18473"/>
                    <a:pt x="22673" y="18581"/>
                    <a:pt x="22564" y="18654"/>
                  </a:cubicBezTo>
                  <a:cubicBezTo>
                    <a:pt x="22601" y="18708"/>
                    <a:pt x="22637" y="18744"/>
                    <a:pt x="22655" y="18799"/>
                  </a:cubicBezTo>
                  <a:cubicBezTo>
                    <a:pt x="22673" y="18817"/>
                    <a:pt x="22691" y="18853"/>
                    <a:pt x="22727" y="18871"/>
                  </a:cubicBezTo>
                  <a:cubicBezTo>
                    <a:pt x="22727" y="18889"/>
                    <a:pt x="22746" y="18907"/>
                    <a:pt x="22764" y="18925"/>
                  </a:cubicBezTo>
                  <a:cubicBezTo>
                    <a:pt x="22782" y="18907"/>
                    <a:pt x="22818" y="18907"/>
                    <a:pt x="22836" y="18925"/>
                  </a:cubicBezTo>
                  <a:cubicBezTo>
                    <a:pt x="22854" y="18943"/>
                    <a:pt x="22854" y="18998"/>
                    <a:pt x="22836" y="19034"/>
                  </a:cubicBezTo>
                  <a:cubicBezTo>
                    <a:pt x="22818" y="19070"/>
                    <a:pt x="22818" y="19106"/>
                    <a:pt x="22818" y="19143"/>
                  </a:cubicBezTo>
                  <a:lnTo>
                    <a:pt x="22854" y="19143"/>
                  </a:lnTo>
                  <a:cubicBezTo>
                    <a:pt x="22909" y="19143"/>
                    <a:pt x="22927" y="19197"/>
                    <a:pt x="22909" y="19233"/>
                  </a:cubicBezTo>
                  <a:cubicBezTo>
                    <a:pt x="22890" y="19233"/>
                    <a:pt x="22890" y="19233"/>
                    <a:pt x="22890" y="19251"/>
                  </a:cubicBezTo>
                  <a:cubicBezTo>
                    <a:pt x="22836" y="19306"/>
                    <a:pt x="22890" y="19396"/>
                    <a:pt x="22963" y="19378"/>
                  </a:cubicBezTo>
                  <a:cubicBezTo>
                    <a:pt x="23072" y="19360"/>
                    <a:pt x="23090" y="19233"/>
                    <a:pt x="22999" y="19179"/>
                  </a:cubicBezTo>
                  <a:cubicBezTo>
                    <a:pt x="22963" y="19161"/>
                    <a:pt x="22963" y="19106"/>
                    <a:pt x="22999" y="19088"/>
                  </a:cubicBezTo>
                  <a:lnTo>
                    <a:pt x="23126" y="18998"/>
                  </a:lnTo>
                  <a:cubicBezTo>
                    <a:pt x="23108" y="18962"/>
                    <a:pt x="23090" y="18907"/>
                    <a:pt x="23108" y="18871"/>
                  </a:cubicBezTo>
                  <a:cubicBezTo>
                    <a:pt x="23108" y="18835"/>
                    <a:pt x="23144" y="18817"/>
                    <a:pt x="23162" y="18835"/>
                  </a:cubicBezTo>
                  <a:cubicBezTo>
                    <a:pt x="23216" y="18835"/>
                    <a:pt x="23271" y="18853"/>
                    <a:pt x="23307" y="18889"/>
                  </a:cubicBezTo>
                  <a:cubicBezTo>
                    <a:pt x="23307" y="18708"/>
                    <a:pt x="23343" y="18509"/>
                    <a:pt x="23397" y="18346"/>
                  </a:cubicBezTo>
                  <a:cubicBezTo>
                    <a:pt x="23397" y="18328"/>
                    <a:pt x="23416" y="18310"/>
                    <a:pt x="23434" y="18310"/>
                  </a:cubicBezTo>
                  <a:lnTo>
                    <a:pt x="23434" y="18310"/>
                  </a:lnTo>
                  <a:cubicBezTo>
                    <a:pt x="23488" y="18237"/>
                    <a:pt x="23579" y="18201"/>
                    <a:pt x="23669" y="18201"/>
                  </a:cubicBezTo>
                  <a:cubicBezTo>
                    <a:pt x="23760" y="18201"/>
                    <a:pt x="23868" y="18237"/>
                    <a:pt x="23941" y="18310"/>
                  </a:cubicBezTo>
                  <a:cubicBezTo>
                    <a:pt x="23959" y="18346"/>
                    <a:pt x="23977" y="18400"/>
                    <a:pt x="23977" y="18454"/>
                  </a:cubicBezTo>
                  <a:cubicBezTo>
                    <a:pt x="23995" y="18473"/>
                    <a:pt x="24031" y="18509"/>
                    <a:pt x="24049" y="18545"/>
                  </a:cubicBezTo>
                  <a:cubicBezTo>
                    <a:pt x="24086" y="18599"/>
                    <a:pt x="24086" y="18690"/>
                    <a:pt x="24049" y="18762"/>
                  </a:cubicBezTo>
                  <a:cubicBezTo>
                    <a:pt x="24013" y="18835"/>
                    <a:pt x="23959" y="18889"/>
                    <a:pt x="23977" y="18980"/>
                  </a:cubicBezTo>
                  <a:cubicBezTo>
                    <a:pt x="24013" y="19052"/>
                    <a:pt x="24104" y="19052"/>
                    <a:pt x="24140" y="19125"/>
                  </a:cubicBezTo>
                  <a:cubicBezTo>
                    <a:pt x="24176" y="19197"/>
                    <a:pt x="24176" y="19306"/>
                    <a:pt x="24140" y="19378"/>
                  </a:cubicBezTo>
                  <a:cubicBezTo>
                    <a:pt x="24104" y="19469"/>
                    <a:pt x="24068" y="19541"/>
                    <a:pt x="24049" y="19632"/>
                  </a:cubicBezTo>
                  <a:cubicBezTo>
                    <a:pt x="24013" y="19686"/>
                    <a:pt x="24013" y="19740"/>
                    <a:pt x="24031" y="19795"/>
                  </a:cubicBezTo>
                  <a:cubicBezTo>
                    <a:pt x="24049" y="19849"/>
                    <a:pt x="24086" y="19903"/>
                    <a:pt x="24140" y="19921"/>
                  </a:cubicBezTo>
                  <a:cubicBezTo>
                    <a:pt x="24231" y="19939"/>
                    <a:pt x="24303" y="20012"/>
                    <a:pt x="24285" y="20102"/>
                  </a:cubicBezTo>
                  <a:cubicBezTo>
                    <a:pt x="24267" y="20175"/>
                    <a:pt x="24231" y="20247"/>
                    <a:pt x="24158" y="20284"/>
                  </a:cubicBezTo>
                  <a:lnTo>
                    <a:pt x="24068" y="20428"/>
                  </a:lnTo>
                  <a:cubicBezTo>
                    <a:pt x="24104" y="20410"/>
                    <a:pt x="24122" y="20392"/>
                    <a:pt x="24140" y="20392"/>
                  </a:cubicBezTo>
                  <a:cubicBezTo>
                    <a:pt x="24176" y="20356"/>
                    <a:pt x="24231" y="20356"/>
                    <a:pt x="24267" y="20356"/>
                  </a:cubicBezTo>
                  <a:cubicBezTo>
                    <a:pt x="24321" y="20374"/>
                    <a:pt x="24357" y="20410"/>
                    <a:pt x="24375" y="20465"/>
                  </a:cubicBezTo>
                  <a:cubicBezTo>
                    <a:pt x="24394" y="20501"/>
                    <a:pt x="24394" y="20555"/>
                    <a:pt x="24375" y="20610"/>
                  </a:cubicBezTo>
                  <a:lnTo>
                    <a:pt x="24466" y="20646"/>
                  </a:lnTo>
                  <a:lnTo>
                    <a:pt x="24520" y="20664"/>
                  </a:lnTo>
                  <a:cubicBezTo>
                    <a:pt x="24520" y="20591"/>
                    <a:pt x="24538" y="20519"/>
                    <a:pt x="24557" y="20447"/>
                  </a:cubicBezTo>
                  <a:lnTo>
                    <a:pt x="24557" y="20410"/>
                  </a:lnTo>
                  <a:cubicBezTo>
                    <a:pt x="24557" y="20356"/>
                    <a:pt x="24629" y="20356"/>
                    <a:pt x="24665" y="20392"/>
                  </a:cubicBezTo>
                  <a:cubicBezTo>
                    <a:pt x="24738" y="20465"/>
                    <a:pt x="24864" y="20483"/>
                    <a:pt x="24937" y="20410"/>
                  </a:cubicBezTo>
                  <a:cubicBezTo>
                    <a:pt x="24973" y="20374"/>
                    <a:pt x="25045" y="20410"/>
                    <a:pt x="25045" y="20465"/>
                  </a:cubicBezTo>
                  <a:cubicBezTo>
                    <a:pt x="25045" y="20465"/>
                    <a:pt x="25045" y="20483"/>
                    <a:pt x="25045" y="20501"/>
                  </a:cubicBezTo>
                  <a:cubicBezTo>
                    <a:pt x="25045" y="20573"/>
                    <a:pt x="25027" y="20664"/>
                    <a:pt x="25009" y="20736"/>
                  </a:cubicBezTo>
                  <a:cubicBezTo>
                    <a:pt x="25064" y="20772"/>
                    <a:pt x="25100" y="20827"/>
                    <a:pt x="25100" y="20899"/>
                  </a:cubicBezTo>
                  <a:cubicBezTo>
                    <a:pt x="25100" y="20954"/>
                    <a:pt x="25082" y="21008"/>
                    <a:pt x="25064" y="21062"/>
                  </a:cubicBezTo>
                  <a:lnTo>
                    <a:pt x="25064" y="21117"/>
                  </a:lnTo>
                  <a:cubicBezTo>
                    <a:pt x="25154" y="21044"/>
                    <a:pt x="25263" y="21026"/>
                    <a:pt x="25371" y="21044"/>
                  </a:cubicBezTo>
                  <a:cubicBezTo>
                    <a:pt x="25480" y="21098"/>
                    <a:pt x="25553" y="21225"/>
                    <a:pt x="25498" y="21352"/>
                  </a:cubicBezTo>
                  <a:lnTo>
                    <a:pt x="25498" y="21352"/>
                  </a:lnTo>
                  <a:cubicBezTo>
                    <a:pt x="25534" y="21406"/>
                    <a:pt x="25589" y="21424"/>
                    <a:pt x="25661" y="21424"/>
                  </a:cubicBezTo>
                  <a:cubicBezTo>
                    <a:pt x="25716" y="21424"/>
                    <a:pt x="25770" y="21370"/>
                    <a:pt x="25824" y="21388"/>
                  </a:cubicBezTo>
                  <a:cubicBezTo>
                    <a:pt x="25915" y="21388"/>
                    <a:pt x="25969" y="21461"/>
                    <a:pt x="25969" y="21551"/>
                  </a:cubicBezTo>
                  <a:cubicBezTo>
                    <a:pt x="25969" y="21606"/>
                    <a:pt x="25969" y="21678"/>
                    <a:pt x="25933" y="21732"/>
                  </a:cubicBezTo>
                  <a:lnTo>
                    <a:pt x="0" y="15358"/>
                  </a:lnTo>
                  <a:close/>
                  <a:moveTo>
                    <a:pt x="19395" y="12696"/>
                  </a:moveTo>
                  <a:close/>
                  <a:moveTo>
                    <a:pt x="21587" y="15068"/>
                  </a:moveTo>
                  <a:close/>
                  <a:moveTo>
                    <a:pt x="19323" y="13239"/>
                  </a:moveTo>
                  <a:close/>
                  <a:moveTo>
                    <a:pt x="19305" y="12605"/>
                  </a:moveTo>
                  <a:lnTo>
                    <a:pt x="19305" y="12605"/>
                  </a:lnTo>
                  <a:close/>
                  <a:moveTo>
                    <a:pt x="15592" y="10034"/>
                  </a:moveTo>
                  <a:lnTo>
                    <a:pt x="15592" y="10034"/>
                  </a:lnTo>
                  <a:cubicBezTo>
                    <a:pt x="15592" y="10052"/>
                    <a:pt x="15610" y="10088"/>
                    <a:pt x="15647" y="10106"/>
                  </a:cubicBezTo>
                  <a:lnTo>
                    <a:pt x="15665" y="10124"/>
                  </a:lnTo>
                  <a:lnTo>
                    <a:pt x="15665" y="9852"/>
                  </a:lnTo>
                  <a:cubicBezTo>
                    <a:pt x="15647" y="9871"/>
                    <a:pt x="15629" y="9889"/>
                    <a:pt x="15629" y="9925"/>
                  </a:cubicBezTo>
                  <a:cubicBezTo>
                    <a:pt x="15610" y="9943"/>
                    <a:pt x="15574" y="9997"/>
                    <a:pt x="15574" y="10034"/>
                  </a:cubicBezTo>
                  <a:close/>
                  <a:moveTo>
                    <a:pt x="14741" y="9345"/>
                  </a:moveTo>
                  <a:lnTo>
                    <a:pt x="14741" y="9345"/>
                  </a:lnTo>
                  <a:close/>
                  <a:moveTo>
                    <a:pt x="12803" y="5198"/>
                  </a:moveTo>
                  <a:lnTo>
                    <a:pt x="12803" y="5198"/>
                  </a:lnTo>
                  <a:close/>
                  <a:moveTo>
                    <a:pt x="12260" y="4148"/>
                  </a:moveTo>
                  <a:lnTo>
                    <a:pt x="12260" y="4148"/>
                  </a:lnTo>
                  <a:cubicBezTo>
                    <a:pt x="12260" y="4148"/>
                    <a:pt x="12242" y="4148"/>
                    <a:pt x="12260" y="4148"/>
                  </a:cubicBezTo>
                  <a:close/>
                  <a:moveTo>
                    <a:pt x="761" y="4329"/>
                  </a:moveTo>
                  <a:close/>
                  <a:moveTo>
                    <a:pt x="4419" y="1576"/>
                  </a:moveTo>
                  <a:close/>
                  <a:moveTo>
                    <a:pt x="5379" y="88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76"/>
            <p:cNvSpPr/>
            <p:nvPr/>
          </p:nvSpPr>
          <p:spPr>
            <a:xfrm>
              <a:off x="-124978" y="3537944"/>
              <a:ext cx="2090037" cy="1751861"/>
            </a:xfrm>
            <a:custGeom>
              <a:rect b="b" l="l" r="r" t="t"/>
              <a:pathLst>
                <a:path extrusionOk="0" h="17639" w="21044">
                  <a:moveTo>
                    <a:pt x="20265" y="17639"/>
                  </a:moveTo>
                  <a:cubicBezTo>
                    <a:pt x="20482" y="17476"/>
                    <a:pt x="20681" y="17295"/>
                    <a:pt x="20898" y="17132"/>
                  </a:cubicBezTo>
                  <a:lnTo>
                    <a:pt x="20916" y="17132"/>
                  </a:lnTo>
                  <a:cubicBezTo>
                    <a:pt x="20989" y="17168"/>
                    <a:pt x="21043" y="17077"/>
                    <a:pt x="20971" y="17041"/>
                  </a:cubicBezTo>
                  <a:cubicBezTo>
                    <a:pt x="20971" y="17023"/>
                    <a:pt x="20953" y="17023"/>
                    <a:pt x="20953" y="17023"/>
                  </a:cubicBezTo>
                  <a:lnTo>
                    <a:pt x="20772" y="16896"/>
                  </a:lnTo>
                  <a:cubicBezTo>
                    <a:pt x="20717" y="16860"/>
                    <a:pt x="20645" y="16806"/>
                    <a:pt x="20591" y="16769"/>
                  </a:cubicBezTo>
                  <a:cubicBezTo>
                    <a:pt x="20482" y="16661"/>
                    <a:pt x="20373" y="16552"/>
                    <a:pt x="20301" y="16425"/>
                  </a:cubicBezTo>
                  <a:cubicBezTo>
                    <a:pt x="20246" y="16280"/>
                    <a:pt x="20210" y="16136"/>
                    <a:pt x="20210" y="15991"/>
                  </a:cubicBezTo>
                  <a:cubicBezTo>
                    <a:pt x="20210" y="15900"/>
                    <a:pt x="20210" y="15810"/>
                    <a:pt x="20192" y="15719"/>
                  </a:cubicBezTo>
                  <a:cubicBezTo>
                    <a:pt x="20192" y="15647"/>
                    <a:pt x="20120" y="15574"/>
                    <a:pt x="20047" y="15592"/>
                  </a:cubicBezTo>
                  <a:cubicBezTo>
                    <a:pt x="19957" y="15592"/>
                    <a:pt x="19884" y="15610"/>
                    <a:pt x="19794" y="15629"/>
                  </a:cubicBezTo>
                  <a:lnTo>
                    <a:pt x="19649" y="15665"/>
                  </a:lnTo>
                  <a:lnTo>
                    <a:pt x="19631" y="15665"/>
                  </a:lnTo>
                  <a:lnTo>
                    <a:pt x="19631" y="15393"/>
                  </a:lnTo>
                  <a:cubicBezTo>
                    <a:pt x="19631" y="15303"/>
                    <a:pt x="19594" y="15230"/>
                    <a:pt x="19522" y="15212"/>
                  </a:cubicBezTo>
                  <a:cubicBezTo>
                    <a:pt x="19468" y="15212"/>
                    <a:pt x="19432" y="15212"/>
                    <a:pt x="19395" y="15212"/>
                  </a:cubicBezTo>
                  <a:cubicBezTo>
                    <a:pt x="19377" y="15230"/>
                    <a:pt x="19359" y="15212"/>
                    <a:pt x="19359" y="15212"/>
                  </a:cubicBezTo>
                  <a:cubicBezTo>
                    <a:pt x="19323" y="15158"/>
                    <a:pt x="19305" y="15103"/>
                    <a:pt x="19323" y="15067"/>
                  </a:cubicBezTo>
                  <a:cubicBezTo>
                    <a:pt x="19359" y="14995"/>
                    <a:pt x="19395" y="14922"/>
                    <a:pt x="19413" y="14868"/>
                  </a:cubicBezTo>
                  <a:cubicBezTo>
                    <a:pt x="19450" y="14795"/>
                    <a:pt x="19450" y="14723"/>
                    <a:pt x="19432" y="14651"/>
                  </a:cubicBezTo>
                  <a:cubicBezTo>
                    <a:pt x="19395" y="14578"/>
                    <a:pt x="19323" y="14542"/>
                    <a:pt x="19250" y="14560"/>
                  </a:cubicBezTo>
                  <a:cubicBezTo>
                    <a:pt x="19178" y="14560"/>
                    <a:pt x="19142" y="14633"/>
                    <a:pt x="19087" y="14633"/>
                  </a:cubicBezTo>
                  <a:cubicBezTo>
                    <a:pt x="19033" y="14651"/>
                    <a:pt x="18961" y="14633"/>
                    <a:pt x="18924" y="14596"/>
                  </a:cubicBezTo>
                  <a:lnTo>
                    <a:pt x="18924" y="14596"/>
                  </a:lnTo>
                  <a:cubicBezTo>
                    <a:pt x="18924" y="14470"/>
                    <a:pt x="18834" y="14361"/>
                    <a:pt x="18707" y="14343"/>
                  </a:cubicBezTo>
                  <a:cubicBezTo>
                    <a:pt x="18598" y="14343"/>
                    <a:pt x="18508" y="14397"/>
                    <a:pt x="18435" y="14470"/>
                  </a:cubicBezTo>
                  <a:cubicBezTo>
                    <a:pt x="18435" y="14451"/>
                    <a:pt x="18435" y="14433"/>
                    <a:pt x="18435" y="14415"/>
                  </a:cubicBezTo>
                  <a:cubicBezTo>
                    <a:pt x="18454" y="14361"/>
                    <a:pt x="18454" y="14307"/>
                    <a:pt x="18435" y="14252"/>
                  </a:cubicBezTo>
                  <a:cubicBezTo>
                    <a:pt x="18417" y="14180"/>
                    <a:pt x="18363" y="14144"/>
                    <a:pt x="18309" y="14125"/>
                  </a:cubicBezTo>
                  <a:cubicBezTo>
                    <a:pt x="18309" y="14035"/>
                    <a:pt x="18309" y="13962"/>
                    <a:pt x="18291" y="13890"/>
                  </a:cubicBezTo>
                  <a:cubicBezTo>
                    <a:pt x="18291" y="13872"/>
                    <a:pt x="18291" y="13854"/>
                    <a:pt x="18291" y="13836"/>
                  </a:cubicBezTo>
                  <a:cubicBezTo>
                    <a:pt x="18272" y="13799"/>
                    <a:pt x="18200" y="13781"/>
                    <a:pt x="18182" y="13818"/>
                  </a:cubicBezTo>
                  <a:cubicBezTo>
                    <a:pt x="18110" y="13908"/>
                    <a:pt x="17983" y="13926"/>
                    <a:pt x="17910" y="13854"/>
                  </a:cubicBezTo>
                  <a:cubicBezTo>
                    <a:pt x="17856" y="13836"/>
                    <a:pt x="17802" y="13854"/>
                    <a:pt x="17802" y="13908"/>
                  </a:cubicBezTo>
                  <a:lnTo>
                    <a:pt x="17802" y="13962"/>
                  </a:lnTo>
                  <a:lnTo>
                    <a:pt x="17802" y="14162"/>
                  </a:lnTo>
                  <a:lnTo>
                    <a:pt x="17765" y="14162"/>
                  </a:lnTo>
                  <a:lnTo>
                    <a:pt x="17675" y="14144"/>
                  </a:lnTo>
                  <a:cubicBezTo>
                    <a:pt x="17675" y="14107"/>
                    <a:pt x="17657" y="14053"/>
                    <a:pt x="17639" y="14017"/>
                  </a:cubicBezTo>
                  <a:cubicBezTo>
                    <a:pt x="17602" y="13962"/>
                    <a:pt x="17548" y="13944"/>
                    <a:pt x="17494" y="13926"/>
                  </a:cubicBezTo>
                  <a:cubicBezTo>
                    <a:pt x="17458" y="13944"/>
                    <a:pt x="17403" y="13962"/>
                    <a:pt x="17385" y="13999"/>
                  </a:cubicBezTo>
                  <a:cubicBezTo>
                    <a:pt x="17385" y="13999"/>
                    <a:pt x="17349" y="14035"/>
                    <a:pt x="17313" y="14053"/>
                  </a:cubicBezTo>
                  <a:cubicBezTo>
                    <a:pt x="17331" y="13999"/>
                    <a:pt x="17367" y="13944"/>
                    <a:pt x="17385" y="13890"/>
                  </a:cubicBezTo>
                  <a:cubicBezTo>
                    <a:pt x="17421" y="13836"/>
                    <a:pt x="17458" y="13763"/>
                    <a:pt x="17458" y="13691"/>
                  </a:cubicBezTo>
                  <a:cubicBezTo>
                    <a:pt x="17458" y="13582"/>
                    <a:pt x="17367" y="13546"/>
                    <a:pt x="17276" y="13528"/>
                  </a:cubicBezTo>
                  <a:cubicBezTo>
                    <a:pt x="17204" y="13528"/>
                    <a:pt x="17150" y="13510"/>
                    <a:pt x="17132" y="13455"/>
                  </a:cubicBezTo>
                  <a:cubicBezTo>
                    <a:pt x="17095" y="13401"/>
                    <a:pt x="17095" y="13347"/>
                    <a:pt x="17095" y="13274"/>
                  </a:cubicBezTo>
                  <a:cubicBezTo>
                    <a:pt x="17095" y="13184"/>
                    <a:pt x="17132" y="13111"/>
                    <a:pt x="17132" y="13021"/>
                  </a:cubicBezTo>
                  <a:cubicBezTo>
                    <a:pt x="17150" y="12930"/>
                    <a:pt x="17132" y="12840"/>
                    <a:pt x="17077" y="12767"/>
                  </a:cubicBezTo>
                  <a:cubicBezTo>
                    <a:pt x="17023" y="12713"/>
                    <a:pt x="16932" y="12731"/>
                    <a:pt x="16896" y="12659"/>
                  </a:cubicBezTo>
                  <a:cubicBezTo>
                    <a:pt x="16842" y="12586"/>
                    <a:pt x="16896" y="12514"/>
                    <a:pt x="16896" y="12423"/>
                  </a:cubicBezTo>
                  <a:cubicBezTo>
                    <a:pt x="16932" y="12351"/>
                    <a:pt x="16914" y="12260"/>
                    <a:pt x="16860" y="12206"/>
                  </a:cubicBezTo>
                  <a:cubicBezTo>
                    <a:pt x="16842" y="12170"/>
                    <a:pt x="16806" y="12152"/>
                    <a:pt x="16769" y="12152"/>
                  </a:cubicBezTo>
                  <a:cubicBezTo>
                    <a:pt x="16769" y="12097"/>
                    <a:pt x="16733" y="12043"/>
                    <a:pt x="16697" y="12007"/>
                  </a:cubicBezTo>
                  <a:cubicBezTo>
                    <a:pt x="16606" y="11952"/>
                    <a:pt x="16516" y="11934"/>
                    <a:pt x="16425" y="11970"/>
                  </a:cubicBezTo>
                  <a:cubicBezTo>
                    <a:pt x="16335" y="11989"/>
                    <a:pt x="16226" y="12025"/>
                    <a:pt x="16208" y="12115"/>
                  </a:cubicBezTo>
                  <a:lnTo>
                    <a:pt x="16208" y="12115"/>
                  </a:lnTo>
                  <a:cubicBezTo>
                    <a:pt x="16190" y="12133"/>
                    <a:pt x="16190" y="12152"/>
                    <a:pt x="16190" y="12170"/>
                  </a:cubicBezTo>
                  <a:cubicBezTo>
                    <a:pt x="16172" y="12351"/>
                    <a:pt x="16172" y="12532"/>
                    <a:pt x="16226" y="12713"/>
                  </a:cubicBezTo>
                  <a:cubicBezTo>
                    <a:pt x="16172" y="12695"/>
                    <a:pt x="16136" y="12695"/>
                    <a:pt x="16081" y="12695"/>
                  </a:cubicBezTo>
                  <a:cubicBezTo>
                    <a:pt x="16045" y="12695"/>
                    <a:pt x="16027" y="12713"/>
                    <a:pt x="16027" y="12749"/>
                  </a:cubicBezTo>
                  <a:cubicBezTo>
                    <a:pt x="16027" y="12785"/>
                    <a:pt x="16045" y="12840"/>
                    <a:pt x="16081" y="12858"/>
                  </a:cubicBezTo>
                  <a:lnTo>
                    <a:pt x="15973" y="12985"/>
                  </a:lnTo>
                  <a:cubicBezTo>
                    <a:pt x="15936" y="13021"/>
                    <a:pt x="15954" y="13075"/>
                    <a:pt x="15991" y="13075"/>
                  </a:cubicBezTo>
                  <a:cubicBezTo>
                    <a:pt x="16099" y="13093"/>
                    <a:pt x="16117" y="13238"/>
                    <a:pt x="16009" y="13274"/>
                  </a:cubicBezTo>
                  <a:cubicBezTo>
                    <a:pt x="15936" y="13311"/>
                    <a:pt x="15864" y="13238"/>
                    <a:pt x="15900" y="13166"/>
                  </a:cubicBezTo>
                  <a:cubicBezTo>
                    <a:pt x="15900" y="13166"/>
                    <a:pt x="15918" y="13148"/>
                    <a:pt x="15918" y="13148"/>
                  </a:cubicBezTo>
                  <a:cubicBezTo>
                    <a:pt x="15936" y="13129"/>
                    <a:pt x="15936" y="13111"/>
                    <a:pt x="15918" y="13075"/>
                  </a:cubicBezTo>
                  <a:cubicBezTo>
                    <a:pt x="15900" y="13075"/>
                    <a:pt x="15864" y="13075"/>
                    <a:pt x="15846" y="13075"/>
                  </a:cubicBezTo>
                  <a:lnTo>
                    <a:pt x="15828" y="13093"/>
                  </a:lnTo>
                  <a:cubicBezTo>
                    <a:pt x="15810" y="13057"/>
                    <a:pt x="15810" y="13021"/>
                    <a:pt x="15828" y="12985"/>
                  </a:cubicBezTo>
                  <a:cubicBezTo>
                    <a:pt x="15846" y="12948"/>
                    <a:pt x="15828" y="12894"/>
                    <a:pt x="15791" y="12876"/>
                  </a:cubicBezTo>
                  <a:cubicBezTo>
                    <a:pt x="15773" y="12858"/>
                    <a:pt x="15737" y="12876"/>
                    <a:pt x="15719" y="12912"/>
                  </a:cubicBezTo>
                  <a:cubicBezTo>
                    <a:pt x="15701" y="12894"/>
                    <a:pt x="15683" y="12876"/>
                    <a:pt x="15683" y="12858"/>
                  </a:cubicBezTo>
                  <a:cubicBezTo>
                    <a:pt x="15665" y="12858"/>
                    <a:pt x="15629" y="12822"/>
                    <a:pt x="15592" y="12803"/>
                  </a:cubicBezTo>
                  <a:cubicBezTo>
                    <a:pt x="15556" y="12767"/>
                    <a:pt x="15520" y="12731"/>
                    <a:pt x="15484" y="12695"/>
                  </a:cubicBezTo>
                  <a:cubicBezTo>
                    <a:pt x="15574" y="12604"/>
                    <a:pt x="15610" y="12459"/>
                    <a:pt x="15538" y="12351"/>
                  </a:cubicBezTo>
                  <a:cubicBezTo>
                    <a:pt x="15502" y="12296"/>
                    <a:pt x="15447" y="12260"/>
                    <a:pt x="15375" y="12260"/>
                  </a:cubicBezTo>
                  <a:cubicBezTo>
                    <a:pt x="15339" y="12278"/>
                    <a:pt x="15303" y="12296"/>
                    <a:pt x="15284" y="12314"/>
                  </a:cubicBezTo>
                  <a:cubicBezTo>
                    <a:pt x="15303" y="12278"/>
                    <a:pt x="15303" y="12224"/>
                    <a:pt x="15284" y="12188"/>
                  </a:cubicBezTo>
                  <a:cubicBezTo>
                    <a:pt x="15248" y="12097"/>
                    <a:pt x="15176" y="12061"/>
                    <a:pt x="15121" y="11989"/>
                  </a:cubicBezTo>
                  <a:cubicBezTo>
                    <a:pt x="15103" y="11952"/>
                    <a:pt x="15067" y="11952"/>
                    <a:pt x="15031" y="11970"/>
                  </a:cubicBezTo>
                  <a:cubicBezTo>
                    <a:pt x="15013" y="11989"/>
                    <a:pt x="14995" y="12007"/>
                    <a:pt x="14958" y="11989"/>
                  </a:cubicBezTo>
                  <a:cubicBezTo>
                    <a:pt x="14977" y="11898"/>
                    <a:pt x="14958" y="11807"/>
                    <a:pt x="14922" y="11735"/>
                  </a:cubicBezTo>
                  <a:cubicBezTo>
                    <a:pt x="14904" y="11717"/>
                    <a:pt x="14886" y="11717"/>
                    <a:pt x="14868" y="11717"/>
                  </a:cubicBezTo>
                  <a:cubicBezTo>
                    <a:pt x="14777" y="11735"/>
                    <a:pt x="14687" y="11735"/>
                    <a:pt x="14596" y="11717"/>
                  </a:cubicBezTo>
                  <a:cubicBezTo>
                    <a:pt x="14632" y="11626"/>
                    <a:pt x="14596" y="11536"/>
                    <a:pt x="14524" y="11481"/>
                  </a:cubicBezTo>
                  <a:cubicBezTo>
                    <a:pt x="14451" y="11427"/>
                    <a:pt x="14361" y="11445"/>
                    <a:pt x="14307" y="11500"/>
                  </a:cubicBezTo>
                  <a:cubicBezTo>
                    <a:pt x="14270" y="11463"/>
                    <a:pt x="14216" y="11445"/>
                    <a:pt x="14162" y="11481"/>
                  </a:cubicBezTo>
                  <a:cubicBezTo>
                    <a:pt x="14125" y="11500"/>
                    <a:pt x="14071" y="11518"/>
                    <a:pt x="14035" y="11554"/>
                  </a:cubicBezTo>
                  <a:cubicBezTo>
                    <a:pt x="14017" y="11572"/>
                    <a:pt x="13999" y="11572"/>
                    <a:pt x="13981" y="11572"/>
                  </a:cubicBezTo>
                  <a:cubicBezTo>
                    <a:pt x="13999" y="11536"/>
                    <a:pt x="13999" y="11481"/>
                    <a:pt x="14035" y="11445"/>
                  </a:cubicBezTo>
                  <a:cubicBezTo>
                    <a:pt x="14125" y="11282"/>
                    <a:pt x="14307" y="11137"/>
                    <a:pt x="14288" y="10938"/>
                  </a:cubicBezTo>
                  <a:cubicBezTo>
                    <a:pt x="14288" y="10902"/>
                    <a:pt x="14252" y="10884"/>
                    <a:pt x="14216" y="10884"/>
                  </a:cubicBezTo>
                  <a:cubicBezTo>
                    <a:pt x="14144" y="10902"/>
                    <a:pt x="14017" y="10920"/>
                    <a:pt x="13962" y="10848"/>
                  </a:cubicBezTo>
                  <a:cubicBezTo>
                    <a:pt x="13944" y="10811"/>
                    <a:pt x="13962" y="10757"/>
                    <a:pt x="13962" y="10721"/>
                  </a:cubicBezTo>
                  <a:cubicBezTo>
                    <a:pt x="13962" y="10685"/>
                    <a:pt x="13944" y="10630"/>
                    <a:pt x="13908" y="10612"/>
                  </a:cubicBezTo>
                  <a:cubicBezTo>
                    <a:pt x="13890" y="10576"/>
                    <a:pt x="13872" y="10540"/>
                    <a:pt x="13890" y="10504"/>
                  </a:cubicBezTo>
                  <a:cubicBezTo>
                    <a:pt x="13908" y="10467"/>
                    <a:pt x="13944" y="10431"/>
                    <a:pt x="13962" y="10395"/>
                  </a:cubicBezTo>
                  <a:cubicBezTo>
                    <a:pt x="14035" y="10341"/>
                    <a:pt x="14071" y="10232"/>
                    <a:pt x="14035" y="10141"/>
                  </a:cubicBezTo>
                  <a:cubicBezTo>
                    <a:pt x="14035" y="10123"/>
                    <a:pt x="14017" y="10123"/>
                    <a:pt x="13999" y="10123"/>
                  </a:cubicBezTo>
                  <a:cubicBezTo>
                    <a:pt x="13926" y="10123"/>
                    <a:pt x="13872" y="10123"/>
                    <a:pt x="13818" y="10087"/>
                  </a:cubicBezTo>
                  <a:cubicBezTo>
                    <a:pt x="13799" y="10069"/>
                    <a:pt x="13781" y="10033"/>
                    <a:pt x="13781" y="10015"/>
                  </a:cubicBezTo>
                  <a:cubicBezTo>
                    <a:pt x="13799" y="9978"/>
                    <a:pt x="13872" y="9960"/>
                    <a:pt x="13890" y="9960"/>
                  </a:cubicBezTo>
                  <a:cubicBezTo>
                    <a:pt x="13944" y="9924"/>
                    <a:pt x="13981" y="9888"/>
                    <a:pt x="13999" y="9833"/>
                  </a:cubicBezTo>
                  <a:cubicBezTo>
                    <a:pt x="13999" y="9797"/>
                    <a:pt x="13999" y="9761"/>
                    <a:pt x="13981" y="9743"/>
                  </a:cubicBezTo>
                  <a:cubicBezTo>
                    <a:pt x="13962" y="9725"/>
                    <a:pt x="13944" y="9707"/>
                    <a:pt x="13926" y="9689"/>
                  </a:cubicBezTo>
                  <a:cubicBezTo>
                    <a:pt x="13926" y="9689"/>
                    <a:pt x="13926" y="9689"/>
                    <a:pt x="13926" y="9671"/>
                  </a:cubicBezTo>
                  <a:cubicBezTo>
                    <a:pt x="13926" y="9652"/>
                    <a:pt x="13926" y="9634"/>
                    <a:pt x="13944" y="9616"/>
                  </a:cubicBezTo>
                  <a:cubicBezTo>
                    <a:pt x="13962" y="9544"/>
                    <a:pt x="13999" y="9435"/>
                    <a:pt x="13890" y="9381"/>
                  </a:cubicBezTo>
                  <a:cubicBezTo>
                    <a:pt x="13854" y="9345"/>
                    <a:pt x="13799" y="9345"/>
                    <a:pt x="13745" y="9363"/>
                  </a:cubicBezTo>
                  <a:cubicBezTo>
                    <a:pt x="13745" y="9326"/>
                    <a:pt x="13727" y="9290"/>
                    <a:pt x="13691" y="9272"/>
                  </a:cubicBezTo>
                  <a:cubicBezTo>
                    <a:pt x="13673" y="9236"/>
                    <a:pt x="13655" y="9200"/>
                    <a:pt x="13655" y="9163"/>
                  </a:cubicBezTo>
                  <a:cubicBezTo>
                    <a:pt x="13691" y="9127"/>
                    <a:pt x="13709" y="9091"/>
                    <a:pt x="13745" y="9055"/>
                  </a:cubicBezTo>
                  <a:cubicBezTo>
                    <a:pt x="13799" y="8982"/>
                    <a:pt x="13818" y="8892"/>
                    <a:pt x="13781" y="8801"/>
                  </a:cubicBezTo>
                  <a:cubicBezTo>
                    <a:pt x="13763" y="8729"/>
                    <a:pt x="13709" y="8693"/>
                    <a:pt x="13655" y="8656"/>
                  </a:cubicBezTo>
                  <a:cubicBezTo>
                    <a:pt x="13600" y="8602"/>
                    <a:pt x="13546" y="8584"/>
                    <a:pt x="13492" y="8548"/>
                  </a:cubicBezTo>
                  <a:cubicBezTo>
                    <a:pt x="13437" y="8493"/>
                    <a:pt x="13419" y="8421"/>
                    <a:pt x="13437" y="8367"/>
                  </a:cubicBezTo>
                  <a:cubicBezTo>
                    <a:pt x="13473" y="8276"/>
                    <a:pt x="13473" y="8167"/>
                    <a:pt x="13455" y="8077"/>
                  </a:cubicBezTo>
                  <a:cubicBezTo>
                    <a:pt x="13437" y="8041"/>
                    <a:pt x="13419" y="8004"/>
                    <a:pt x="13383" y="7968"/>
                  </a:cubicBezTo>
                  <a:cubicBezTo>
                    <a:pt x="13347" y="7950"/>
                    <a:pt x="13292" y="7950"/>
                    <a:pt x="13274" y="7914"/>
                  </a:cubicBezTo>
                  <a:cubicBezTo>
                    <a:pt x="13238" y="7841"/>
                    <a:pt x="13274" y="7751"/>
                    <a:pt x="13310" y="7678"/>
                  </a:cubicBezTo>
                  <a:cubicBezTo>
                    <a:pt x="13329" y="7588"/>
                    <a:pt x="13310" y="7497"/>
                    <a:pt x="13274" y="7407"/>
                  </a:cubicBezTo>
                  <a:cubicBezTo>
                    <a:pt x="13184" y="7244"/>
                    <a:pt x="12985" y="7190"/>
                    <a:pt x="12822" y="7298"/>
                  </a:cubicBezTo>
                  <a:cubicBezTo>
                    <a:pt x="12749" y="7334"/>
                    <a:pt x="12713" y="7425"/>
                    <a:pt x="12713" y="7497"/>
                  </a:cubicBezTo>
                  <a:cubicBezTo>
                    <a:pt x="12695" y="7552"/>
                    <a:pt x="12713" y="7606"/>
                    <a:pt x="12749" y="7660"/>
                  </a:cubicBezTo>
                  <a:cubicBezTo>
                    <a:pt x="12749" y="7678"/>
                    <a:pt x="12767" y="7697"/>
                    <a:pt x="12785" y="7715"/>
                  </a:cubicBez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cubicBezTo>
                    <a:pt x="12767" y="7751"/>
                    <a:pt x="12749" y="7751"/>
                    <a:pt x="12749" y="7769"/>
                  </a:cubicBezTo>
                  <a:cubicBezTo>
                    <a:pt x="12713" y="7787"/>
                    <a:pt x="12695" y="7805"/>
                    <a:pt x="12677" y="7823"/>
                  </a:cubicBezTo>
                  <a:cubicBezTo>
                    <a:pt x="12604" y="7896"/>
                    <a:pt x="12586" y="7968"/>
                    <a:pt x="12604" y="8059"/>
                  </a:cubicBezTo>
                  <a:cubicBezTo>
                    <a:pt x="12604" y="8095"/>
                    <a:pt x="12604" y="8131"/>
                    <a:pt x="12604" y="8167"/>
                  </a:cubicBezTo>
                  <a:cubicBezTo>
                    <a:pt x="12586" y="8186"/>
                    <a:pt x="12550" y="8204"/>
                    <a:pt x="12532" y="8222"/>
                  </a:cubicBezTo>
                  <a:cubicBezTo>
                    <a:pt x="12459" y="8240"/>
                    <a:pt x="12387" y="8276"/>
                    <a:pt x="12333" y="8330"/>
                  </a:cubicBezTo>
                  <a:cubicBezTo>
                    <a:pt x="12278" y="8367"/>
                    <a:pt x="12242" y="8421"/>
                    <a:pt x="12206" y="8493"/>
                  </a:cubicBezTo>
                  <a:cubicBezTo>
                    <a:pt x="12188" y="8511"/>
                    <a:pt x="12170" y="8530"/>
                    <a:pt x="12151" y="8548"/>
                  </a:cubicBezTo>
                  <a:lnTo>
                    <a:pt x="12133" y="8566"/>
                  </a:lnTo>
                  <a:lnTo>
                    <a:pt x="12097" y="8566"/>
                  </a:lnTo>
                  <a:cubicBezTo>
                    <a:pt x="12061" y="8566"/>
                    <a:pt x="12007" y="8620"/>
                    <a:pt x="12043" y="8674"/>
                  </a:cubicBezTo>
                  <a:cubicBezTo>
                    <a:pt x="12079" y="8711"/>
                    <a:pt x="12115" y="8747"/>
                    <a:pt x="12097" y="8801"/>
                  </a:cubicBezTo>
                  <a:cubicBezTo>
                    <a:pt x="12079" y="8837"/>
                    <a:pt x="12061" y="8837"/>
                    <a:pt x="12061" y="8856"/>
                  </a:cubicBezTo>
                  <a:cubicBezTo>
                    <a:pt x="12043" y="8892"/>
                    <a:pt x="12043" y="8910"/>
                    <a:pt x="12025" y="8946"/>
                  </a:cubicBezTo>
                  <a:cubicBezTo>
                    <a:pt x="12025" y="9037"/>
                    <a:pt x="12025" y="9127"/>
                    <a:pt x="11988" y="9200"/>
                  </a:cubicBezTo>
                  <a:cubicBezTo>
                    <a:pt x="11988" y="9218"/>
                    <a:pt x="11970" y="9218"/>
                    <a:pt x="11970" y="9236"/>
                  </a:cubicBezTo>
                  <a:lnTo>
                    <a:pt x="11952" y="9236"/>
                  </a:lnTo>
                  <a:lnTo>
                    <a:pt x="11934" y="9236"/>
                  </a:lnTo>
                  <a:lnTo>
                    <a:pt x="11916" y="9236"/>
                  </a:lnTo>
                  <a:lnTo>
                    <a:pt x="11898" y="9236"/>
                  </a:lnTo>
                  <a:lnTo>
                    <a:pt x="11880" y="9236"/>
                  </a:lnTo>
                  <a:cubicBezTo>
                    <a:pt x="11789" y="9182"/>
                    <a:pt x="11699" y="9073"/>
                    <a:pt x="11590" y="9073"/>
                  </a:cubicBezTo>
                  <a:lnTo>
                    <a:pt x="11572" y="9073"/>
                  </a:lnTo>
                  <a:cubicBezTo>
                    <a:pt x="11554" y="9073"/>
                    <a:pt x="11536" y="9073"/>
                    <a:pt x="11518" y="9073"/>
                  </a:cubicBezTo>
                  <a:lnTo>
                    <a:pt x="11391" y="9037"/>
                  </a:lnTo>
                  <a:lnTo>
                    <a:pt x="11246" y="9019"/>
                  </a:lnTo>
                  <a:cubicBezTo>
                    <a:pt x="11318" y="8946"/>
                    <a:pt x="11337" y="8856"/>
                    <a:pt x="11337" y="8747"/>
                  </a:cubicBezTo>
                  <a:cubicBezTo>
                    <a:pt x="11337" y="8656"/>
                    <a:pt x="11282" y="8584"/>
                    <a:pt x="11210" y="8548"/>
                  </a:cubicBezTo>
                  <a:cubicBezTo>
                    <a:pt x="11210" y="8511"/>
                    <a:pt x="11228" y="8493"/>
                    <a:pt x="11228" y="8457"/>
                  </a:cubicBezTo>
                  <a:cubicBezTo>
                    <a:pt x="11228" y="8385"/>
                    <a:pt x="11210" y="8330"/>
                    <a:pt x="11192" y="8258"/>
                  </a:cubicBezTo>
                  <a:cubicBezTo>
                    <a:pt x="11192" y="8204"/>
                    <a:pt x="11174" y="8149"/>
                    <a:pt x="11137" y="8095"/>
                  </a:cubicBezTo>
                  <a:cubicBezTo>
                    <a:pt x="11119" y="8077"/>
                    <a:pt x="11101" y="8041"/>
                    <a:pt x="11065" y="8023"/>
                  </a:cubicBezTo>
                  <a:cubicBezTo>
                    <a:pt x="11029" y="8023"/>
                    <a:pt x="10992" y="8023"/>
                    <a:pt x="10956" y="8023"/>
                  </a:cubicBezTo>
                  <a:cubicBezTo>
                    <a:pt x="10938" y="8041"/>
                    <a:pt x="10902" y="8023"/>
                    <a:pt x="10884" y="7986"/>
                  </a:cubicBezTo>
                  <a:cubicBezTo>
                    <a:pt x="10866" y="7950"/>
                    <a:pt x="10884" y="7932"/>
                    <a:pt x="10920" y="7896"/>
                  </a:cubicBezTo>
                  <a:cubicBezTo>
                    <a:pt x="10956" y="7860"/>
                    <a:pt x="11011" y="7823"/>
                    <a:pt x="11047" y="7787"/>
                  </a:cubicBezTo>
                  <a:cubicBezTo>
                    <a:pt x="11083" y="7751"/>
                    <a:pt x="11101" y="7697"/>
                    <a:pt x="11101" y="7624"/>
                  </a:cubicBezTo>
                  <a:cubicBezTo>
                    <a:pt x="11083" y="7570"/>
                    <a:pt x="11047" y="7534"/>
                    <a:pt x="10992" y="7515"/>
                  </a:cubicBezTo>
                  <a:cubicBezTo>
                    <a:pt x="10956" y="7515"/>
                    <a:pt x="10938" y="7515"/>
                    <a:pt x="10902" y="7515"/>
                  </a:cubicBezTo>
                  <a:lnTo>
                    <a:pt x="10884" y="7534"/>
                  </a:lnTo>
                  <a:cubicBezTo>
                    <a:pt x="10866" y="7534"/>
                    <a:pt x="10866" y="7515"/>
                    <a:pt x="10866" y="7515"/>
                  </a:cubicBezTo>
                  <a:cubicBezTo>
                    <a:pt x="10848" y="7497"/>
                    <a:pt x="10848" y="7479"/>
                    <a:pt x="10848" y="7461"/>
                  </a:cubicBezTo>
                  <a:cubicBezTo>
                    <a:pt x="10829" y="7407"/>
                    <a:pt x="10829" y="7371"/>
                    <a:pt x="10848" y="7334"/>
                  </a:cubicBezTo>
                  <a:cubicBezTo>
                    <a:pt x="10884" y="7244"/>
                    <a:pt x="10974" y="7190"/>
                    <a:pt x="11047" y="7135"/>
                  </a:cubicBezTo>
                  <a:cubicBezTo>
                    <a:pt x="11137" y="7081"/>
                    <a:pt x="11174" y="6972"/>
                    <a:pt x="11155" y="6882"/>
                  </a:cubicBezTo>
                  <a:cubicBezTo>
                    <a:pt x="11137" y="6791"/>
                    <a:pt x="11047" y="6737"/>
                    <a:pt x="10974" y="6682"/>
                  </a:cubicBezTo>
                  <a:cubicBezTo>
                    <a:pt x="10938" y="6682"/>
                    <a:pt x="10920" y="6664"/>
                    <a:pt x="10920" y="6628"/>
                  </a:cubicBezTo>
                  <a:cubicBezTo>
                    <a:pt x="10920" y="6592"/>
                    <a:pt x="10938" y="6556"/>
                    <a:pt x="10956" y="6519"/>
                  </a:cubicBezTo>
                  <a:cubicBezTo>
                    <a:pt x="10992" y="6447"/>
                    <a:pt x="10974" y="6356"/>
                    <a:pt x="10902" y="6302"/>
                  </a:cubicBezTo>
                  <a:cubicBezTo>
                    <a:pt x="10829" y="6266"/>
                    <a:pt x="10757" y="6248"/>
                    <a:pt x="10667" y="6284"/>
                  </a:cubicBezTo>
                  <a:cubicBezTo>
                    <a:pt x="10630" y="6284"/>
                    <a:pt x="10576" y="6302"/>
                    <a:pt x="10522" y="6320"/>
                  </a:cubicBezTo>
                  <a:cubicBezTo>
                    <a:pt x="10467" y="6338"/>
                    <a:pt x="10431" y="6356"/>
                    <a:pt x="10377" y="6375"/>
                  </a:cubicBezTo>
                  <a:cubicBezTo>
                    <a:pt x="10341" y="6411"/>
                    <a:pt x="10322" y="6447"/>
                    <a:pt x="10341" y="6501"/>
                  </a:cubicBezTo>
                  <a:cubicBezTo>
                    <a:pt x="10341" y="6519"/>
                    <a:pt x="10341" y="6556"/>
                    <a:pt x="10322" y="6574"/>
                  </a:cubicBezTo>
                  <a:cubicBezTo>
                    <a:pt x="10304" y="6592"/>
                    <a:pt x="10268" y="6610"/>
                    <a:pt x="10232" y="6610"/>
                  </a:cubicBezTo>
                  <a:cubicBezTo>
                    <a:pt x="10214" y="6592"/>
                    <a:pt x="10196" y="6592"/>
                    <a:pt x="10178" y="6592"/>
                  </a:cubicBezTo>
                  <a:lnTo>
                    <a:pt x="10178" y="6592"/>
                  </a:lnTo>
                  <a:cubicBezTo>
                    <a:pt x="10159" y="6592"/>
                    <a:pt x="10141" y="6592"/>
                    <a:pt x="10141" y="6592"/>
                  </a:cubicBezTo>
                  <a:lnTo>
                    <a:pt x="10141" y="6592"/>
                  </a:lnTo>
                  <a:cubicBezTo>
                    <a:pt x="10123" y="6556"/>
                    <a:pt x="10123" y="6519"/>
                    <a:pt x="10123" y="6483"/>
                  </a:cubicBezTo>
                  <a:cubicBezTo>
                    <a:pt x="10141" y="6411"/>
                    <a:pt x="10105" y="6338"/>
                    <a:pt x="10051" y="6284"/>
                  </a:cubicBezTo>
                  <a:cubicBezTo>
                    <a:pt x="10015" y="6266"/>
                    <a:pt x="9978" y="6266"/>
                    <a:pt x="9942" y="6266"/>
                  </a:cubicBezTo>
                  <a:lnTo>
                    <a:pt x="9942" y="6266"/>
                  </a:lnTo>
                  <a:cubicBezTo>
                    <a:pt x="9942" y="6248"/>
                    <a:pt x="9942" y="6248"/>
                    <a:pt x="9942" y="6248"/>
                  </a:cubicBezTo>
                  <a:cubicBezTo>
                    <a:pt x="9942" y="6248"/>
                    <a:pt x="9942" y="6230"/>
                    <a:pt x="9942" y="6212"/>
                  </a:cubicBezTo>
                  <a:cubicBezTo>
                    <a:pt x="9960" y="6157"/>
                    <a:pt x="9996" y="6103"/>
                    <a:pt x="10015" y="6049"/>
                  </a:cubicBezTo>
                  <a:cubicBezTo>
                    <a:pt x="10033" y="5994"/>
                    <a:pt x="10015" y="5922"/>
                    <a:pt x="9960" y="5886"/>
                  </a:cubicBezTo>
                  <a:cubicBezTo>
                    <a:pt x="9924" y="5849"/>
                    <a:pt x="9888" y="5849"/>
                    <a:pt x="9852" y="5849"/>
                  </a:cubicBezTo>
                  <a:lnTo>
                    <a:pt x="9833" y="5849"/>
                  </a:lnTo>
                  <a:lnTo>
                    <a:pt x="9833" y="5849"/>
                  </a:lnTo>
                  <a:lnTo>
                    <a:pt x="9833" y="5849"/>
                  </a:lnTo>
                  <a:cubicBezTo>
                    <a:pt x="9815" y="5813"/>
                    <a:pt x="9797" y="5759"/>
                    <a:pt x="9779" y="5723"/>
                  </a:cubicBezTo>
                  <a:cubicBezTo>
                    <a:pt x="9743" y="5668"/>
                    <a:pt x="9689" y="5632"/>
                    <a:pt x="9616" y="5632"/>
                  </a:cubicBezTo>
                  <a:cubicBezTo>
                    <a:pt x="9580" y="5632"/>
                    <a:pt x="9544" y="5650"/>
                    <a:pt x="9526" y="5632"/>
                  </a:cubicBezTo>
                  <a:cubicBezTo>
                    <a:pt x="9507" y="5632"/>
                    <a:pt x="9489" y="5614"/>
                    <a:pt x="9471" y="5596"/>
                  </a:cubicBezTo>
                  <a:cubicBezTo>
                    <a:pt x="9453" y="5560"/>
                    <a:pt x="9435" y="5487"/>
                    <a:pt x="9435" y="5433"/>
                  </a:cubicBezTo>
                  <a:cubicBezTo>
                    <a:pt x="9453" y="5288"/>
                    <a:pt x="9381" y="5161"/>
                    <a:pt x="9272" y="5089"/>
                  </a:cubicBezTo>
                  <a:cubicBezTo>
                    <a:pt x="9163" y="5034"/>
                    <a:pt x="9037" y="5053"/>
                    <a:pt x="8946" y="5125"/>
                  </a:cubicBezTo>
                  <a:cubicBezTo>
                    <a:pt x="8928" y="5143"/>
                    <a:pt x="8892" y="5179"/>
                    <a:pt x="8892" y="5197"/>
                  </a:cubicBezTo>
                  <a:cubicBezTo>
                    <a:pt x="8874" y="5234"/>
                    <a:pt x="8856" y="5252"/>
                    <a:pt x="8837" y="5270"/>
                  </a:cubicBezTo>
                  <a:cubicBezTo>
                    <a:pt x="8801" y="5288"/>
                    <a:pt x="8783" y="5306"/>
                    <a:pt x="8747" y="5324"/>
                  </a:cubicBezTo>
                  <a:cubicBezTo>
                    <a:pt x="8729" y="5360"/>
                    <a:pt x="8711" y="5379"/>
                    <a:pt x="8711" y="5415"/>
                  </a:cubicBezTo>
                  <a:lnTo>
                    <a:pt x="8711" y="5596"/>
                  </a:lnTo>
                  <a:cubicBezTo>
                    <a:pt x="8711" y="5614"/>
                    <a:pt x="8693" y="5650"/>
                    <a:pt x="8674" y="5668"/>
                  </a:cubicBezTo>
                  <a:cubicBezTo>
                    <a:pt x="8656" y="5686"/>
                    <a:pt x="8638" y="5741"/>
                    <a:pt x="8656" y="5777"/>
                  </a:cubicBezTo>
                  <a:cubicBezTo>
                    <a:pt x="8656" y="5795"/>
                    <a:pt x="8674" y="5831"/>
                    <a:pt x="8693" y="5868"/>
                  </a:cubicBezTo>
                  <a:cubicBezTo>
                    <a:pt x="8693" y="5886"/>
                    <a:pt x="8693" y="5904"/>
                    <a:pt x="8693" y="5922"/>
                  </a:cubicBezTo>
                  <a:cubicBezTo>
                    <a:pt x="8656" y="5958"/>
                    <a:pt x="8602" y="5976"/>
                    <a:pt x="8566" y="5994"/>
                  </a:cubicBezTo>
                  <a:cubicBezTo>
                    <a:pt x="8530" y="5994"/>
                    <a:pt x="8511" y="6030"/>
                    <a:pt x="8530" y="6067"/>
                  </a:cubicBezTo>
                  <a:cubicBezTo>
                    <a:pt x="8584" y="6139"/>
                    <a:pt x="8620" y="6230"/>
                    <a:pt x="8638" y="6338"/>
                  </a:cubicBezTo>
                  <a:cubicBezTo>
                    <a:pt x="8638" y="6356"/>
                    <a:pt x="8638" y="6393"/>
                    <a:pt x="8602" y="6393"/>
                  </a:cubicBezTo>
                  <a:cubicBezTo>
                    <a:pt x="8566" y="6393"/>
                    <a:pt x="8530" y="6411"/>
                    <a:pt x="8493" y="6429"/>
                  </a:cubicBezTo>
                  <a:cubicBezTo>
                    <a:pt x="8439" y="6465"/>
                    <a:pt x="8385" y="6538"/>
                    <a:pt x="8367" y="6610"/>
                  </a:cubicBezTo>
                  <a:cubicBezTo>
                    <a:pt x="8330" y="6646"/>
                    <a:pt x="8294" y="6682"/>
                    <a:pt x="8258" y="6701"/>
                  </a:cubicBezTo>
                  <a:cubicBezTo>
                    <a:pt x="8240" y="6664"/>
                    <a:pt x="8222" y="6610"/>
                    <a:pt x="8204" y="6574"/>
                  </a:cubicBezTo>
                  <a:cubicBezTo>
                    <a:pt x="8240" y="6465"/>
                    <a:pt x="8240" y="6356"/>
                    <a:pt x="8222" y="6230"/>
                  </a:cubicBezTo>
                  <a:cubicBezTo>
                    <a:pt x="8204" y="6212"/>
                    <a:pt x="8167" y="6175"/>
                    <a:pt x="8131" y="6193"/>
                  </a:cubicBezTo>
                  <a:cubicBezTo>
                    <a:pt x="8077" y="6212"/>
                    <a:pt x="8004" y="6212"/>
                    <a:pt x="7950" y="6193"/>
                  </a:cubicBezTo>
                  <a:cubicBezTo>
                    <a:pt x="7914" y="6175"/>
                    <a:pt x="7878" y="6139"/>
                    <a:pt x="7896" y="6103"/>
                  </a:cubicBezTo>
                  <a:cubicBezTo>
                    <a:pt x="7896" y="6067"/>
                    <a:pt x="7914" y="6049"/>
                    <a:pt x="7932" y="6030"/>
                  </a:cubicBezTo>
                  <a:cubicBezTo>
                    <a:pt x="7932" y="6012"/>
                    <a:pt x="7950" y="5976"/>
                    <a:pt x="7950" y="5958"/>
                  </a:cubicBezTo>
                  <a:cubicBezTo>
                    <a:pt x="7950" y="5904"/>
                    <a:pt x="7932" y="5868"/>
                    <a:pt x="7896" y="5831"/>
                  </a:cubicBezTo>
                  <a:cubicBezTo>
                    <a:pt x="7860" y="5777"/>
                    <a:pt x="7769" y="5759"/>
                    <a:pt x="7733" y="5705"/>
                  </a:cubicBezTo>
                  <a:cubicBezTo>
                    <a:pt x="7697" y="5632"/>
                    <a:pt x="7715" y="5596"/>
                    <a:pt x="7697" y="5560"/>
                  </a:cubicBezTo>
                  <a:cubicBezTo>
                    <a:pt x="7697" y="5505"/>
                    <a:pt x="7660" y="5469"/>
                    <a:pt x="7606" y="5433"/>
                  </a:cubicBezTo>
                  <a:cubicBezTo>
                    <a:pt x="7552" y="5397"/>
                    <a:pt x="7479" y="5397"/>
                    <a:pt x="7425" y="5415"/>
                  </a:cubicBezTo>
                  <a:cubicBezTo>
                    <a:pt x="7425" y="5360"/>
                    <a:pt x="7389" y="5306"/>
                    <a:pt x="7352" y="5270"/>
                  </a:cubicBezTo>
                  <a:cubicBezTo>
                    <a:pt x="7280" y="5216"/>
                    <a:pt x="7171" y="5179"/>
                    <a:pt x="7081" y="5179"/>
                  </a:cubicBezTo>
                  <a:cubicBezTo>
                    <a:pt x="7045" y="5179"/>
                    <a:pt x="7008" y="5216"/>
                    <a:pt x="7026" y="5252"/>
                  </a:cubicBezTo>
                  <a:lnTo>
                    <a:pt x="7026" y="5252"/>
                  </a:lnTo>
                  <a:cubicBezTo>
                    <a:pt x="7008" y="5270"/>
                    <a:pt x="7008" y="5270"/>
                    <a:pt x="7008" y="5270"/>
                  </a:cubicBezTo>
                  <a:lnTo>
                    <a:pt x="6972" y="5306"/>
                  </a:lnTo>
                  <a:cubicBezTo>
                    <a:pt x="6936" y="5342"/>
                    <a:pt x="6900" y="5360"/>
                    <a:pt x="6864" y="5397"/>
                  </a:cubicBezTo>
                  <a:lnTo>
                    <a:pt x="6646" y="5578"/>
                  </a:lnTo>
                  <a:cubicBezTo>
                    <a:pt x="6646" y="5578"/>
                    <a:pt x="6646" y="5596"/>
                    <a:pt x="6646" y="5614"/>
                  </a:cubicBezTo>
                  <a:lnTo>
                    <a:pt x="6592" y="5560"/>
                  </a:lnTo>
                  <a:cubicBezTo>
                    <a:pt x="6574" y="5542"/>
                    <a:pt x="6574" y="5523"/>
                    <a:pt x="6556" y="5505"/>
                  </a:cubicBezTo>
                  <a:cubicBezTo>
                    <a:pt x="6574" y="5487"/>
                    <a:pt x="6574" y="5469"/>
                    <a:pt x="6592" y="5451"/>
                  </a:cubicBezTo>
                  <a:cubicBezTo>
                    <a:pt x="6628" y="5415"/>
                    <a:pt x="6646" y="5360"/>
                    <a:pt x="6646" y="5306"/>
                  </a:cubicBezTo>
                  <a:cubicBezTo>
                    <a:pt x="6646" y="5288"/>
                    <a:pt x="6628" y="5252"/>
                    <a:pt x="6610" y="5234"/>
                  </a:cubicBezTo>
                  <a:cubicBezTo>
                    <a:pt x="6592" y="5216"/>
                    <a:pt x="6574" y="5197"/>
                    <a:pt x="6538" y="5197"/>
                  </a:cubicBezTo>
                  <a:cubicBezTo>
                    <a:pt x="6519" y="5179"/>
                    <a:pt x="6501" y="5161"/>
                    <a:pt x="6501" y="5143"/>
                  </a:cubicBezTo>
                  <a:cubicBezTo>
                    <a:pt x="6501" y="5125"/>
                    <a:pt x="6501" y="5125"/>
                    <a:pt x="6501" y="5107"/>
                  </a:cubicBezTo>
                  <a:cubicBezTo>
                    <a:pt x="6501" y="5053"/>
                    <a:pt x="6447" y="5016"/>
                    <a:pt x="6393" y="5053"/>
                  </a:cubicBezTo>
                  <a:lnTo>
                    <a:pt x="6375" y="5071"/>
                  </a:lnTo>
                  <a:cubicBezTo>
                    <a:pt x="6338" y="5107"/>
                    <a:pt x="6284" y="5125"/>
                    <a:pt x="6230" y="5125"/>
                  </a:cubicBezTo>
                  <a:cubicBezTo>
                    <a:pt x="6193" y="5143"/>
                    <a:pt x="6175" y="5143"/>
                    <a:pt x="6175" y="5179"/>
                  </a:cubicBezTo>
                  <a:cubicBezTo>
                    <a:pt x="6139" y="5360"/>
                    <a:pt x="6049" y="5542"/>
                    <a:pt x="5922" y="5686"/>
                  </a:cubicBezTo>
                  <a:cubicBezTo>
                    <a:pt x="5867" y="5723"/>
                    <a:pt x="5813" y="5759"/>
                    <a:pt x="5759" y="5741"/>
                  </a:cubicBezTo>
                  <a:cubicBezTo>
                    <a:pt x="5686" y="5705"/>
                    <a:pt x="5759" y="5614"/>
                    <a:pt x="5777" y="5560"/>
                  </a:cubicBezTo>
                  <a:cubicBezTo>
                    <a:pt x="5795" y="5487"/>
                    <a:pt x="5777" y="5415"/>
                    <a:pt x="5723" y="5379"/>
                  </a:cubicBezTo>
                  <a:cubicBezTo>
                    <a:pt x="5686" y="5360"/>
                    <a:pt x="5632" y="5360"/>
                    <a:pt x="5596" y="5379"/>
                  </a:cubicBezTo>
                  <a:lnTo>
                    <a:pt x="5578" y="5379"/>
                  </a:lnTo>
                  <a:cubicBezTo>
                    <a:pt x="5560" y="5379"/>
                    <a:pt x="5523" y="5342"/>
                    <a:pt x="5523" y="5324"/>
                  </a:cubicBezTo>
                  <a:lnTo>
                    <a:pt x="5397" y="5216"/>
                  </a:lnTo>
                  <a:cubicBezTo>
                    <a:pt x="5379" y="5197"/>
                    <a:pt x="5342" y="5161"/>
                    <a:pt x="5306" y="5143"/>
                  </a:cubicBezTo>
                  <a:cubicBezTo>
                    <a:pt x="5270" y="5071"/>
                    <a:pt x="5306" y="5016"/>
                    <a:pt x="5342" y="4962"/>
                  </a:cubicBezTo>
                  <a:cubicBezTo>
                    <a:pt x="5379" y="4890"/>
                    <a:pt x="5379" y="4799"/>
                    <a:pt x="5342" y="4745"/>
                  </a:cubicBezTo>
                  <a:cubicBezTo>
                    <a:pt x="5306" y="4709"/>
                    <a:pt x="5270" y="4672"/>
                    <a:pt x="5216" y="4654"/>
                  </a:cubicBezTo>
                  <a:cubicBezTo>
                    <a:pt x="5234" y="4618"/>
                    <a:pt x="5216" y="4582"/>
                    <a:pt x="5197" y="4546"/>
                  </a:cubicBezTo>
                  <a:cubicBezTo>
                    <a:pt x="5179" y="4473"/>
                    <a:pt x="5107" y="4437"/>
                    <a:pt x="5053" y="4401"/>
                  </a:cubicBezTo>
                  <a:cubicBezTo>
                    <a:pt x="4962" y="4346"/>
                    <a:pt x="4817" y="4274"/>
                    <a:pt x="4799" y="4165"/>
                  </a:cubicBezTo>
                  <a:cubicBezTo>
                    <a:pt x="4781" y="4057"/>
                    <a:pt x="4799" y="3930"/>
                    <a:pt x="4781" y="3821"/>
                  </a:cubicBezTo>
                  <a:cubicBezTo>
                    <a:pt x="4781" y="3712"/>
                    <a:pt x="4654" y="3640"/>
                    <a:pt x="4564" y="3586"/>
                  </a:cubicBezTo>
                  <a:cubicBezTo>
                    <a:pt x="4491" y="3549"/>
                    <a:pt x="4455" y="3477"/>
                    <a:pt x="4455" y="3405"/>
                  </a:cubicBezTo>
                  <a:cubicBezTo>
                    <a:pt x="4455" y="3387"/>
                    <a:pt x="4455" y="3368"/>
                    <a:pt x="4455" y="3368"/>
                  </a:cubicBezTo>
                  <a:cubicBezTo>
                    <a:pt x="4455" y="3350"/>
                    <a:pt x="4455" y="3350"/>
                    <a:pt x="4473" y="3350"/>
                  </a:cubicBezTo>
                  <a:cubicBezTo>
                    <a:pt x="4491" y="3332"/>
                    <a:pt x="4473" y="3278"/>
                    <a:pt x="4437" y="3296"/>
                  </a:cubicBezTo>
                  <a:lnTo>
                    <a:pt x="4437" y="3296"/>
                  </a:lnTo>
                  <a:cubicBezTo>
                    <a:pt x="4419" y="3260"/>
                    <a:pt x="4401" y="3205"/>
                    <a:pt x="4383" y="3151"/>
                  </a:cubicBezTo>
                  <a:cubicBezTo>
                    <a:pt x="4364" y="3079"/>
                    <a:pt x="4328" y="3024"/>
                    <a:pt x="4310" y="2952"/>
                  </a:cubicBezTo>
                  <a:cubicBezTo>
                    <a:pt x="4310" y="2807"/>
                    <a:pt x="4274" y="2680"/>
                    <a:pt x="4201" y="2572"/>
                  </a:cubicBezTo>
                  <a:cubicBezTo>
                    <a:pt x="4165" y="2535"/>
                    <a:pt x="4129" y="2499"/>
                    <a:pt x="4093" y="2463"/>
                  </a:cubicBezTo>
                  <a:cubicBezTo>
                    <a:pt x="4038" y="2445"/>
                    <a:pt x="3984" y="2427"/>
                    <a:pt x="3930" y="2427"/>
                  </a:cubicBezTo>
                  <a:cubicBezTo>
                    <a:pt x="3912" y="2427"/>
                    <a:pt x="3857" y="2427"/>
                    <a:pt x="3839" y="2409"/>
                  </a:cubicBezTo>
                  <a:cubicBezTo>
                    <a:pt x="3821" y="2390"/>
                    <a:pt x="3839" y="2354"/>
                    <a:pt x="3839" y="2336"/>
                  </a:cubicBezTo>
                  <a:cubicBezTo>
                    <a:pt x="3875" y="2246"/>
                    <a:pt x="3930" y="2155"/>
                    <a:pt x="3875" y="2083"/>
                  </a:cubicBezTo>
                  <a:cubicBezTo>
                    <a:pt x="3857" y="2028"/>
                    <a:pt x="3803" y="2010"/>
                    <a:pt x="3821" y="1956"/>
                  </a:cubicBezTo>
                  <a:cubicBezTo>
                    <a:pt x="3839" y="1902"/>
                    <a:pt x="3839" y="1847"/>
                    <a:pt x="3839" y="1793"/>
                  </a:cubicBezTo>
                  <a:cubicBezTo>
                    <a:pt x="3821" y="1684"/>
                    <a:pt x="3749" y="1612"/>
                    <a:pt x="3640" y="1594"/>
                  </a:cubicBezTo>
                  <a:cubicBezTo>
                    <a:pt x="3531" y="1594"/>
                    <a:pt x="3459" y="1666"/>
                    <a:pt x="3441" y="1775"/>
                  </a:cubicBezTo>
                  <a:cubicBezTo>
                    <a:pt x="3441" y="1829"/>
                    <a:pt x="3459" y="1865"/>
                    <a:pt x="3495" y="1920"/>
                  </a:cubicBezTo>
                  <a:cubicBezTo>
                    <a:pt x="3495" y="1938"/>
                    <a:pt x="3549" y="1974"/>
                    <a:pt x="3531" y="1992"/>
                  </a:cubicBezTo>
                  <a:cubicBezTo>
                    <a:pt x="3513" y="2028"/>
                    <a:pt x="3459" y="2028"/>
                    <a:pt x="3441" y="2028"/>
                  </a:cubicBezTo>
                  <a:cubicBezTo>
                    <a:pt x="3386" y="2046"/>
                    <a:pt x="3350" y="2065"/>
                    <a:pt x="3332" y="2101"/>
                  </a:cubicBezTo>
                  <a:cubicBezTo>
                    <a:pt x="3314" y="2119"/>
                    <a:pt x="3314" y="2137"/>
                    <a:pt x="3332" y="2155"/>
                  </a:cubicBezTo>
                  <a:cubicBezTo>
                    <a:pt x="3423" y="2264"/>
                    <a:pt x="3459" y="2409"/>
                    <a:pt x="3459" y="2553"/>
                  </a:cubicBezTo>
                  <a:cubicBezTo>
                    <a:pt x="3423" y="2535"/>
                    <a:pt x="3386" y="2535"/>
                    <a:pt x="3332" y="2517"/>
                  </a:cubicBezTo>
                  <a:cubicBezTo>
                    <a:pt x="3296" y="2517"/>
                    <a:pt x="3260" y="2517"/>
                    <a:pt x="3223" y="2517"/>
                  </a:cubicBezTo>
                  <a:cubicBezTo>
                    <a:pt x="3205" y="2517"/>
                    <a:pt x="3169" y="2535"/>
                    <a:pt x="3151" y="2517"/>
                  </a:cubicBezTo>
                  <a:cubicBezTo>
                    <a:pt x="3133" y="2517"/>
                    <a:pt x="3151" y="2463"/>
                    <a:pt x="3151" y="2445"/>
                  </a:cubicBezTo>
                  <a:cubicBezTo>
                    <a:pt x="3169" y="2409"/>
                    <a:pt x="3169" y="2372"/>
                    <a:pt x="3151" y="2354"/>
                  </a:cubicBezTo>
                  <a:cubicBezTo>
                    <a:pt x="3151" y="2282"/>
                    <a:pt x="3097" y="2228"/>
                    <a:pt x="3024" y="2228"/>
                  </a:cubicBezTo>
                  <a:cubicBezTo>
                    <a:pt x="3006" y="2228"/>
                    <a:pt x="2988" y="2246"/>
                    <a:pt x="2970" y="2264"/>
                  </a:cubicBezTo>
                  <a:cubicBezTo>
                    <a:pt x="2952" y="2318"/>
                    <a:pt x="2898" y="2336"/>
                    <a:pt x="2843" y="2318"/>
                  </a:cubicBezTo>
                  <a:cubicBezTo>
                    <a:pt x="2825" y="2318"/>
                    <a:pt x="2807" y="2282"/>
                    <a:pt x="2807" y="2264"/>
                  </a:cubicBezTo>
                  <a:cubicBezTo>
                    <a:pt x="2825" y="2246"/>
                    <a:pt x="2861" y="2228"/>
                    <a:pt x="2879" y="2228"/>
                  </a:cubicBezTo>
                  <a:cubicBezTo>
                    <a:pt x="2952" y="2191"/>
                    <a:pt x="3024" y="2137"/>
                    <a:pt x="3006" y="2046"/>
                  </a:cubicBezTo>
                  <a:cubicBezTo>
                    <a:pt x="2988" y="1992"/>
                    <a:pt x="2934" y="1938"/>
                    <a:pt x="2879" y="1920"/>
                  </a:cubicBezTo>
                  <a:cubicBezTo>
                    <a:pt x="2879" y="1902"/>
                    <a:pt x="2879" y="1902"/>
                    <a:pt x="2879" y="1883"/>
                  </a:cubicBezTo>
                  <a:cubicBezTo>
                    <a:pt x="2879" y="1829"/>
                    <a:pt x="2843" y="1775"/>
                    <a:pt x="2789" y="1757"/>
                  </a:cubicBezTo>
                  <a:cubicBezTo>
                    <a:pt x="2771" y="1720"/>
                    <a:pt x="2735" y="1702"/>
                    <a:pt x="2753" y="1666"/>
                  </a:cubicBezTo>
                  <a:cubicBezTo>
                    <a:pt x="2771" y="1612"/>
                    <a:pt x="2789" y="1576"/>
                    <a:pt x="2807" y="1539"/>
                  </a:cubicBezTo>
                  <a:cubicBezTo>
                    <a:pt x="2807" y="1485"/>
                    <a:pt x="2789" y="1431"/>
                    <a:pt x="2771" y="1413"/>
                  </a:cubicBezTo>
                  <a:cubicBezTo>
                    <a:pt x="2735" y="1376"/>
                    <a:pt x="2698" y="1358"/>
                    <a:pt x="2662" y="1340"/>
                  </a:cubicBezTo>
                  <a:cubicBezTo>
                    <a:pt x="2626" y="1322"/>
                    <a:pt x="2626" y="1286"/>
                    <a:pt x="2626" y="1231"/>
                  </a:cubicBezTo>
                  <a:cubicBezTo>
                    <a:pt x="2608" y="1195"/>
                    <a:pt x="2590" y="1141"/>
                    <a:pt x="2553" y="1123"/>
                  </a:cubicBezTo>
                  <a:cubicBezTo>
                    <a:pt x="2499" y="1087"/>
                    <a:pt x="2445" y="1068"/>
                    <a:pt x="2390" y="1087"/>
                  </a:cubicBezTo>
                  <a:lnTo>
                    <a:pt x="2390" y="978"/>
                  </a:lnTo>
                  <a:cubicBezTo>
                    <a:pt x="2390" y="887"/>
                    <a:pt x="2264" y="887"/>
                    <a:pt x="2264" y="978"/>
                  </a:cubicBezTo>
                  <a:lnTo>
                    <a:pt x="2083" y="1014"/>
                  </a:lnTo>
                  <a:lnTo>
                    <a:pt x="1992" y="1032"/>
                  </a:lnTo>
                  <a:lnTo>
                    <a:pt x="1992" y="1032"/>
                  </a:lnTo>
                  <a:cubicBezTo>
                    <a:pt x="2028" y="1014"/>
                    <a:pt x="2046" y="978"/>
                    <a:pt x="2064" y="942"/>
                  </a:cubicBezTo>
                  <a:cubicBezTo>
                    <a:pt x="2064" y="887"/>
                    <a:pt x="2064" y="851"/>
                    <a:pt x="2064" y="815"/>
                  </a:cubicBezTo>
                  <a:cubicBezTo>
                    <a:pt x="2046" y="761"/>
                    <a:pt x="2028" y="724"/>
                    <a:pt x="2010" y="688"/>
                  </a:cubicBezTo>
                  <a:cubicBezTo>
                    <a:pt x="1956" y="670"/>
                    <a:pt x="1901" y="688"/>
                    <a:pt x="1847" y="724"/>
                  </a:cubicBezTo>
                  <a:lnTo>
                    <a:pt x="1739" y="779"/>
                  </a:lnTo>
                  <a:cubicBezTo>
                    <a:pt x="1739" y="724"/>
                    <a:pt x="1720" y="688"/>
                    <a:pt x="1702" y="634"/>
                  </a:cubicBezTo>
                  <a:cubicBezTo>
                    <a:pt x="1720" y="616"/>
                    <a:pt x="1720" y="580"/>
                    <a:pt x="1702" y="561"/>
                  </a:cubicBezTo>
                  <a:cubicBezTo>
                    <a:pt x="1684" y="543"/>
                    <a:pt x="1666" y="507"/>
                    <a:pt x="1630" y="489"/>
                  </a:cubicBezTo>
                  <a:cubicBezTo>
                    <a:pt x="1576" y="398"/>
                    <a:pt x="1539" y="308"/>
                    <a:pt x="1521" y="199"/>
                  </a:cubicBezTo>
                  <a:cubicBezTo>
                    <a:pt x="1503" y="181"/>
                    <a:pt x="1467" y="163"/>
                    <a:pt x="1449" y="163"/>
                  </a:cubicBezTo>
                  <a:lnTo>
                    <a:pt x="1394" y="199"/>
                  </a:lnTo>
                  <a:lnTo>
                    <a:pt x="1376" y="54"/>
                  </a:lnTo>
                  <a:cubicBezTo>
                    <a:pt x="1358" y="18"/>
                    <a:pt x="1340" y="0"/>
                    <a:pt x="1322" y="0"/>
                  </a:cubicBezTo>
                  <a:cubicBezTo>
                    <a:pt x="1250" y="0"/>
                    <a:pt x="1195" y="54"/>
                    <a:pt x="1177" y="127"/>
                  </a:cubicBezTo>
                  <a:cubicBezTo>
                    <a:pt x="1159" y="181"/>
                    <a:pt x="1141" y="235"/>
                    <a:pt x="1123" y="272"/>
                  </a:cubicBezTo>
                  <a:cubicBezTo>
                    <a:pt x="1087" y="308"/>
                    <a:pt x="1032" y="308"/>
                    <a:pt x="996" y="308"/>
                  </a:cubicBezTo>
                  <a:cubicBezTo>
                    <a:pt x="960" y="326"/>
                    <a:pt x="924" y="344"/>
                    <a:pt x="905" y="380"/>
                  </a:cubicBezTo>
                  <a:cubicBezTo>
                    <a:pt x="851" y="453"/>
                    <a:pt x="833" y="525"/>
                    <a:pt x="869" y="616"/>
                  </a:cubicBezTo>
                  <a:cubicBezTo>
                    <a:pt x="869" y="670"/>
                    <a:pt x="905" y="724"/>
                    <a:pt x="942" y="761"/>
                  </a:cubicBezTo>
                  <a:lnTo>
                    <a:pt x="761" y="761"/>
                  </a:lnTo>
                  <a:cubicBezTo>
                    <a:pt x="742" y="761"/>
                    <a:pt x="724" y="779"/>
                    <a:pt x="706" y="797"/>
                  </a:cubicBezTo>
                  <a:lnTo>
                    <a:pt x="634" y="1231"/>
                  </a:lnTo>
                  <a:cubicBezTo>
                    <a:pt x="543" y="1213"/>
                    <a:pt x="453" y="1213"/>
                    <a:pt x="380" y="1231"/>
                  </a:cubicBezTo>
                  <a:cubicBezTo>
                    <a:pt x="344" y="1231"/>
                    <a:pt x="326" y="1268"/>
                    <a:pt x="344" y="1304"/>
                  </a:cubicBezTo>
                  <a:lnTo>
                    <a:pt x="398" y="1394"/>
                  </a:lnTo>
                  <a:cubicBezTo>
                    <a:pt x="290" y="1449"/>
                    <a:pt x="235" y="1576"/>
                    <a:pt x="290" y="1702"/>
                  </a:cubicBezTo>
                  <a:cubicBezTo>
                    <a:pt x="308" y="1720"/>
                    <a:pt x="308" y="1739"/>
                    <a:pt x="326" y="1739"/>
                  </a:cubicBezTo>
                  <a:cubicBezTo>
                    <a:pt x="326" y="1739"/>
                    <a:pt x="344" y="1775"/>
                    <a:pt x="344" y="1793"/>
                  </a:cubicBezTo>
                  <a:cubicBezTo>
                    <a:pt x="344" y="1793"/>
                    <a:pt x="308" y="1829"/>
                    <a:pt x="308" y="1829"/>
                  </a:cubicBezTo>
                  <a:cubicBezTo>
                    <a:pt x="290" y="1847"/>
                    <a:pt x="272" y="1865"/>
                    <a:pt x="272" y="1902"/>
                  </a:cubicBezTo>
                  <a:cubicBezTo>
                    <a:pt x="235" y="1938"/>
                    <a:pt x="217" y="1992"/>
                    <a:pt x="199" y="2046"/>
                  </a:cubicBezTo>
                  <a:cubicBezTo>
                    <a:pt x="145" y="2028"/>
                    <a:pt x="72" y="2065"/>
                    <a:pt x="54" y="2137"/>
                  </a:cubicBezTo>
                  <a:cubicBezTo>
                    <a:pt x="18" y="2209"/>
                    <a:pt x="18" y="2300"/>
                    <a:pt x="36" y="2372"/>
                  </a:cubicBezTo>
                  <a:cubicBezTo>
                    <a:pt x="36" y="2427"/>
                    <a:pt x="54" y="2463"/>
                    <a:pt x="72" y="2499"/>
                  </a:cubicBezTo>
                  <a:cubicBezTo>
                    <a:pt x="72" y="2499"/>
                    <a:pt x="91" y="2517"/>
                    <a:pt x="91" y="2535"/>
                  </a:cubicBezTo>
                  <a:lnTo>
                    <a:pt x="91" y="2535"/>
                  </a:lnTo>
                  <a:cubicBezTo>
                    <a:pt x="54" y="2517"/>
                    <a:pt x="18" y="2553"/>
                    <a:pt x="18" y="2590"/>
                  </a:cubicBezTo>
                  <a:lnTo>
                    <a:pt x="18" y="2626"/>
                  </a:lnTo>
                  <a:cubicBezTo>
                    <a:pt x="18" y="2662"/>
                    <a:pt x="36" y="2698"/>
                    <a:pt x="36" y="2735"/>
                  </a:cubicBezTo>
                  <a:lnTo>
                    <a:pt x="0" y="2753"/>
                  </a:lnTo>
                  <a:lnTo>
                    <a:pt x="0" y="17639"/>
                  </a:lnTo>
                  <a:close/>
                  <a:moveTo>
                    <a:pt x="10920" y="7660"/>
                  </a:moveTo>
                  <a:close/>
                  <a:moveTo>
                    <a:pt x="20065" y="15737"/>
                  </a:moveTo>
                  <a:cubicBezTo>
                    <a:pt x="20065" y="15737"/>
                    <a:pt x="20065" y="15719"/>
                    <a:pt x="20065" y="15737"/>
                  </a:cubicBezTo>
                  <a:close/>
                  <a:moveTo>
                    <a:pt x="13618" y="9435"/>
                  </a:moveTo>
                  <a:close/>
                  <a:moveTo>
                    <a:pt x="10974" y="8186"/>
                  </a:moveTo>
                  <a:close/>
                  <a:moveTo>
                    <a:pt x="10811" y="7588"/>
                  </a:moveTo>
                  <a:close/>
                  <a:moveTo>
                    <a:pt x="6574" y="5976"/>
                  </a:moveTo>
                  <a:cubicBezTo>
                    <a:pt x="6574" y="5940"/>
                    <a:pt x="6574" y="5886"/>
                    <a:pt x="6592" y="5849"/>
                  </a:cubicBezTo>
                  <a:cubicBezTo>
                    <a:pt x="6610" y="5813"/>
                    <a:pt x="6610" y="5795"/>
                    <a:pt x="6610" y="5777"/>
                  </a:cubicBezTo>
                  <a:cubicBezTo>
                    <a:pt x="6628" y="5868"/>
                    <a:pt x="6646" y="5958"/>
                    <a:pt x="6664" y="6049"/>
                  </a:cubicBezTo>
                  <a:lnTo>
                    <a:pt x="6646" y="6030"/>
                  </a:lnTo>
                  <a:cubicBezTo>
                    <a:pt x="6628" y="6012"/>
                    <a:pt x="6592" y="5994"/>
                    <a:pt x="6574" y="5976"/>
                  </a:cubicBezTo>
                  <a:close/>
                  <a:moveTo>
                    <a:pt x="5614" y="5505"/>
                  </a:moveTo>
                  <a:close/>
                  <a:moveTo>
                    <a:pt x="2716" y="1938"/>
                  </a:moveTo>
                  <a:close/>
                  <a:moveTo>
                    <a:pt x="1938" y="10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2" name="Google Shape;1612;p76"/>
          <p:cNvSpPr/>
          <p:nvPr/>
        </p:nvSpPr>
        <p:spPr>
          <a:xfrm>
            <a:off x="1716211" y="779960"/>
            <a:ext cx="150933" cy="56490"/>
          </a:xfrm>
          <a:custGeom>
            <a:rect b="b" l="l" r="r" t="t"/>
            <a:pathLst>
              <a:path extrusionOk="0" h="387" w="1034">
                <a:moveTo>
                  <a:pt x="186" y="1"/>
                </a:moveTo>
                <a:cubicBezTo>
                  <a:pt x="125" y="1"/>
                  <a:pt x="62" y="12"/>
                  <a:pt x="1" y="36"/>
                </a:cubicBezTo>
                <a:cubicBezTo>
                  <a:pt x="14" y="34"/>
                  <a:pt x="27" y="34"/>
                  <a:pt x="40" y="34"/>
                </a:cubicBezTo>
                <a:cubicBezTo>
                  <a:pt x="210" y="34"/>
                  <a:pt x="385" y="141"/>
                  <a:pt x="435" y="325"/>
                </a:cubicBezTo>
                <a:cubicBezTo>
                  <a:pt x="435" y="343"/>
                  <a:pt x="472" y="380"/>
                  <a:pt x="490" y="380"/>
                </a:cubicBezTo>
                <a:cubicBezTo>
                  <a:pt x="503" y="384"/>
                  <a:pt x="517" y="386"/>
                  <a:pt x="530" y="386"/>
                </a:cubicBezTo>
                <a:cubicBezTo>
                  <a:pt x="569" y="386"/>
                  <a:pt x="603" y="366"/>
                  <a:pt x="617" y="325"/>
                </a:cubicBezTo>
                <a:cubicBezTo>
                  <a:pt x="635" y="235"/>
                  <a:pt x="689" y="162"/>
                  <a:pt x="779" y="108"/>
                </a:cubicBezTo>
                <a:cubicBezTo>
                  <a:pt x="811" y="84"/>
                  <a:pt x="853" y="71"/>
                  <a:pt x="895" y="71"/>
                </a:cubicBezTo>
                <a:cubicBezTo>
                  <a:pt x="949" y="71"/>
                  <a:pt x="1002" y="93"/>
                  <a:pt x="1033" y="144"/>
                </a:cubicBezTo>
                <a:cubicBezTo>
                  <a:pt x="990" y="58"/>
                  <a:pt x="902" y="6"/>
                  <a:pt x="804" y="6"/>
                </a:cubicBezTo>
                <a:cubicBezTo>
                  <a:pt x="778" y="6"/>
                  <a:pt x="752" y="10"/>
                  <a:pt x="725" y="17"/>
                </a:cubicBezTo>
                <a:cubicBezTo>
                  <a:pt x="656" y="41"/>
                  <a:pt x="587" y="86"/>
                  <a:pt x="527" y="139"/>
                </a:cubicBezTo>
                <a:lnTo>
                  <a:pt x="527" y="139"/>
                </a:lnTo>
                <a:cubicBezTo>
                  <a:pt x="434" y="50"/>
                  <a:pt x="313" y="1"/>
                  <a:pt x="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76"/>
          <p:cNvSpPr/>
          <p:nvPr/>
        </p:nvSpPr>
        <p:spPr>
          <a:xfrm>
            <a:off x="2773248" y="3680885"/>
            <a:ext cx="142905" cy="75612"/>
          </a:xfrm>
          <a:custGeom>
            <a:rect b="b" l="l" r="r" t="t"/>
            <a:pathLst>
              <a:path extrusionOk="0" h="518" w="979">
                <a:moveTo>
                  <a:pt x="923" y="1"/>
                </a:moveTo>
                <a:cubicBezTo>
                  <a:pt x="830" y="1"/>
                  <a:pt x="734" y="38"/>
                  <a:pt x="689" y="114"/>
                </a:cubicBezTo>
                <a:cubicBezTo>
                  <a:pt x="647" y="155"/>
                  <a:pt x="612" y="208"/>
                  <a:pt x="586" y="263"/>
                </a:cubicBezTo>
                <a:lnTo>
                  <a:pt x="586" y="263"/>
                </a:lnTo>
                <a:cubicBezTo>
                  <a:pt x="506" y="213"/>
                  <a:pt x="416" y="188"/>
                  <a:pt x="325" y="188"/>
                </a:cubicBezTo>
                <a:cubicBezTo>
                  <a:pt x="209" y="188"/>
                  <a:pt x="93" y="229"/>
                  <a:pt x="1" y="313"/>
                </a:cubicBezTo>
                <a:cubicBezTo>
                  <a:pt x="21" y="311"/>
                  <a:pt x="41" y="310"/>
                  <a:pt x="62" y="310"/>
                </a:cubicBezTo>
                <a:cubicBezTo>
                  <a:pt x="240" y="310"/>
                  <a:pt x="417" y="380"/>
                  <a:pt x="580" y="494"/>
                </a:cubicBezTo>
                <a:cubicBezTo>
                  <a:pt x="580" y="494"/>
                  <a:pt x="598" y="512"/>
                  <a:pt x="598" y="512"/>
                </a:cubicBezTo>
                <a:cubicBezTo>
                  <a:pt x="608" y="516"/>
                  <a:pt x="617" y="517"/>
                  <a:pt x="627" y="517"/>
                </a:cubicBezTo>
                <a:cubicBezTo>
                  <a:pt x="671" y="517"/>
                  <a:pt x="710" y="485"/>
                  <a:pt x="725" y="440"/>
                </a:cubicBezTo>
                <a:cubicBezTo>
                  <a:pt x="743" y="367"/>
                  <a:pt x="779" y="277"/>
                  <a:pt x="797" y="204"/>
                </a:cubicBezTo>
                <a:cubicBezTo>
                  <a:pt x="834" y="114"/>
                  <a:pt x="906" y="41"/>
                  <a:pt x="978" y="5"/>
                </a:cubicBezTo>
                <a:cubicBezTo>
                  <a:pt x="960" y="2"/>
                  <a:pt x="942" y="1"/>
                  <a:pt x="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76"/>
          <p:cNvSpPr/>
          <p:nvPr/>
        </p:nvSpPr>
        <p:spPr>
          <a:xfrm flipH="1">
            <a:off x="891597" y="884780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76"/>
          <p:cNvSpPr/>
          <p:nvPr/>
        </p:nvSpPr>
        <p:spPr>
          <a:xfrm>
            <a:off x="6577505" y="8760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76"/>
          <p:cNvSpPr/>
          <p:nvPr/>
        </p:nvSpPr>
        <p:spPr>
          <a:xfrm>
            <a:off x="2248200" y="2648673"/>
            <a:ext cx="1470659" cy="404419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76"/>
          <p:cNvSpPr/>
          <p:nvPr/>
        </p:nvSpPr>
        <p:spPr>
          <a:xfrm>
            <a:off x="1330425" y="1002368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76"/>
          <p:cNvSpPr/>
          <p:nvPr/>
        </p:nvSpPr>
        <p:spPr>
          <a:xfrm>
            <a:off x="1027380" y="2066906"/>
            <a:ext cx="311315" cy="178365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76"/>
          <p:cNvSpPr/>
          <p:nvPr/>
        </p:nvSpPr>
        <p:spPr>
          <a:xfrm>
            <a:off x="1338686" y="1272418"/>
            <a:ext cx="213191" cy="155305"/>
          </a:xfrm>
          <a:custGeom>
            <a:rect b="b" l="l" r="r" t="t"/>
            <a:pathLst>
              <a:path extrusionOk="0" h="660" w="906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76"/>
          <p:cNvSpPr/>
          <p:nvPr/>
        </p:nvSpPr>
        <p:spPr>
          <a:xfrm flipH="1">
            <a:off x="1833475" y="2044513"/>
            <a:ext cx="964800" cy="1054450"/>
          </a:xfrm>
          <a:custGeom>
            <a:rect b="b" l="l" r="r" t="t"/>
            <a:pathLst>
              <a:path extrusionOk="0" h="42178" w="38592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5" name="Google Shape;1625;p77"/>
          <p:cNvGrpSpPr/>
          <p:nvPr/>
        </p:nvGrpSpPr>
        <p:grpSpPr>
          <a:xfrm>
            <a:off x="6" y="2752832"/>
            <a:ext cx="2579259" cy="1935583"/>
            <a:chOff x="-1545755" y="2356907"/>
            <a:chExt cx="3858855" cy="2895846"/>
          </a:xfrm>
        </p:grpSpPr>
        <p:sp>
          <p:nvSpPr>
            <p:cNvPr id="1626" name="Google Shape;1626;p77"/>
            <p:cNvSpPr/>
            <p:nvPr/>
          </p:nvSpPr>
          <p:spPr>
            <a:xfrm flipH="1">
              <a:off x="-522308" y="2356907"/>
              <a:ext cx="1446545" cy="1508572"/>
            </a:xfrm>
            <a:custGeom>
              <a:rect b="b" l="l" r="r" t="t"/>
              <a:pathLst>
                <a:path extrusionOk="0" h="20284" w="19450">
                  <a:moveTo>
                    <a:pt x="17476" y="4637"/>
                  </a:moveTo>
                  <a:lnTo>
                    <a:pt x="17476" y="5361"/>
                  </a:lnTo>
                  <a:lnTo>
                    <a:pt x="17114" y="5361"/>
                  </a:lnTo>
                  <a:lnTo>
                    <a:pt x="17114" y="4637"/>
                  </a:lnTo>
                  <a:close/>
                  <a:moveTo>
                    <a:pt x="18146" y="4637"/>
                  </a:moveTo>
                  <a:lnTo>
                    <a:pt x="18146" y="5361"/>
                  </a:lnTo>
                  <a:lnTo>
                    <a:pt x="17784" y="5361"/>
                  </a:lnTo>
                  <a:lnTo>
                    <a:pt x="17784" y="4637"/>
                  </a:lnTo>
                  <a:close/>
                  <a:moveTo>
                    <a:pt x="18834" y="4637"/>
                  </a:moveTo>
                  <a:lnTo>
                    <a:pt x="18834" y="5361"/>
                  </a:lnTo>
                  <a:lnTo>
                    <a:pt x="18454" y="5361"/>
                  </a:lnTo>
                  <a:lnTo>
                    <a:pt x="18454" y="4637"/>
                  </a:lnTo>
                  <a:close/>
                  <a:moveTo>
                    <a:pt x="7751" y="7987"/>
                  </a:moveTo>
                  <a:lnTo>
                    <a:pt x="7751" y="8693"/>
                  </a:lnTo>
                  <a:lnTo>
                    <a:pt x="7389" y="8693"/>
                  </a:lnTo>
                  <a:lnTo>
                    <a:pt x="7389" y="7987"/>
                  </a:lnTo>
                  <a:close/>
                  <a:moveTo>
                    <a:pt x="8729" y="7969"/>
                  </a:moveTo>
                  <a:lnTo>
                    <a:pt x="8729" y="8693"/>
                  </a:lnTo>
                  <a:lnTo>
                    <a:pt x="8367" y="8693"/>
                  </a:lnTo>
                  <a:lnTo>
                    <a:pt x="8367" y="7969"/>
                  </a:lnTo>
                  <a:close/>
                  <a:moveTo>
                    <a:pt x="6900" y="9454"/>
                  </a:moveTo>
                  <a:lnTo>
                    <a:pt x="6900" y="10812"/>
                  </a:lnTo>
                  <a:lnTo>
                    <a:pt x="6447" y="10812"/>
                  </a:lnTo>
                  <a:lnTo>
                    <a:pt x="6447" y="9454"/>
                  </a:lnTo>
                  <a:close/>
                  <a:moveTo>
                    <a:pt x="8294" y="9454"/>
                  </a:moveTo>
                  <a:lnTo>
                    <a:pt x="8294" y="10812"/>
                  </a:lnTo>
                  <a:lnTo>
                    <a:pt x="7842" y="10812"/>
                  </a:lnTo>
                  <a:lnTo>
                    <a:pt x="7842" y="9454"/>
                  </a:lnTo>
                  <a:close/>
                  <a:moveTo>
                    <a:pt x="9689" y="9454"/>
                  </a:moveTo>
                  <a:lnTo>
                    <a:pt x="9689" y="10812"/>
                  </a:lnTo>
                  <a:lnTo>
                    <a:pt x="9236" y="10812"/>
                  </a:lnTo>
                  <a:lnTo>
                    <a:pt x="9236" y="9454"/>
                  </a:lnTo>
                  <a:close/>
                  <a:moveTo>
                    <a:pt x="1123" y="9291"/>
                  </a:moveTo>
                  <a:lnTo>
                    <a:pt x="1123" y="11409"/>
                  </a:lnTo>
                  <a:lnTo>
                    <a:pt x="888" y="11409"/>
                  </a:lnTo>
                  <a:lnTo>
                    <a:pt x="888" y="9291"/>
                  </a:lnTo>
                  <a:close/>
                  <a:moveTo>
                    <a:pt x="2536" y="9291"/>
                  </a:moveTo>
                  <a:lnTo>
                    <a:pt x="2536" y="11409"/>
                  </a:lnTo>
                  <a:lnTo>
                    <a:pt x="1992" y="11409"/>
                  </a:lnTo>
                  <a:lnTo>
                    <a:pt x="1992" y="9291"/>
                  </a:lnTo>
                  <a:close/>
                  <a:moveTo>
                    <a:pt x="3640" y="9291"/>
                  </a:moveTo>
                  <a:lnTo>
                    <a:pt x="3640" y="11409"/>
                  </a:lnTo>
                  <a:lnTo>
                    <a:pt x="3405" y="11409"/>
                  </a:lnTo>
                  <a:lnTo>
                    <a:pt x="3405" y="9291"/>
                  </a:lnTo>
                  <a:close/>
                  <a:moveTo>
                    <a:pt x="17974" y="11133"/>
                  </a:moveTo>
                  <a:cubicBezTo>
                    <a:pt x="18169" y="11133"/>
                    <a:pt x="18363" y="11256"/>
                    <a:pt x="18381" y="11500"/>
                  </a:cubicBezTo>
                  <a:lnTo>
                    <a:pt x="18381" y="12442"/>
                  </a:lnTo>
                  <a:lnTo>
                    <a:pt x="17566" y="12442"/>
                  </a:lnTo>
                  <a:lnTo>
                    <a:pt x="17566" y="11500"/>
                  </a:lnTo>
                  <a:cubicBezTo>
                    <a:pt x="17585" y="11256"/>
                    <a:pt x="17779" y="11133"/>
                    <a:pt x="17974" y="11133"/>
                  </a:cubicBezTo>
                  <a:close/>
                  <a:moveTo>
                    <a:pt x="1503" y="12356"/>
                  </a:moveTo>
                  <a:cubicBezTo>
                    <a:pt x="1702" y="12356"/>
                    <a:pt x="1902" y="12487"/>
                    <a:pt x="1920" y="12750"/>
                  </a:cubicBezTo>
                  <a:lnTo>
                    <a:pt x="1920" y="14072"/>
                  </a:lnTo>
                  <a:lnTo>
                    <a:pt x="1087" y="14072"/>
                  </a:lnTo>
                  <a:lnTo>
                    <a:pt x="1087" y="12750"/>
                  </a:lnTo>
                  <a:cubicBezTo>
                    <a:pt x="1105" y="12487"/>
                    <a:pt x="1304" y="12356"/>
                    <a:pt x="1503" y="12356"/>
                  </a:cubicBezTo>
                  <a:close/>
                  <a:moveTo>
                    <a:pt x="3079" y="12329"/>
                  </a:moveTo>
                  <a:cubicBezTo>
                    <a:pt x="3287" y="12329"/>
                    <a:pt x="3495" y="12469"/>
                    <a:pt x="3495" y="12750"/>
                  </a:cubicBezTo>
                  <a:lnTo>
                    <a:pt x="3513" y="14072"/>
                  </a:lnTo>
                  <a:lnTo>
                    <a:pt x="2662" y="14072"/>
                  </a:lnTo>
                  <a:lnTo>
                    <a:pt x="2662" y="12750"/>
                  </a:lnTo>
                  <a:cubicBezTo>
                    <a:pt x="2662" y="12469"/>
                    <a:pt x="2871" y="12329"/>
                    <a:pt x="3079" y="12329"/>
                  </a:cubicBezTo>
                  <a:close/>
                  <a:moveTo>
                    <a:pt x="18" y="12351"/>
                  </a:moveTo>
                  <a:cubicBezTo>
                    <a:pt x="199" y="12387"/>
                    <a:pt x="344" y="12550"/>
                    <a:pt x="344" y="12750"/>
                  </a:cubicBezTo>
                  <a:lnTo>
                    <a:pt x="344" y="14090"/>
                  </a:lnTo>
                  <a:lnTo>
                    <a:pt x="18" y="14090"/>
                  </a:lnTo>
                  <a:lnTo>
                    <a:pt x="18" y="12351"/>
                  </a:lnTo>
                  <a:close/>
                  <a:moveTo>
                    <a:pt x="7624" y="16208"/>
                  </a:moveTo>
                  <a:lnTo>
                    <a:pt x="7624" y="16716"/>
                  </a:lnTo>
                  <a:lnTo>
                    <a:pt x="7190" y="16716"/>
                  </a:lnTo>
                  <a:lnTo>
                    <a:pt x="7190" y="16208"/>
                  </a:lnTo>
                  <a:close/>
                  <a:moveTo>
                    <a:pt x="9091" y="16208"/>
                  </a:moveTo>
                  <a:lnTo>
                    <a:pt x="9091" y="16716"/>
                  </a:lnTo>
                  <a:lnTo>
                    <a:pt x="8675" y="16716"/>
                  </a:lnTo>
                  <a:lnTo>
                    <a:pt x="8675" y="16208"/>
                  </a:lnTo>
                  <a:close/>
                  <a:moveTo>
                    <a:pt x="10576" y="16208"/>
                  </a:moveTo>
                  <a:lnTo>
                    <a:pt x="10576" y="16716"/>
                  </a:lnTo>
                  <a:lnTo>
                    <a:pt x="10142" y="16716"/>
                  </a:lnTo>
                  <a:lnTo>
                    <a:pt x="10142" y="16208"/>
                  </a:lnTo>
                  <a:close/>
                  <a:moveTo>
                    <a:pt x="12061" y="16208"/>
                  </a:moveTo>
                  <a:lnTo>
                    <a:pt x="12061" y="16716"/>
                  </a:lnTo>
                  <a:lnTo>
                    <a:pt x="11626" y="16716"/>
                  </a:lnTo>
                  <a:lnTo>
                    <a:pt x="11626" y="16208"/>
                  </a:lnTo>
                  <a:close/>
                  <a:moveTo>
                    <a:pt x="13528" y="16208"/>
                  </a:moveTo>
                  <a:lnTo>
                    <a:pt x="13528" y="16716"/>
                  </a:lnTo>
                  <a:lnTo>
                    <a:pt x="13093" y="16716"/>
                  </a:lnTo>
                  <a:lnTo>
                    <a:pt x="13093" y="16208"/>
                  </a:lnTo>
                  <a:close/>
                  <a:moveTo>
                    <a:pt x="14995" y="16208"/>
                  </a:moveTo>
                  <a:lnTo>
                    <a:pt x="14995" y="16716"/>
                  </a:lnTo>
                  <a:lnTo>
                    <a:pt x="14578" y="16716"/>
                  </a:lnTo>
                  <a:lnTo>
                    <a:pt x="14578" y="16208"/>
                  </a:lnTo>
                  <a:close/>
                  <a:moveTo>
                    <a:pt x="16462" y="16208"/>
                  </a:moveTo>
                  <a:lnTo>
                    <a:pt x="16462" y="16716"/>
                  </a:lnTo>
                  <a:lnTo>
                    <a:pt x="16045" y="16716"/>
                  </a:lnTo>
                  <a:lnTo>
                    <a:pt x="16045" y="16208"/>
                  </a:lnTo>
                  <a:close/>
                  <a:moveTo>
                    <a:pt x="7624" y="17204"/>
                  </a:moveTo>
                  <a:lnTo>
                    <a:pt x="7624" y="18581"/>
                  </a:lnTo>
                  <a:lnTo>
                    <a:pt x="7190" y="18581"/>
                  </a:lnTo>
                  <a:lnTo>
                    <a:pt x="7190" y="17204"/>
                  </a:lnTo>
                  <a:close/>
                  <a:moveTo>
                    <a:pt x="9091" y="17204"/>
                  </a:moveTo>
                  <a:lnTo>
                    <a:pt x="9091" y="18581"/>
                  </a:lnTo>
                  <a:lnTo>
                    <a:pt x="8675" y="18581"/>
                  </a:lnTo>
                  <a:lnTo>
                    <a:pt x="8675" y="17204"/>
                  </a:lnTo>
                  <a:close/>
                  <a:moveTo>
                    <a:pt x="10576" y="17204"/>
                  </a:moveTo>
                  <a:lnTo>
                    <a:pt x="10576" y="18581"/>
                  </a:lnTo>
                  <a:lnTo>
                    <a:pt x="10142" y="18581"/>
                  </a:lnTo>
                  <a:lnTo>
                    <a:pt x="10142" y="17204"/>
                  </a:lnTo>
                  <a:close/>
                  <a:moveTo>
                    <a:pt x="12061" y="17204"/>
                  </a:moveTo>
                  <a:lnTo>
                    <a:pt x="12061" y="18581"/>
                  </a:lnTo>
                  <a:lnTo>
                    <a:pt x="11626" y="18581"/>
                  </a:lnTo>
                  <a:lnTo>
                    <a:pt x="11626" y="17204"/>
                  </a:lnTo>
                  <a:close/>
                  <a:moveTo>
                    <a:pt x="13528" y="17204"/>
                  </a:moveTo>
                  <a:lnTo>
                    <a:pt x="13528" y="18581"/>
                  </a:lnTo>
                  <a:lnTo>
                    <a:pt x="13093" y="18581"/>
                  </a:lnTo>
                  <a:lnTo>
                    <a:pt x="13093" y="17204"/>
                  </a:lnTo>
                  <a:close/>
                  <a:moveTo>
                    <a:pt x="14995" y="17204"/>
                  </a:moveTo>
                  <a:lnTo>
                    <a:pt x="14995" y="18581"/>
                  </a:lnTo>
                  <a:lnTo>
                    <a:pt x="14578" y="18581"/>
                  </a:lnTo>
                  <a:lnTo>
                    <a:pt x="14578" y="17204"/>
                  </a:lnTo>
                  <a:close/>
                  <a:moveTo>
                    <a:pt x="16462" y="17204"/>
                  </a:moveTo>
                  <a:lnTo>
                    <a:pt x="16462" y="18581"/>
                  </a:lnTo>
                  <a:lnTo>
                    <a:pt x="16045" y="18581"/>
                  </a:lnTo>
                  <a:lnTo>
                    <a:pt x="16045" y="17204"/>
                  </a:lnTo>
                  <a:close/>
                  <a:moveTo>
                    <a:pt x="8005" y="0"/>
                  </a:moveTo>
                  <a:lnTo>
                    <a:pt x="8005" y="960"/>
                  </a:lnTo>
                  <a:cubicBezTo>
                    <a:pt x="7552" y="1015"/>
                    <a:pt x="7534" y="1648"/>
                    <a:pt x="7968" y="1739"/>
                  </a:cubicBezTo>
                  <a:lnTo>
                    <a:pt x="7208" y="4908"/>
                  </a:lnTo>
                  <a:cubicBezTo>
                    <a:pt x="7135" y="4926"/>
                    <a:pt x="7081" y="4926"/>
                    <a:pt x="7009" y="4962"/>
                  </a:cubicBezTo>
                  <a:cubicBezTo>
                    <a:pt x="7009" y="4944"/>
                    <a:pt x="7009" y="4926"/>
                    <a:pt x="7009" y="4908"/>
                  </a:cubicBezTo>
                  <a:cubicBezTo>
                    <a:pt x="7009" y="4854"/>
                    <a:pt x="6981" y="4833"/>
                    <a:pt x="6944" y="4833"/>
                  </a:cubicBezTo>
                  <a:cubicBezTo>
                    <a:pt x="6845" y="4833"/>
                    <a:pt x="6682" y="4982"/>
                    <a:pt x="6827" y="5035"/>
                  </a:cubicBezTo>
                  <a:cubicBezTo>
                    <a:pt x="6483" y="5216"/>
                    <a:pt x="6266" y="5578"/>
                    <a:pt x="6284" y="5977"/>
                  </a:cubicBezTo>
                  <a:cubicBezTo>
                    <a:pt x="6284" y="6556"/>
                    <a:pt x="6737" y="7027"/>
                    <a:pt x="7316" y="7045"/>
                  </a:cubicBezTo>
                  <a:lnTo>
                    <a:pt x="7316" y="7244"/>
                  </a:lnTo>
                  <a:lnTo>
                    <a:pt x="7190" y="7244"/>
                  </a:lnTo>
                  <a:cubicBezTo>
                    <a:pt x="6773" y="7244"/>
                    <a:pt x="6429" y="7570"/>
                    <a:pt x="6411" y="7969"/>
                  </a:cubicBezTo>
                  <a:lnTo>
                    <a:pt x="6755" y="7969"/>
                  </a:lnTo>
                  <a:lnTo>
                    <a:pt x="6755" y="8693"/>
                  </a:lnTo>
                  <a:lnTo>
                    <a:pt x="6411" y="8693"/>
                  </a:lnTo>
                  <a:lnTo>
                    <a:pt x="6411" y="9037"/>
                  </a:lnTo>
                  <a:lnTo>
                    <a:pt x="6465" y="9037"/>
                  </a:lnTo>
                  <a:cubicBezTo>
                    <a:pt x="6031" y="9037"/>
                    <a:pt x="5687" y="9381"/>
                    <a:pt x="5687" y="9816"/>
                  </a:cubicBezTo>
                  <a:lnTo>
                    <a:pt x="5687" y="11138"/>
                  </a:lnTo>
                  <a:lnTo>
                    <a:pt x="4528" y="11138"/>
                  </a:lnTo>
                  <a:lnTo>
                    <a:pt x="4528" y="8947"/>
                  </a:lnTo>
                  <a:lnTo>
                    <a:pt x="4220" y="7226"/>
                  </a:lnTo>
                  <a:cubicBezTo>
                    <a:pt x="4292" y="7208"/>
                    <a:pt x="4346" y="7154"/>
                    <a:pt x="4346" y="7081"/>
                  </a:cubicBezTo>
                  <a:cubicBezTo>
                    <a:pt x="4356" y="7000"/>
                    <a:pt x="4279" y="6959"/>
                    <a:pt x="4202" y="6959"/>
                  </a:cubicBezTo>
                  <a:cubicBezTo>
                    <a:pt x="4125" y="6959"/>
                    <a:pt x="4048" y="7000"/>
                    <a:pt x="4057" y="7081"/>
                  </a:cubicBezTo>
                  <a:cubicBezTo>
                    <a:pt x="4057" y="7154"/>
                    <a:pt x="4111" y="7208"/>
                    <a:pt x="4183" y="7226"/>
                  </a:cubicBezTo>
                  <a:lnTo>
                    <a:pt x="3894" y="8947"/>
                  </a:lnTo>
                  <a:lnTo>
                    <a:pt x="3858" y="8947"/>
                  </a:lnTo>
                  <a:lnTo>
                    <a:pt x="3568" y="7226"/>
                  </a:lnTo>
                  <a:cubicBezTo>
                    <a:pt x="3622" y="7208"/>
                    <a:pt x="3676" y="7154"/>
                    <a:pt x="3676" y="7081"/>
                  </a:cubicBezTo>
                  <a:cubicBezTo>
                    <a:pt x="3685" y="7000"/>
                    <a:pt x="3609" y="6959"/>
                    <a:pt x="3532" y="6959"/>
                  </a:cubicBezTo>
                  <a:cubicBezTo>
                    <a:pt x="3455" y="6959"/>
                    <a:pt x="3378" y="7000"/>
                    <a:pt x="3387" y="7081"/>
                  </a:cubicBezTo>
                  <a:cubicBezTo>
                    <a:pt x="3387" y="7154"/>
                    <a:pt x="3441" y="7208"/>
                    <a:pt x="3513" y="7226"/>
                  </a:cubicBezTo>
                  <a:lnTo>
                    <a:pt x="3224" y="8947"/>
                  </a:lnTo>
                  <a:lnTo>
                    <a:pt x="2318" y="3822"/>
                  </a:lnTo>
                  <a:cubicBezTo>
                    <a:pt x="2789" y="3749"/>
                    <a:pt x="2771" y="3097"/>
                    <a:pt x="2318" y="3043"/>
                  </a:cubicBezTo>
                  <a:lnTo>
                    <a:pt x="2318" y="2083"/>
                  </a:lnTo>
                  <a:lnTo>
                    <a:pt x="2210" y="2083"/>
                  </a:lnTo>
                  <a:lnTo>
                    <a:pt x="2210" y="3043"/>
                  </a:lnTo>
                  <a:cubicBezTo>
                    <a:pt x="1757" y="3097"/>
                    <a:pt x="1739" y="3749"/>
                    <a:pt x="2191" y="3822"/>
                  </a:cubicBezTo>
                  <a:lnTo>
                    <a:pt x="1304" y="8947"/>
                  </a:lnTo>
                  <a:lnTo>
                    <a:pt x="1014" y="7226"/>
                  </a:lnTo>
                  <a:cubicBezTo>
                    <a:pt x="1178" y="7199"/>
                    <a:pt x="992" y="7007"/>
                    <a:pt x="891" y="7007"/>
                  </a:cubicBezTo>
                  <a:cubicBezTo>
                    <a:pt x="857" y="7007"/>
                    <a:pt x="833" y="7028"/>
                    <a:pt x="833" y="7081"/>
                  </a:cubicBezTo>
                  <a:cubicBezTo>
                    <a:pt x="833" y="7154"/>
                    <a:pt x="888" y="7208"/>
                    <a:pt x="960" y="7226"/>
                  </a:cubicBezTo>
                  <a:lnTo>
                    <a:pt x="670" y="8947"/>
                  </a:lnTo>
                  <a:lnTo>
                    <a:pt x="634" y="8947"/>
                  </a:lnTo>
                  <a:lnTo>
                    <a:pt x="344" y="7226"/>
                  </a:lnTo>
                  <a:cubicBezTo>
                    <a:pt x="417" y="7208"/>
                    <a:pt x="471" y="7154"/>
                    <a:pt x="471" y="7081"/>
                  </a:cubicBezTo>
                  <a:cubicBezTo>
                    <a:pt x="480" y="7000"/>
                    <a:pt x="403" y="6959"/>
                    <a:pt x="326" y="6959"/>
                  </a:cubicBezTo>
                  <a:cubicBezTo>
                    <a:pt x="249" y="6959"/>
                    <a:pt x="172" y="7000"/>
                    <a:pt x="181" y="7081"/>
                  </a:cubicBezTo>
                  <a:cubicBezTo>
                    <a:pt x="181" y="7154"/>
                    <a:pt x="236" y="7208"/>
                    <a:pt x="308" y="7226"/>
                  </a:cubicBezTo>
                  <a:lnTo>
                    <a:pt x="0" y="8947"/>
                  </a:lnTo>
                  <a:lnTo>
                    <a:pt x="0" y="14778"/>
                  </a:lnTo>
                  <a:lnTo>
                    <a:pt x="471" y="14778"/>
                  </a:lnTo>
                  <a:lnTo>
                    <a:pt x="471" y="20283"/>
                  </a:lnTo>
                  <a:lnTo>
                    <a:pt x="4093" y="20283"/>
                  </a:lnTo>
                  <a:lnTo>
                    <a:pt x="4093" y="14778"/>
                  </a:lnTo>
                  <a:lnTo>
                    <a:pt x="4509" y="14778"/>
                  </a:lnTo>
                  <a:lnTo>
                    <a:pt x="4509" y="14090"/>
                  </a:lnTo>
                  <a:lnTo>
                    <a:pt x="4238" y="14090"/>
                  </a:lnTo>
                  <a:lnTo>
                    <a:pt x="4238" y="12750"/>
                  </a:lnTo>
                  <a:cubicBezTo>
                    <a:pt x="4238" y="12568"/>
                    <a:pt x="4346" y="12424"/>
                    <a:pt x="4509" y="12351"/>
                  </a:cubicBezTo>
                  <a:lnTo>
                    <a:pt x="4509" y="12080"/>
                  </a:lnTo>
                  <a:lnTo>
                    <a:pt x="5433" y="12080"/>
                  </a:lnTo>
                  <a:lnTo>
                    <a:pt x="5433" y="20283"/>
                  </a:lnTo>
                  <a:lnTo>
                    <a:pt x="18599" y="20283"/>
                  </a:lnTo>
                  <a:lnTo>
                    <a:pt x="18599" y="8385"/>
                  </a:lnTo>
                  <a:lnTo>
                    <a:pt x="19142" y="8385"/>
                  </a:lnTo>
                  <a:lnTo>
                    <a:pt x="19142" y="7335"/>
                  </a:lnTo>
                  <a:lnTo>
                    <a:pt x="19450" y="6031"/>
                  </a:lnTo>
                  <a:lnTo>
                    <a:pt x="19450" y="5542"/>
                  </a:lnTo>
                  <a:lnTo>
                    <a:pt x="19088" y="5542"/>
                  </a:lnTo>
                  <a:lnTo>
                    <a:pt x="19088" y="4274"/>
                  </a:lnTo>
                  <a:cubicBezTo>
                    <a:pt x="19088" y="3985"/>
                    <a:pt x="18870" y="3749"/>
                    <a:pt x="18581" y="3749"/>
                  </a:cubicBezTo>
                  <a:lnTo>
                    <a:pt x="18599" y="3749"/>
                  </a:lnTo>
                  <a:lnTo>
                    <a:pt x="18019" y="1214"/>
                  </a:lnTo>
                  <a:cubicBezTo>
                    <a:pt x="18273" y="1159"/>
                    <a:pt x="18218" y="797"/>
                    <a:pt x="17965" y="797"/>
                  </a:cubicBezTo>
                  <a:cubicBezTo>
                    <a:pt x="17729" y="797"/>
                    <a:pt x="17675" y="1159"/>
                    <a:pt x="17929" y="1214"/>
                  </a:cubicBezTo>
                  <a:lnTo>
                    <a:pt x="17349" y="3749"/>
                  </a:lnTo>
                  <a:lnTo>
                    <a:pt x="17367" y="3749"/>
                  </a:lnTo>
                  <a:cubicBezTo>
                    <a:pt x="17077" y="3767"/>
                    <a:pt x="16860" y="3985"/>
                    <a:pt x="16860" y="4274"/>
                  </a:cubicBezTo>
                  <a:lnTo>
                    <a:pt x="16860" y="5542"/>
                  </a:lnTo>
                  <a:lnTo>
                    <a:pt x="16607" y="5542"/>
                  </a:lnTo>
                  <a:lnTo>
                    <a:pt x="16607" y="6013"/>
                  </a:lnTo>
                  <a:lnTo>
                    <a:pt x="16933" y="7335"/>
                  </a:lnTo>
                  <a:lnTo>
                    <a:pt x="16933" y="8385"/>
                  </a:lnTo>
                  <a:lnTo>
                    <a:pt x="17349" y="8385"/>
                  </a:lnTo>
                  <a:lnTo>
                    <a:pt x="17349" y="13257"/>
                  </a:lnTo>
                  <a:lnTo>
                    <a:pt x="17150" y="13257"/>
                  </a:lnTo>
                  <a:lnTo>
                    <a:pt x="16733" y="11518"/>
                  </a:lnTo>
                  <a:cubicBezTo>
                    <a:pt x="16788" y="11518"/>
                    <a:pt x="16824" y="11464"/>
                    <a:pt x="16824" y="11409"/>
                  </a:cubicBezTo>
                  <a:cubicBezTo>
                    <a:pt x="16824" y="11337"/>
                    <a:pt x="16770" y="11283"/>
                    <a:pt x="16697" y="11283"/>
                  </a:cubicBezTo>
                  <a:cubicBezTo>
                    <a:pt x="16589" y="11301"/>
                    <a:pt x="16570" y="11464"/>
                    <a:pt x="16679" y="11518"/>
                  </a:cubicBezTo>
                  <a:lnTo>
                    <a:pt x="16263" y="13239"/>
                  </a:lnTo>
                  <a:lnTo>
                    <a:pt x="13782" y="13239"/>
                  </a:lnTo>
                  <a:lnTo>
                    <a:pt x="13782" y="11265"/>
                  </a:lnTo>
                  <a:lnTo>
                    <a:pt x="14053" y="11265"/>
                  </a:lnTo>
                  <a:lnTo>
                    <a:pt x="14053" y="10269"/>
                  </a:lnTo>
                  <a:lnTo>
                    <a:pt x="13727" y="10269"/>
                  </a:lnTo>
                  <a:lnTo>
                    <a:pt x="13727" y="10776"/>
                  </a:lnTo>
                  <a:lnTo>
                    <a:pt x="13456" y="10776"/>
                  </a:lnTo>
                  <a:lnTo>
                    <a:pt x="13456" y="10269"/>
                  </a:lnTo>
                  <a:lnTo>
                    <a:pt x="12822" y="10269"/>
                  </a:lnTo>
                  <a:lnTo>
                    <a:pt x="12822" y="10776"/>
                  </a:lnTo>
                  <a:lnTo>
                    <a:pt x="12532" y="10776"/>
                  </a:lnTo>
                  <a:lnTo>
                    <a:pt x="12532" y="10269"/>
                  </a:lnTo>
                  <a:lnTo>
                    <a:pt x="12206" y="10269"/>
                  </a:lnTo>
                  <a:lnTo>
                    <a:pt x="12206" y="11265"/>
                  </a:lnTo>
                  <a:lnTo>
                    <a:pt x="12496" y="11265"/>
                  </a:lnTo>
                  <a:lnTo>
                    <a:pt x="12496" y="13257"/>
                  </a:lnTo>
                  <a:lnTo>
                    <a:pt x="10685" y="13257"/>
                  </a:lnTo>
                  <a:lnTo>
                    <a:pt x="10685" y="11156"/>
                  </a:lnTo>
                  <a:lnTo>
                    <a:pt x="10431" y="11156"/>
                  </a:lnTo>
                  <a:lnTo>
                    <a:pt x="10431" y="9816"/>
                  </a:lnTo>
                  <a:cubicBezTo>
                    <a:pt x="10431" y="9381"/>
                    <a:pt x="10087" y="9037"/>
                    <a:pt x="9653" y="9037"/>
                  </a:cubicBezTo>
                  <a:lnTo>
                    <a:pt x="9725" y="9037"/>
                  </a:lnTo>
                  <a:lnTo>
                    <a:pt x="9725" y="8711"/>
                  </a:lnTo>
                  <a:lnTo>
                    <a:pt x="9363" y="8711"/>
                  </a:lnTo>
                  <a:lnTo>
                    <a:pt x="9363" y="7987"/>
                  </a:lnTo>
                  <a:lnTo>
                    <a:pt x="9707" y="7987"/>
                  </a:lnTo>
                  <a:cubicBezTo>
                    <a:pt x="9689" y="7570"/>
                    <a:pt x="9363" y="7244"/>
                    <a:pt x="8946" y="7244"/>
                  </a:cubicBezTo>
                  <a:lnTo>
                    <a:pt x="8801" y="7244"/>
                  </a:lnTo>
                  <a:lnTo>
                    <a:pt x="8801" y="7045"/>
                  </a:lnTo>
                  <a:cubicBezTo>
                    <a:pt x="9381" y="7027"/>
                    <a:pt x="9852" y="6538"/>
                    <a:pt x="9852" y="5958"/>
                  </a:cubicBezTo>
                  <a:cubicBezTo>
                    <a:pt x="9852" y="5560"/>
                    <a:pt x="9634" y="5198"/>
                    <a:pt x="9290" y="5017"/>
                  </a:cubicBezTo>
                  <a:cubicBezTo>
                    <a:pt x="9422" y="4964"/>
                    <a:pt x="9256" y="4815"/>
                    <a:pt x="9156" y="4815"/>
                  </a:cubicBezTo>
                  <a:cubicBezTo>
                    <a:pt x="9119" y="4815"/>
                    <a:pt x="9091" y="4836"/>
                    <a:pt x="9091" y="4890"/>
                  </a:cubicBezTo>
                  <a:cubicBezTo>
                    <a:pt x="9091" y="4908"/>
                    <a:pt x="9091" y="4926"/>
                    <a:pt x="9091" y="4944"/>
                  </a:cubicBezTo>
                  <a:cubicBezTo>
                    <a:pt x="9037" y="4926"/>
                    <a:pt x="8964" y="4908"/>
                    <a:pt x="8892" y="4890"/>
                  </a:cubicBezTo>
                  <a:lnTo>
                    <a:pt x="8149" y="1721"/>
                  </a:lnTo>
                  <a:cubicBezTo>
                    <a:pt x="8312" y="1685"/>
                    <a:pt x="8439" y="1522"/>
                    <a:pt x="8457" y="1341"/>
                  </a:cubicBezTo>
                  <a:cubicBezTo>
                    <a:pt x="8457" y="1141"/>
                    <a:pt x="8294" y="978"/>
                    <a:pt x="8113" y="960"/>
                  </a:cubicBezTo>
                  <a:lnTo>
                    <a:pt x="81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77"/>
            <p:cNvSpPr/>
            <p:nvPr/>
          </p:nvSpPr>
          <p:spPr>
            <a:xfrm flipH="1">
              <a:off x="-1545755" y="3789575"/>
              <a:ext cx="3858855" cy="1463178"/>
            </a:xfrm>
            <a:custGeom>
              <a:rect b="b" l="l" r="r" t="t"/>
              <a:pathLst>
                <a:path extrusionOk="0" h="24920" w="63330">
                  <a:moveTo>
                    <a:pt x="26259" y="1"/>
                  </a:moveTo>
                  <a:lnTo>
                    <a:pt x="25535" y="852"/>
                  </a:lnTo>
                  <a:cubicBezTo>
                    <a:pt x="25376" y="1178"/>
                    <a:pt x="25202" y="1301"/>
                    <a:pt x="25030" y="1301"/>
                  </a:cubicBezTo>
                  <a:cubicBezTo>
                    <a:pt x="24496" y="1301"/>
                    <a:pt x="23977" y="109"/>
                    <a:pt x="23977" y="109"/>
                  </a:cubicBezTo>
                  <a:cubicBezTo>
                    <a:pt x="23561" y="616"/>
                    <a:pt x="23289" y="1196"/>
                    <a:pt x="23126" y="1830"/>
                  </a:cubicBezTo>
                  <a:cubicBezTo>
                    <a:pt x="22855" y="2934"/>
                    <a:pt x="21696" y="3242"/>
                    <a:pt x="21496" y="5198"/>
                  </a:cubicBezTo>
                  <a:cubicBezTo>
                    <a:pt x="21496" y="5198"/>
                    <a:pt x="20518" y="4474"/>
                    <a:pt x="19975" y="4474"/>
                  </a:cubicBezTo>
                  <a:cubicBezTo>
                    <a:pt x="19414" y="5035"/>
                    <a:pt x="18943" y="5669"/>
                    <a:pt x="18563" y="6357"/>
                  </a:cubicBezTo>
                  <a:cubicBezTo>
                    <a:pt x="18019" y="7407"/>
                    <a:pt x="14216" y="10287"/>
                    <a:pt x="6248" y="11518"/>
                  </a:cubicBezTo>
                  <a:cubicBezTo>
                    <a:pt x="6248" y="11518"/>
                    <a:pt x="5814" y="11428"/>
                    <a:pt x="5143" y="10794"/>
                  </a:cubicBezTo>
                  <a:cubicBezTo>
                    <a:pt x="5143" y="10794"/>
                    <a:pt x="4979" y="10932"/>
                    <a:pt x="4733" y="10932"/>
                  </a:cubicBezTo>
                  <a:cubicBezTo>
                    <a:pt x="4525" y="10932"/>
                    <a:pt x="4258" y="10833"/>
                    <a:pt x="3984" y="10468"/>
                  </a:cubicBezTo>
                  <a:cubicBezTo>
                    <a:pt x="3984" y="10468"/>
                    <a:pt x="2366" y="11648"/>
                    <a:pt x="787" y="11648"/>
                  </a:cubicBezTo>
                  <a:cubicBezTo>
                    <a:pt x="521" y="11648"/>
                    <a:pt x="256" y="11615"/>
                    <a:pt x="0" y="11536"/>
                  </a:cubicBezTo>
                  <a:lnTo>
                    <a:pt x="0" y="24919"/>
                  </a:lnTo>
                  <a:lnTo>
                    <a:pt x="63329" y="24919"/>
                  </a:lnTo>
                  <a:lnTo>
                    <a:pt x="63329" y="10396"/>
                  </a:lnTo>
                  <a:cubicBezTo>
                    <a:pt x="60070" y="9182"/>
                    <a:pt x="59671" y="7570"/>
                    <a:pt x="59671" y="7570"/>
                  </a:cubicBezTo>
                  <a:lnTo>
                    <a:pt x="59055" y="8168"/>
                  </a:lnTo>
                  <a:cubicBezTo>
                    <a:pt x="58150" y="8168"/>
                    <a:pt x="56466" y="6194"/>
                    <a:pt x="56122" y="6085"/>
                  </a:cubicBezTo>
                  <a:cubicBezTo>
                    <a:pt x="56113" y="6083"/>
                    <a:pt x="56104" y="6082"/>
                    <a:pt x="56093" y="6082"/>
                  </a:cubicBezTo>
                  <a:cubicBezTo>
                    <a:pt x="55671" y="6082"/>
                    <a:pt x="53876" y="7860"/>
                    <a:pt x="53876" y="7860"/>
                  </a:cubicBezTo>
                  <a:cubicBezTo>
                    <a:pt x="53423" y="7353"/>
                    <a:pt x="49602" y="4419"/>
                    <a:pt x="49457" y="4365"/>
                  </a:cubicBezTo>
                  <a:cubicBezTo>
                    <a:pt x="49453" y="4363"/>
                    <a:pt x="49448" y="4363"/>
                    <a:pt x="49442" y="4363"/>
                  </a:cubicBezTo>
                  <a:cubicBezTo>
                    <a:pt x="49252" y="4363"/>
                    <a:pt x="48298" y="5180"/>
                    <a:pt x="48298" y="5180"/>
                  </a:cubicBezTo>
                  <a:cubicBezTo>
                    <a:pt x="48298" y="5180"/>
                    <a:pt x="46614" y="2989"/>
                    <a:pt x="46415" y="2898"/>
                  </a:cubicBezTo>
                  <a:cubicBezTo>
                    <a:pt x="46394" y="2888"/>
                    <a:pt x="46371" y="2883"/>
                    <a:pt x="46346" y="2883"/>
                  </a:cubicBezTo>
                  <a:cubicBezTo>
                    <a:pt x="46114" y="2883"/>
                    <a:pt x="45745" y="3297"/>
                    <a:pt x="45745" y="3297"/>
                  </a:cubicBezTo>
                  <a:cubicBezTo>
                    <a:pt x="45745" y="1667"/>
                    <a:pt x="44423" y="1"/>
                    <a:pt x="44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77"/>
            <p:cNvSpPr/>
            <p:nvPr/>
          </p:nvSpPr>
          <p:spPr>
            <a:xfrm flipH="1">
              <a:off x="-618765" y="3427900"/>
              <a:ext cx="662516" cy="639836"/>
            </a:xfrm>
            <a:custGeom>
              <a:rect b="b" l="l" r="r" t="t"/>
              <a:pathLst>
                <a:path extrusionOk="0" h="10128" w="10487">
                  <a:moveTo>
                    <a:pt x="4792" y="0"/>
                  </a:moveTo>
                  <a:cubicBezTo>
                    <a:pt x="4688" y="0"/>
                    <a:pt x="4585" y="65"/>
                    <a:pt x="4565" y="185"/>
                  </a:cubicBezTo>
                  <a:cubicBezTo>
                    <a:pt x="4184" y="3029"/>
                    <a:pt x="2826" y="6361"/>
                    <a:pt x="2826" y="6361"/>
                  </a:cubicBezTo>
                  <a:cubicBezTo>
                    <a:pt x="2717" y="5727"/>
                    <a:pt x="1576" y="4188"/>
                    <a:pt x="1069" y="3536"/>
                  </a:cubicBezTo>
                  <a:cubicBezTo>
                    <a:pt x="1036" y="3495"/>
                    <a:pt x="990" y="3477"/>
                    <a:pt x="945" y="3477"/>
                  </a:cubicBezTo>
                  <a:cubicBezTo>
                    <a:pt x="869" y="3477"/>
                    <a:pt x="798" y="3528"/>
                    <a:pt x="798" y="3608"/>
                  </a:cubicBezTo>
                  <a:cubicBezTo>
                    <a:pt x="725" y="4423"/>
                    <a:pt x="599" y="5238"/>
                    <a:pt x="436" y="6035"/>
                  </a:cubicBezTo>
                  <a:cubicBezTo>
                    <a:pt x="200" y="7393"/>
                    <a:pt x="55" y="8751"/>
                    <a:pt x="1" y="10109"/>
                  </a:cubicBezTo>
                  <a:lnTo>
                    <a:pt x="10486" y="10127"/>
                  </a:lnTo>
                  <a:cubicBezTo>
                    <a:pt x="10126" y="7780"/>
                    <a:pt x="9778" y="7540"/>
                    <a:pt x="9650" y="7540"/>
                  </a:cubicBezTo>
                  <a:cubicBezTo>
                    <a:pt x="9617" y="7540"/>
                    <a:pt x="9599" y="7556"/>
                    <a:pt x="9599" y="7556"/>
                  </a:cubicBezTo>
                  <a:cubicBezTo>
                    <a:pt x="9599" y="7556"/>
                    <a:pt x="9472" y="5980"/>
                    <a:pt x="9219" y="5980"/>
                  </a:cubicBezTo>
                  <a:cubicBezTo>
                    <a:pt x="8965" y="5980"/>
                    <a:pt x="7534" y="7429"/>
                    <a:pt x="7534" y="7429"/>
                  </a:cubicBezTo>
                  <a:cubicBezTo>
                    <a:pt x="7534" y="7429"/>
                    <a:pt x="7208" y="1833"/>
                    <a:pt x="7027" y="1779"/>
                  </a:cubicBezTo>
                  <a:cubicBezTo>
                    <a:pt x="7022" y="1777"/>
                    <a:pt x="7015" y="1776"/>
                    <a:pt x="7007" y="1776"/>
                  </a:cubicBezTo>
                  <a:cubicBezTo>
                    <a:pt x="6760" y="1776"/>
                    <a:pt x="5651" y="2902"/>
                    <a:pt x="5651" y="2902"/>
                  </a:cubicBezTo>
                  <a:cubicBezTo>
                    <a:pt x="5452" y="1417"/>
                    <a:pt x="5198" y="584"/>
                    <a:pt x="4999" y="131"/>
                  </a:cubicBezTo>
                  <a:cubicBezTo>
                    <a:pt x="4959" y="42"/>
                    <a:pt x="4875" y="0"/>
                    <a:pt x="4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9" name="Google Shape;1629;p77"/>
          <p:cNvSpPr txBox="1"/>
          <p:nvPr>
            <p:ph idx="2" type="title"/>
          </p:nvPr>
        </p:nvSpPr>
        <p:spPr>
          <a:xfrm>
            <a:off x="4794624" y="1092425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Skup podataka</a:t>
            </a:r>
            <a:endParaRPr/>
          </a:p>
        </p:txBody>
      </p:sp>
      <p:sp>
        <p:nvSpPr>
          <p:cNvPr id="1630" name="Google Shape;1630;p77"/>
          <p:cNvSpPr txBox="1"/>
          <p:nvPr>
            <p:ph idx="3" type="title"/>
          </p:nvPr>
        </p:nvSpPr>
        <p:spPr>
          <a:xfrm>
            <a:off x="4131125" y="1092425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31" name="Google Shape;1631;p77"/>
          <p:cNvSpPr txBox="1"/>
          <p:nvPr>
            <p:ph idx="1" type="subTitle"/>
          </p:nvPr>
        </p:nvSpPr>
        <p:spPr>
          <a:xfrm>
            <a:off x="4131125" y="1560025"/>
            <a:ext cx="4179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Proširiti skup podataka sa još više slika. Pokušati različite skupove podataka.</a:t>
            </a:r>
            <a:endParaRPr/>
          </a:p>
        </p:txBody>
      </p:sp>
      <p:sp>
        <p:nvSpPr>
          <p:cNvPr id="1632" name="Google Shape;1632;p77"/>
          <p:cNvSpPr txBox="1"/>
          <p:nvPr>
            <p:ph idx="4" type="title"/>
          </p:nvPr>
        </p:nvSpPr>
        <p:spPr>
          <a:xfrm>
            <a:off x="4794624" y="2205500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Dreambooth</a:t>
            </a:r>
            <a:endParaRPr/>
          </a:p>
        </p:txBody>
      </p:sp>
      <p:sp>
        <p:nvSpPr>
          <p:cNvPr id="1633" name="Google Shape;1633;p77"/>
          <p:cNvSpPr txBox="1"/>
          <p:nvPr>
            <p:ph idx="5" type="title"/>
          </p:nvPr>
        </p:nvSpPr>
        <p:spPr>
          <a:xfrm>
            <a:off x="4131125" y="2205500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34" name="Google Shape;1634;p77"/>
          <p:cNvSpPr txBox="1"/>
          <p:nvPr>
            <p:ph idx="6" type="subTitle"/>
          </p:nvPr>
        </p:nvSpPr>
        <p:spPr>
          <a:xfrm>
            <a:off x="4131125" y="2746300"/>
            <a:ext cx="4179000" cy="50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Primena DreamBooth tehnike za fine tuning stable diffusion modela.</a:t>
            </a:r>
            <a:endParaRPr/>
          </a:p>
        </p:txBody>
      </p:sp>
      <p:sp>
        <p:nvSpPr>
          <p:cNvPr id="1635" name="Google Shape;1635;p77"/>
          <p:cNvSpPr txBox="1"/>
          <p:nvPr>
            <p:ph idx="7" type="title"/>
          </p:nvPr>
        </p:nvSpPr>
        <p:spPr>
          <a:xfrm>
            <a:off x="4797562" y="3318563"/>
            <a:ext cx="35154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Evaluacija</a:t>
            </a:r>
            <a:endParaRPr/>
          </a:p>
        </p:txBody>
      </p:sp>
      <p:sp>
        <p:nvSpPr>
          <p:cNvPr id="1636" name="Google Shape;1636;p77"/>
          <p:cNvSpPr txBox="1"/>
          <p:nvPr>
            <p:ph idx="8" type="title"/>
          </p:nvPr>
        </p:nvSpPr>
        <p:spPr>
          <a:xfrm>
            <a:off x="4134063" y="3318563"/>
            <a:ext cx="663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37" name="Google Shape;1637;p77"/>
          <p:cNvSpPr txBox="1"/>
          <p:nvPr>
            <p:ph idx="9" type="subTitle"/>
          </p:nvPr>
        </p:nvSpPr>
        <p:spPr>
          <a:xfrm>
            <a:off x="4178950" y="3788980"/>
            <a:ext cx="4179000" cy="36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Uvesti nove načine evaluacije poput CLIP score-a.</a:t>
            </a:r>
            <a:endParaRPr/>
          </a:p>
        </p:txBody>
      </p:sp>
      <p:sp>
        <p:nvSpPr>
          <p:cNvPr id="1638" name="Google Shape;1638;p77"/>
          <p:cNvSpPr/>
          <p:nvPr/>
        </p:nvSpPr>
        <p:spPr>
          <a:xfrm flipH="1">
            <a:off x="891588" y="3509810"/>
            <a:ext cx="3095429" cy="1633696"/>
          </a:xfrm>
          <a:custGeom>
            <a:rect b="b" l="l" r="r" t="t"/>
            <a:pathLst>
              <a:path extrusionOk="0" h="17839" w="31167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9" name="Google Shape;1639;p77"/>
          <p:cNvGrpSpPr/>
          <p:nvPr/>
        </p:nvGrpSpPr>
        <p:grpSpPr>
          <a:xfrm>
            <a:off x="-44862" y="3264039"/>
            <a:ext cx="2579275" cy="2158467"/>
            <a:chOff x="-125002" y="3399213"/>
            <a:chExt cx="2579275" cy="2158467"/>
          </a:xfrm>
        </p:grpSpPr>
        <p:sp>
          <p:nvSpPr>
            <p:cNvPr id="1640" name="Google Shape;1640;p77"/>
            <p:cNvSpPr/>
            <p:nvPr/>
          </p:nvSpPr>
          <p:spPr>
            <a:xfrm>
              <a:off x="-125002" y="3399213"/>
              <a:ext cx="2579275" cy="2158467"/>
            </a:xfrm>
            <a:custGeom>
              <a:rect b="b" l="l" r="r" t="t"/>
              <a:pathLst>
                <a:path extrusionOk="0" h="21733" w="25970">
                  <a:moveTo>
                    <a:pt x="0" y="3840"/>
                  </a:moveTo>
                  <a:cubicBezTo>
                    <a:pt x="18" y="3822"/>
                    <a:pt x="18" y="3804"/>
                    <a:pt x="36" y="3804"/>
                  </a:cubicBezTo>
                  <a:cubicBezTo>
                    <a:pt x="36" y="3786"/>
                    <a:pt x="36" y="3786"/>
                    <a:pt x="36" y="3768"/>
                  </a:cubicBezTo>
                  <a:cubicBezTo>
                    <a:pt x="36" y="3713"/>
                    <a:pt x="127" y="3695"/>
                    <a:pt x="145" y="3750"/>
                  </a:cubicBezTo>
                  <a:lnTo>
                    <a:pt x="163" y="3768"/>
                  </a:lnTo>
                  <a:cubicBezTo>
                    <a:pt x="199" y="3822"/>
                    <a:pt x="235" y="3858"/>
                    <a:pt x="290" y="3876"/>
                  </a:cubicBezTo>
                  <a:cubicBezTo>
                    <a:pt x="326" y="3876"/>
                    <a:pt x="344" y="3894"/>
                    <a:pt x="344" y="3931"/>
                  </a:cubicBezTo>
                  <a:cubicBezTo>
                    <a:pt x="326" y="4112"/>
                    <a:pt x="362" y="4311"/>
                    <a:pt x="471" y="4474"/>
                  </a:cubicBezTo>
                  <a:cubicBezTo>
                    <a:pt x="489" y="4528"/>
                    <a:pt x="543" y="4583"/>
                    <a:pt x="616" y="4565"/>
                  </a:cubicBezTo>
                  <a:cubicBezTo>
                    <a:pt x="670" y="4546"/>
                    <a:pt x="634" y="4438"/>
                    <a:pt x="634" y="4383"/>
                  </a:cubicBezTo>
                  <a:cubicBezTo>
                    <a:pt x="616" y="4311"/>
                    <a:pt x="670" y="4257"/>
                    <a:pt x="724" y="4220"/>
                  </a:cubicBezTo>
                  <a:cubicBezTo>
                    <a:pt x="779" y="4220"/>
                    <a:pt x="815" y="4220"/>
                    <a:pt x="851" y="4257"/>
                  </a:cubicBezTo>
                  <a:lnTo>
                    <a:pt x="869" y="4275"/>
                  </a:lnTo>
                  <a:cubicBezTo>
                    <a:pt x="887" y="4275"/>
                    <a:pt x="924" y="4257"/>
                    <a:pt x="924" y="4239"/>
                  </a:cubicBezTo>
                  <a:lnTo>
                    <a:pt x="1068" y="4166"/>
                  </a:lnTo>
                  <a:cubicBezTo>
                    <a:pt x="1105" y="4148"/>
                    <a:pt x="1141" y="4130"/>
                    <a:pt x="1177" y="4112"/>
                  </a:cubicBezTo>
                  <a:cubicBezTo>
                    <a:pt x="1231" y="4057"/>
                    <a:pt x="1195" y="3985"/>
                    <a:pt x="1177" y="3931"/>
                  </a:cubicBezTo>
                  <a:cubicBezTo>
                    <a:pt x="1159" y="3840"/>
                    <a:pt x="1195" y="3768"/>
                    <a:pt x="1250" y="3713"/>
                  </a:cubicBezTo>
                  <a:cubicBezTo>
                    <a:pt x="1286" y="3677"/>
                    <a:pt x="1340" y="3659"/>
                    <a:pt x="1376" y="3677"/>
                  </a:cubicBezTo>
                  <a:cubicBezTo>
                    <a:pt x="1394" y="3623"/>
                    <a:pt x="1394" y="3587"/>
                    <a:pt x="1431" y="3550"/>
                  </a:cubicBezTo>
                  <a:cubicBezTo>
                    <a:pt x="1485" y="3496"/>
                    <a:pt x="1539" y="3478"/>
                    <a:pt x="1612" y="3460"/>
                  </a:cubicBezTo>
                  <a:cubicBezTo>
                    <a:pt x="1739" y="3442"/>
                    <a:pt x="1829" y="3369"/>
                    <a:pt x="1901" y="3279"/>
                  </a:cubicBezTo>
                  <a:cubicBezTo>
                    <a:pt x="1956" y="3188"/>
                    <a:pt x="1956" y="3061"/>
                    <a:pt x="2010" y="2953"/>
                  </a:cubicBezTo>
                  <a:cubicBezTo>
                    <a:pt x="2064" y="2862"/>
                    <a:pt x="2173" y="2790"/>
                    <a:pt x="2282" y="2772"/>
                  </a:cubicBezTo>
                  <a:cubicBezTo>
                    <a:pt x="2336" y="2754"/>
                    <a:pt x="2427" y="2699"/>
                    <a:pt x="2427" y="2627"/>
                  </a:cubicBezTo>
                  <a:cubicBezTo>
                    <a:pt x="2427" y="2609"/>
                    <a:pt x="2427" y="2609"/>
                    <a:pt x="2427" y="2591"/>
                  </a:cubicBezTo>
                  <a:cubicBezTo>
                    <a:pt x="2427" y="2572"/>
                    <a:pt x="2427" y="2572"/>
                    <a:pt x="2427" y="2572"/>
                  </a:cubicBezTo>
                  <a:cubicBezTo>
                    <a:pt x="2409" y="2536"/>
                    <a:pt x="2445" y="2500"/>
                    <a:pt x="2463" y="2536"/>
                  </a:cubicBezTo>
                  <a:lnTo>
                    <a:pt x="2463" y="2536"/>
                  </a:lnTo>
                  <a:lnTo>
                    <a:pt x="2553" y="2391"/>
                  </a:lnTo>
                  <a:cubicBezTo>
                    <a:pt x="2590" y="2337"/>
                    <a:pt x="2626" y="2283"/>
                    <a:pt x="2662" y="2210"/>
                  </a:cubicBezTo>
                  <a:cubicBezTo>
                    <a:pt x="2698" y="2084"/>
                    <a:pt x="2771" y="1975"/>
                    <a:pt x="2861" y="1884"/>
                  </a:cubicBezTo>
                  <a:cubicBezTo>
                    <a:pt x="2898" y="1848"/>
                    <a:pt x="2952" y="1812"/>
                    <a:pt x="3006" y="1812"/>
                  </a:cubicBezTo>
                  <a:cubicBezTo>
                    <a:pt x="3042" y="1794"/>
                    <a:pt x="3097" y="1794"/>
                    <a:pt x="3151" y="1812"/>
                  </a:cubicBezTo>
                  <a:cubicBezTo>
                    <a:pt x="3187" y="1812"/>
                    <a:pt x="3223" y="1830"/>
                    <a:pt x="3260" y="1812"/>
                  </a:cubicBezTo>
                  <a:cubicBezTo>
                    <a:pt x="3278" y="1794"/>
                    <a:pt x="3278" y="1758"/>
                    <a:pt x="3260" y="1721"/>
                  </a:cubicBezTo>
                  <a:cubicBezTo>
                    <a:pt x="3260" y="1631"/>
                    <a:pt x="3223" y="1540"/>
                    <a:pt x="3278" y="1468"/>
                  </a:cubicBezTo>
                  <a:cubicBezTo>
                    <a:pt x="3314" y="1432"/>
                    <a:pt x="3368" y="1413"/>
                    <a:pt x="3368" y="1359"/>
                  </a:cubicBezTo>
                  <a:cubicBezTo>
                    <a:pt x="3368" y="1305"/>
                    <a:pt x="3368" y="1250"/>
                    <a:pt x="3405" y="1196"/>
                  </a:cubicBezTo>
                  <a:cubicBezTo>
                    <a:pt x="3441" y="1106"/>
                    <a:pt x="3531" y="1051"/>
                    <a:pt x="3622" y="1069"/>
                  </a:cubicBezTo>
                  <a:cubicBezTo>
                    <a:pt x="3731" y="1087"/>
                    <a:pt x="3785" y="1196"/>
                    <a:pt x="3767" y="1287"/>
                  </a:cubicBezTo>
                  <a:cubicBezTo>
                    <a:pt x="3749" y="1341"/>
                    <a:pt x="3731" y="1377"/>
                    <a:pt x="3694" y="1413"/>
                  </a:cubicBezTo>
                  <a:cubicBezTo>
                    <a:pt x="3676" y="1432"/>
                    <a:pt x="3622" y="1468"/>
                    <a:pt x="3640" y="1486"/>
                  </a:cubicBezTo>
                  <a:cubicBezTo>
                    <a:pt x="3640" y="1504"/>
                    <a:pt x="3694" y="1522"/>
                    <a:pt x="3712" y="1540"/>
                  </a:cubicBezTo>
                  <a:cubicBezTo>
                    <a:pt x="3749" y="1558"/>
                    <a:pt x="3785" y="1595"/>
                    <a:pt x="3803" y="1631"/>
                  </a:cubicBezTo>
                  <a:cubicBezTo>
                    <a:pt x="3821" y="1649"/>
                    <a:pt x="3803" y="1667"/>
                    <a:pt x="3803" y="1685"/>
                  </a:cubicBezTo>
                  <a:cubicBezTo>
                    <a:pt x="3676" y="1776"/>
                    <a:pt x="3604" y="1902"/>
                    <a:pt x="3568" y="2047"/>
                  </a:cubicBezTo>
                  <a:cubicBezTo>
                    <a:pt x="3604" y="2047"/>
                    <a:pt x="3658" y="2047"/>
                    <a:pt x="3694" y="2047"/>
                  </a:cubicBezTo>
                  <a:cubicBezTo>
                    <a:pt x="3731" y="2047"/>
                    <a:pt x="3767" y="2065"/>
                    <a:pt x="3803" y="2084"/>
                  </a:cubicBezTo>
                  <a:cubicBezTo>
                    <a:pt x="3821" y="2084"/>
                    <a:pt x="3857" y="2102"/>
                    <a:pt x="3875" y="2084"/>
                  </a:cubicBezTo>
                  <a:cubicBezTo>
                    <a:pt x="3894" y="2047"/>
                    <a:pt x="3894" y="2029"/>
                    <a:pt x="3894" y="2011"/>
                  </a:cubicBezTo>
                  <a:cubicBezTo>
                    <a:pt x="3912" y="1975"/>
                    <a:pt x="3912" y="1939"/>
                    <a:pt x="3930" y="1921"/>
                  </a:cubicBezTo>
                  <a:cubicBezTo>
                    <a:pt x="3948" y="1848"/>
                    <a:pt x="4020" y="1812"/>
                    <a:pt x="4075" y="1830"/>
                  </a:cubicBezTo>
                  <a:cubicBezTo>
                    <a:pt x="4111" y="1830"/>
                    <a:pt x="4129" y="1848"/>
                    <a:pt x="4129" y="1884"/>
                  </a:cubicBezTo>
                  <a:cubicBezTo>
                    <a:pt x="4129" y="1921"/>
                    <a:pt x="4183" y="1957"/>
                    <a:pt x="4238" y="1957"/>
                  </a:cubicBezTo>
                  <a:cubicBezTo>
                    <a:pt x="4256" y="1957"/>
                    <a:pt x="4274" y="1921"/>
                    <a:pt x="4274" y="1902"/>
                  </a:cubicBezTo>
                  <a:cubicBezTo>
                    <a:pt x="4274" y="1884"/>
                    <a:pt x="4238" y="1866"/>
                    <a:pt x="4220" y="1866"/>
                  </a:cubicBezTo>
                  <a:cubicBezTo>
                    <a:pt x="4165" y="1812"/>
                    <a:pt x="4093" y="1739"/>
                    <a:pt x="4147" y="1667"/>
                  </a:cubicBezTo>
                  <a:cubicBezTo>
                    <a:pt x="4165" y="1613"/>
                    <a:pt x="4238" y="1576"/>
                    <a:pt x="4292" y="1558"/>
                  </a:cubicBezTo>
                  <a:cubicBezTo>
                    <a:pt x="4292" y="1558"/>
                    <a:pt x="4292" y="1540"/>
                    <a:pt x="4292" y="1522"/>
                  </a:cubicBezTo>
                  <a:cubicBezTo>
                    <a:pt x="4310" y="1468"/>
                    <a:pt x="4364" y="1432"/>
                    <a:pt x="4419" y="1413"/>
                  </a:cubicBezTo>
                  <a:cubicBezTo>
                    <a:pt x="4455" y="1395"/>
                    <a:pt x="4473" y="1395"/>
                    <a:pt x="4473" y="1341"/>
                  </a:cubicBezTo>
                  <a:cubicBezTo>
                    <a:pt x="4455" y="1305"/>
                    <a:pt x="4455" y="1250"/>
                    <a:pt x="4455" y="1214"/>
                  </a:cubicBezTo>
                  <a:cubicBezTo>
                    <a:pt x="4455" y="1160"/>
                    <a:pt x="4491" y="1124"/>
                    <a:pt x="4527" y="1087"/>
                  </a:cubicBezTo>
                  <a:cubicBezTo>
                    <a:pt x="4564" y="1069"/>
                    <a:pt x="4600" y="1069"/>
                    <a:pt x="4636" y="1051"/>
                  </a:cubicBezTo>
                  <a:cubicBezTo>
                    <a:pt x="4690" y="1033"/>
                    <a:pt x="4690" y="997"/>
                    <a:pt x="4708" y="961"/>
                  </a:cubicBezTo>
                  <a:cubicBezTo>
                    <a:pt x="4727" y="906"/>
                    <a:pt x="4763" y="870"/>
                    <a:pt x="4799" y="870"/>
                  </a:cubicBezTo>
                  <a:cubicBezTo>
                    <a:pt x="4853" y="834"/>
                    <a:pt x="4908" y="834"/>
                    <a:pt x="4962" y="870"/>
                  </a:cubicBezTo>
                  <a:cubicBezTo>
                    <a:pt x="4962" y="834"/>
                    <a:pt x="4980" y="798"/>
                    <a:pt x="4998" y="762"/>
                  </a:cubicBezTo>
                  <a:cubicBezTo>
                    <a:pt x="4998" y="725"/>
                    <a:pt x="5034" y="707"/>
                    <a:pt x="5071" y="725"/>
                  </a:cubicBezTo>
                  <a:lnTo>
                    <a:pt x="5234" y="816"/>
                  </a:lnTo>
                  <a:lnTo>
                    <a:pt x="5306" y="852"/>
                  </a:lnTo>
                  <a:lnTo>
                    <a:pt x="5306" y="852"/>
                  </a:lnTo>
                  <a:cubicBezTo>
                    <a:pt x="5288" y="816"/>
                    <a:pt x="5270" y="780"/>
                    <a:pt x="5270" y="743"/>
                  </a:cubicBezTo>
                  <a:cubicBezTo>
                    <a:pt x="5288" y="707"/>
                    <a:pt x="5288" y="653"/>
                    <a:pt x="5306" y="617"/>
                  </a:cubicBezTo>
                  <a:cubicBezTo>
                    <a:pt x="5324" y="580"/>
                    <a:pt x="5360" y="544"/>
                    <a:pt x="5397" y="526"/>
                  </a:cubicBezTo>
                  <a:cubicBezTo>
                    <a:pt x="5433" y="508"/>
                    <a:pt x="5505" y="562"/>
                    <a:pt x="5542" y="599"/>
                  </a:cubicBezTo>
                  <a:lnTo>
                    <a:pt x="5632" y="671"/>
                  </a:lnTo>
                  <a:cubicBezTo>
                    <a:pt x="5650" y="635"/>
                    <a:pt x="5686" y="580"/>
                    <a:pt x="5704" y="544"/>
                  </a:cubicBezTo>
                  <a:cubicBezTo>
                    <a:pt x="5686" y="526"/>
                    <a:pt x="5686" y="490"/>
                    <a:pt x="5704" y="472"/>
                  </a:cubicBezTo>
                  <a:lnTo>
                    <a:pt x="5777" y="399"/>
                  </a:lnTo>
                  <a:cubicBezTo>
                    <a:pt x="5849" y="327"/>
                    <a:pt x="5922" y="254"/>
                    <a:pt x="5976" y="164"/>
                  </a:cubicBezTo>
                  <a:cubicBezTo>
                    <a:pt x="5994" y="128"/>
                    <a:pt x="6030" y="128"/>
                    <a:pt x="6049" y="146"/>
                  </a:cubicBezTo>
                  <a:lnTo>
                    <a:pt x="6085" y="200"/>
                  </a:lnTo>
                  <a:cubicBezTo>
                    <a:pt x="6103" y="146"/>
                    <a:pt x="6139" y="91"/>
                    <a:pt x="6157" y="55"/>
                  </a:cubicBezTo>
                  <a:cubicBezTo>
                    <a:pt x="6157" y="19"/>
                    <a:pt x="6175" y="1"/>
                    <a:pt x="6212" y="19"/>
                  </a:cubicBezTo>
                  <a:cubicBezTo>
                    <a:pt x="6284" y="37"/>
                    <a:pt x="6320" y="91"/>
                    <a:pt x="6320" y="164"/>
                  </a:cubicBezTo>
                  <a:cubicBezTo>
                    <a:pt x="6320" y="218"/>
                    <a:pt x="6320" y="273"/>
                    <a:pt x="6338" y="327"/>
                  </a:cubicBezTo>
                  <a:cubicBezTo>
                    <a:pt x="6356" y="363"/>
                    <a:pt x="6411" y="381"/>
                    <a:pt x="6447" y="399"/>
                  </a:cubicBezTo>
                  <a:cubicBezTo>
                    <a:pt x="6465" y="417"/>
                    <a:pt x="6501" y="436"/>
                    <a:pt x="6519" y="490"/>
                  </a:cubicBezTo>
                  <a:cubicBezTo>
                    <a:pt x="6556" y="562"/>
                    <a:pt x="6538" y="635"/>
                    <a:pt x="6501" y="707"/>
                  </a:cubicBezTo>
                  <a:cubicBezTo>
                    <a:pt x="6483" y="762"/>
                    <a:pt x="6429" y="798"/>
                    <a:pt x="6393" y="834"/>
                  </a:cubicBezTo>
                  <a:lnTo>
                    <a:pt x="6574" y="888"/>
                  </a:lnTo>
                  <a:cubicBezTo>
                    <a:pt x="6592" y="888"/>
                    <a:pt x="6610" y="906"/>
                    <a:pt x="6610" y="925"/>
                  </a:cubicBezTo>
                  <a:lnTo>
                    <a:pt x="6592" y="1359"/>
                  </a:lnTo>
                  <a:cubicBezTo>
                    <a:pt x="6664" y="1359"/>
                    <a:pt x="6755" y="1377"/>
                    <a:pt x="6827" y="1413"/>
                  </a:cubicBezTo>
                  <a:cubicBezTo>
                    <a:pt x="6864" y="1432"/>
                    <a:pt x="6864" y="1468"/>
                    <a:pt x="6845" y="1486"/>
                  </a:cubicBezTo>
                  <a:lnTo>
                    <a:pt x="6773" y="1558"/>
                  </a:lnTo>
                  <a:cubicBezTo>
                    <a:pt x="6864" y="1649"/>
                    <a:pt x="6882" y="1776"/>
                    <a:pt x="6809" y="1884"/>
                  </a:cubicBezTo>
                  <a:cubicBezTo>
                    <a:pt x="6791" y="1902"/>
                    <a:pt x="6773" y="1921"/>
                    <a:pt x="6755" y="1921"/>
                  </a:cubicBezTo>
                  <a:cubicBezTo>
                    <a:pt x="6755" y="1921"/>
                    <a:pt x="6719" y="1939"/>
                    <a:pt x="6719" y="1957"/>
                  </a:cubicBezTo>
                  <a:cubicBezTo>
                    <a:pt x="6719" y="1975"/>
                    <a:pt x="6755" y="2011"/>
                    <a:pt x="6755" y="2011"/>
                  </a:cubicBezTo>
                  <a:cubicBezTo>
                    <a:pt x="6773" y="2047"/>
                    <a:pt x="6773" y="2065"/>
                    <a:pt x="6773" y="2084"/>
                  </a:cubicBezTo>
                  <a:cubicBezTo>
                    <a:pt x="6791" y="2138"/>
                    <a:pt x="6809" y="2192"/>
                    <a:pt x="6809" y="2246"/>
                  </a:cubicBezTo>
                  <a:cubicBezTo>
                    <a:pt x="6864" y="2246"/>
                    <a:pt x="6936" y="2301"/>
                    <a:pt x="6936" y="2373"/>
                  </a:cubicBezTo>
                  <a:cubicBezTo>
                    <a:pt x="6936" y="2446"/>
                    <a:pt x="6936" y="2536"/>
                    <a:pt x="6900" y="2609"/>
                  </a:cubicBezTo>
                  <a:cubicBezTo>
                    <a:pt x="6882" y="2645"/>
                    <a:pt x="6845" y="2681"/>
                    <a:pt x="6827" y="2717"/>
                  </a:cubicBezTo>
                  <a:cubicBezTo>
                    <a:pt x="6827" y="2717"/>
                    <a:pt x="6791" y="2735"/>
                    <a:pt x="6791" y="2754"/>
                  </a:cubicBezTo>
                  <a:lnTo>
                    <a:pt x="6791" y="2754"/>
                  </a:lnTo>
                  <a:cubicBezTo>
                    <a:pt x="6827" y="2735"/>
                    <a:pt x="6864" y="2772"/>
                    <a:pt x="6864" y="2808"/>
                  </a:cubicBezTo>
                  <a:lnTo>
                    <a:pt x="6845" y="2844"/>
                  </a:lnTo>
                  <a:cubicBezTo>
                    <a:pt x="6827" y="2880"/>
                    <a:pt x="6809" y="2917"/>
                    <a:pt x="6791" y="2953"/>
                  </a:cubicBezTo>
                  <a:cubicBezTo>
                    <a:pt x="6827" y="2971"/>
                    <a:pt x="6864" y="2989"/>
                    <a:pt x="6882" y="3025"/>
                  </a:cubicBezTo>
                  <a:cubicBezTo>
                    <a:pt x="6918" y="3080"/>
                    <a:pt x="6936" y="3152"/>
                    <a:pt x="6918" y="3224"/>
                  </a:cubicBezTo>
                  <a:cubicBezTo>
                    <a:pt x="6900" y="3297"/>
                    <a:pt x="6882" y="3351"/>
                    <a:pt x="6864" y="3405"/>
                  </a:cubicBezTo>
                  <a:cubicBezTo>
                    <a:pt x="6827" y="3460"/>
                    <a:pt x="6791" y="3496"/>
                    <a:pt x="6737" y="3514"/>
                  </a:cubicBezTo>
                  <a:cubicBezTo>
                    <a:pt x="6719" y="3514"/>
                    <a:pt x="6701" y="3514"/>
                    <a:pt x="6701" y="3550"/>
                  </a:cubicBezTo>
                  <a:cubicBezTo>
                    <a:pt x="6701" y="3568"/>
                    <a:pt x="6737" y="3587"/>
                    <a:pt x="6737" y="3605"/>
                  </a:cubicBezTo>
                  <a:cubicBezTo>
                    <a:pt x="6773" y="3641"/>
                    <a:pt x="6791" y="3677"/>
                    <a:pt x="6809" y="3731"/>
                  </a:cubicBezTo>
                  <a:cubicBezTo>
                    <a:pt x="6827" y="3822"/>
                    <a:pt x="6791" y="3913"/>
                    <a:pt x="6737" y="3985"/>
                  </a:cubicBezTo>
                  <a:cubicBezTo>
                    <a:pt x="6719" y="4021"/>
                    <a:pt x="6664" y="4094"/>
                    <a:pt x="6664" y="4166"/>
                  </a:cubicBezTo>
                  <a:cubicBezTo>
                    <a:pt x="6737" y="4148"/>
                    <a:pt x="6809" y="4094"/>
                    <a:pt x="6882" y="4076"/>
                  </a:cubicBezTo>
                  <a:cubicBezTo>
                    <a:pt x="6972" y="4076"/>
                    <a:pt x="7063" y="4130"/>
                    <a:pt x="7081" y="4220"/>
                  </a:cubicBezTo>
                  <a:cubicBezTo>
                    <a:pt x="7117" y="4311"/>
                    <a:pt x="7081" y="4420"/>
                    <a:pt x="7008" y="4474"/>
                  </a:cubicBezTo>
                  <a:cubicBezTo>
                    <a:pt x="6936" y="4528"/>
                    <a:pt x="6864" y="4546"/>
                    <a:pt x="6773" y="4528"/>
                  </a:cubicBezTo>
                  <a:cubicBezTo>
                    <a:pt x="6773" y="4583"/>
                    <a:pt x="6827" y="4637"/>
                    <a:pt x="6864" y="4673"/>
                  </a:cubicBezTo>
                  <a:cubicBezTo>
                    <a:pt x="6936" y="4727"/>
                    <a:pt x="6990" y="4800"/>
                    <a:pt x="7026" y="4890"/>
                  </a:cubicBezTo>
                  <a:cubicBezTo>
                    <a:pt x="7063" y="5017"/>
                    <a:pt x="7045" y="5162"/>
                    <a:pt x="6990" y="5271"/>
                  </a:cubicBezTo>
                  <a:cubicBezTo>
                    <a:pt x="7063" y="5307"/>
                    <a:pt x="7117" y="5379"/>
                    <a:pt x="7117" y="5470"/>
                  </a:cubicBezTo>
                  <a:cubicBezTo>
                    <a:pt x="7117" y="5597"/>
                    <a:pt x="7026" y="5669"/>
                    <a:pt x="6954" y="5760"/>
                  </a:cubicBezTo>
                  <a:cubicBezTo>
                    <a:pt x="6918" y="5778"/>
                    <a:pt x="6900" y="5832"/>
                    <a:pt x="6882" y="5886"/>
                  </a:cubicBezTo>
                  <a:cubicBezTo>
                    <a:pt x="6882" y="5923"/>
                    <a:pt x="6918" y="5941"/>
                    <a:pt x="6954" y="5959"/>
                  </a:cubicBezTo>
                  <a:cubicBezTo>
                    <a:pt x="7045" y="6013"/>
                    <a:pt x="7135" y="6068"/>
                    <a:pt x="7117" y="6194"/>
                  </a:cubicBezTo>
                  <a:cubicBezTo>
                    <a:pt x="7117" y="6249"/>
                    <a:pt x="7081" y="6285"/>
                    <a:pt x="7081" y="6339"/>
                  </a:cubicBezTo>
                  <a:cubicBezTo>
                    <a:pt x="7063" y="6394"/>
                    <a:pt x="7081" y="6430"/>
                    <a:pt x="7099" y="6430"/>
                  </a:cubicBezTo>
                  <a:cubicBezTo>
                    <a:pt x="7135" y="6448"/>
                    <a:pt x="7153" y="6484"/>
                    <a:pt x="7117" y="6520"/>
                  </a:cubicBezTo>
                  <a:cubicBezTo>
                    <a:pt x="6972" y="6647"/>
                    <a:pt x="6864" y="6810"/>
                    <a:pt x="6809" y="7009"/>
                  </a:cubicBezTo>
                  <a:cubicBezTo>
                    <a:pt x="6773" y="7136"/>
                    <a:pt x="6737" y="7245"/>
                    <a:pt x="6719" y="7353"/>
                  </a:cubicBezTo>
                  <a:lnTo>
                    <a:pt x="6737" y="7371"/>
                  </a:lnTo>
                  <a:cubicBezTo>
                    <a:pt x="6791" y="7390"/>
                    <a:pt x="6827" y="7408"/>
                    <a:pt x="6882" y="7408"/>
                  </a:cubicBezTo>
                  <a:cubicBezTo>
                    <a:pt x="6954" y="7426"/>
                    <a:pt x="7026" y="7480"/>
                    <a:pt x="7099" y="7534"/>
                  </a:cubicBezTo>
                  <a:cubicBezTo>
                    <a:pt x="7117" y="7553"/>
                    <a:pt x="7135" y="7589"/>
                    <a:pt x="7153" y="7607"/>
                  </a:cubicBezTo>
                  <a:cubicBezTo>
                    <a:pt x="7280" y="7371"/>
                    <a:pt x="7425" y="7154"/>
                    <a:pt x="7588" y="6937"/>
                  </a:cubicBezTo>
                  <a:cubicBezTo>
                    <a:pt x="7642" y="6864"/>
                    <a:pt x="7715" y="6792"/>
                    <a:pt x="7769" y="6738"/>
                  </a:cubicBezTo>
                  <a:cubicBezTo>
                    <a:pt x="7841" y="6665"/>
                    <a:pt x="7914" y="6611"/>
                    <a:pt x="8004" y="6538"/>
                  </a:cubicBezTo>
                  <a:cubicBezTo>
                    <a:pt x="8113" y="6430"/>
                    <a:pt x="8258" y="6339"/>
                    <a:pt x="8403" y="6267"/>
                  </a:cubicBezTo>
                  <a:cubicBezTo>
                    <a:pt x="8475" y="6249"/>
                    <a:pt x="8566" y="6249"/>
                    <a:pt x="8656" y="6267"/>
                  </a:cubicBezTo>
                  <a:cubicBezTo>
                    <a:pt x="8693" y="6285"/>
                    <a:pt x="8747" y="6285"/>
                    <a:pt x="8783" y="6303"/>
                  </a:cubicBezTo>
                  <a:cubicBezTo>
                    <a:pt x="8801" y="6303"/>
                    <a:pt x="8837" y="6285"/>
                    <a:pt x="8856" y="6285"/>
                  </a:cubicBezTo>
                  <a:cubicBezTo>
                    <a:pt x="8946" y="6249"/>
                    <a:pt x="9019" y="6194"/>
                    <a:pt x="9073" y="6104"/>
                  </a:cubicBezTo>
                  <a:cubicBezTo>
                    <a:pt x="9182" y="5977"/>
                    <a:pt x="9345" y="5742"/>
                    <a:pt x="9526" y="5778"/>
                  </a:cubicBezTo>
                  <a:cubicBezTo>
                    <a:pt x="9598" y="5742"/>
                    <a:pt x="9689" y="5760"/>
                    <a:pt x="9743" y="5832"/>
                  </a:cubicBezTo>
                  <a:cubicBezTo>
                    <a:pt x="9761" y="5850"/>
                    <a:pt x="9761" y="5886"/>
                    <a:pt x="9779" y="5923"/>
                  </a:cubicBezTo>
                  <a:cubicBezTo>
                    <a:pt x="9797" y="5905"/>
                    <a:pt x="9815" y="5905"/>
                    <a:pt x="9833" y="5886"/>
                  </a:cubicBezTo>
                  <a:lnTo>
                    <a:pt x="9833" y="5850"/>
                  </a:lnTo>
                  <a:cubicBezTo>
                    <a:pt x="9779" y="5814"/>
                    <a:pt x="9761" y="5760"/>
                    <a:pt x="9761" y="5705"/>
                  </a:cubicBezTo>
                  <a:cubicBezTo>
                    <a:pt x="9761" y="5633"/>
                    <a:pt x="9761" y="5579"/>
                    <a:pt x="9797" y="5506"/>
                  </a:cubicBezTo>
                  <a:cubicBezTo>
                    <a:pt x="9815" y="5452"/>
                    <a:pt x="9852" y="5379"/>
                    <a:pt x="9906" y="5343"/>
                  </a:cubicBezTo>
                  <a:cubicBezTo>
                    <a:pt x="9942" y="5325"/>
                    <a:pt x="9978" y="5325"/>
                    <a:pt x="10033" y="5325"/>
                  </a:cubicBezTo>
                  <a:cubicBezTo>
                    <a:pt x="10015" y="5289"/>
                    <a:pt x="10015" y="5253"/>
                    <a:pt x="10033" y="5198"/>
                  </a:cubicBezTo>
                  <a:lnTo>
                    <a:pt x="10033" y="5162"/>
                  </a:lnTo>
                  <a:cubicBezTo>
                    <a:pt x="10033" y="5126"/>
                    <a:pt x="10069" y="5126"/>
                    <a:pt x="10105" y="5144"/>
                  </a:cubicBezTo>
                  <a:lnTo>
                    <a:pt x="10105" y="5144"/>
                  </a:lnTo>
                  <a:lnTo>
                    <a:pt x="10105" y="5090"/>
                  </a:lnTo>
                  <a:cubicBezTo>
                    <a:pt x="10087" y="5053"/>
                    <a:pt x="10087" y="5017"/>
                    <a:pt x="10087" y="4963"/>
                  </a:cubicBezTo>
                  <a:cubicBezTo>
                    <a:pt x="10087" y="4890"/>
                    <a:pt x="10123" y="4800"/>
                    <a:pt x="10178" y="4746"/>
                  </a:cubicBezTo>
                  <a:cubicBezTo>
                    <a:pt x="10214" y="4691"/>
                    <a:pt x="10286" y="4655"/>
                    <a:pt x="10341" y="4691"/>
                  </a:cubicBezTo>
                  <a:cubicBezTo>
                    <a:pt x="10359" y="4637"/>
                    <a:pt x="10395" y="4601"/>
                    <a:pt x="10431" y="4565"/>
                  </a:cubicBezTo>
                  <a:lnTo>
                    <a:pt x="10485" y="4510"/>
                  </a:lnTo>
                  <a:cubicBezTo>
                    <a:pt x="10485" y="4510"/>
                    <a:pt x="10540" y="4492"/>
                    <a:pt x="10540" y="4474"/>
                  </a:cubicBezTo>
                  <a:cubicBezTo>
                    <a:pt x="10540" y="4456"/>
                    <a:pt x="10540" y="4438"/>
                    <a:pt x="10522" y="4438"/>
                  </a:cubicBezTo>
                  <a:cubicBezTo>
                    <a:pt x="10522" y="4420"/>
                    <a:pt x="10504" y="4402"/>
                    <a:pt x="10504" y="4383"/>
                  </a:cubicBezTo>
                  <a:cubicBezTo>
                    <a:pt x="10485" y="4257"/>
                    <a:pt x="10558" y="4130"/>
                    <a:pt x="10685" y="4112"/>
                  </a:cubicBezTo>
                  <a:cubicBezTo>
                    <a:pt x="10667" y="4076"/>
                    <a:pt x="10667" y="4039"/>
                    <a:pt x="10648" y="4003"/>
                  </a:cubicBezTo>
                  <a:cubicBezTo>
                    <a:pt x="10648" y="3985"/>
                    <a:pt x="10667" y="3949"/>
                    <a:pt x="10703" y="3949"/>
                  </a:cubicBezTo>
                  <a:cubicBezTo>
                    <a:pt x="10775" y="3949"/>
                    <a:pt x="10866" y="3967"/>
                    <a:pt x="10938" y="4021"/>
                  </a:cubicBezTo>
                  <a:cubicBezTo>
                    <a:pt x="11011" y="3876"/>
                    <a:pt x="11065" y="3750"/>
                    <a:pt x="11119" y="3623"/>
                  </a:cubicBezTo>
                  <a:cubicBezTo>
                    <a:pt x="11137" y="3605"/>
                    <a:pt x="11155" y="3587"/>
                    <a:pt x="11174" y="3587"/>
                  </a:cubicBezTo>
                  <a:lnTo>
                    <a:pt x="11355" y="3641"/>
                  </a:lnTo>
                  <a:cubicBezTo>
                    <a:pt x="11337" y="3587"/>
                    <a:pt x="11318" y="3532"/>
                    <a:pt x="11318" y="3460"/>
                  </a:cubicBezTo>
                  <a:cubicBezTo>
                    <a:pt x="11318" y="3387"/>
                    <a:pt x="11355" y="3315"/>
                    <a:pt x="11409" y="3261"/>
                  </a:cubicBezTo>
                  <a:cubicBezTo>
                    <a:pt x="11445" y="3243"/>
                    <a:pt x="11481" y="3224"/>
                    <a:pt x="11518" y="3206"/>
                  </a:cubicBezTo>
                  <a:cubicBezTo>
                    <a:pt x="11554" y="3206"/>
                    <a:pt x="11608" y="3224"/>
                    <a:pt x="11644" y="3206"/>
                  </a:cubicBezTo>
                  <a:cubicBezTo>
                    <a:pt x="11681" y="3170"/>
                    <a:pt x="11717" y="3134"/>
                    <a:pt x="11735" y="3080"/>
                  </a:cubicBezTo>
                  <a:cubicBezTo>
                    <a:pt x="11771" y="3025"/>
                    <a:pt x="11826" y="2989"/>
                    <a:pt x="11898" y="2989"/>
                  </a:cubicBezTo>
                  <a:cubicBezTo>
                    <a:pt x="11934" y="2989"/>
                    <a:pt x="11952" y="3025"/>
                    <a:pt x="11934" y="3043"/>
                  </a:cubicBezTo>
                  <a:cubicBezTo>
                    <a:pt x="11934" y="3098"/>
                    <a:pt x="11934" y="3152"/>
                    <a:pt x="11916" y="3206"/>
                  </a:cubicBezTo>
                  <a:lnTo>
                    <a:pt x="11988" y="3188"/>
                  </a:lnTo>
                  <a:cubicBezTo>
                    <a:pt x="12007" y="3188"/>
                    <a:pt x="12043" y="3206"/>
                    <a:pt x="12043" y="3243"/>
                  </a:cubicBezTo>
                  <a:cubicBezTo>
                    <a:pt x="12043" y="3333"/>
                    <a:pt x="12061" y="3442"/>
                    <a:pt x="12097" y="3532"/>
                  </a:cubicBezTo>
                  <a:cubicBezTo>
                    <a:pt x="12115" y="3568"/>
                    <a:pt x="12115" y="3587"/>
                    <a:pt x="12133" y="3623"/>
                  </a:cubicBezTo>
                  <a:cubicBezTo>
                    <a:pt x="12151" y="3659"/>
                    <a:pt x="12133" y="3695"/>
                    <a:pt x="12115" y="3695"/>
                  </a:cubicBezTo>
                  <a:lnTo>
                    <a:pt x="12115" y="3840"/>
                  </a:lnTo>
                  <a:lnTo>
                    <a:pt x="12242" y="3822"/>
                  </a:lnTo>
                  <a:cubicBezTo>
                    <a:pt x="12278" y="3804"/>
                    <a:pt x="12351" y="3786"/>
                    <a:pt x="12387" y="3822"/>
                  </a:cubicBezTo>
                  <a:cubicBezTo>
                    <a:pt x="12423" y="3858"/>
                    <a:pt x="12423" y="3894"/>
                    <a:pt x="12423" y="3949"/>
                  </a:cubicBezTo>
                  <a:cubicBezTo>
                    <a:pt x="12423" y="3985"/>
                    <a:pt x="12405" y="4021"/>
                    <a:pt x="12405" y="4057"/>
                  </a:cubicBezTo>
                  <a:cubicBezTo>
                    <a:pt x="12387" y="4112"/>
                    <a:pt x="12351" y="4130"/>
                    <a:pt x="12314" y="4148"/>
                  </a:cubicBezTo>
                  <a:lnTo>
                    <a:pt x="12586" y="4148"/>
                  </a:lnTo>
                  <a:cubicBezTo>
                    <a:pt x="12622" y="4148"/>
                    <a:pt x="12640" y="4184"/>
                    <a:pt x="12640" y="4202"/>
                  </a:cubicBezTo>
                  <a:cubicBezTo>
                    <a:pt x="12640" y="4239"/>
                    <a:pt x="12622" y="4275"/>
                    <a:pt x="12622" y="4311"/>
                  </a:cubicBezTo>
                  <a:cubicBezTo>
                    <a:pt x="12677" y="4329"/>
                    <a:pt x="12731" y="4347"/>
                    <a:pt x="12767" y="4383"/>
                  </a:cubicBezTo>
                  <a:cubicBezTo>
                    <a:pt x="12785" y="4420"/>
                    <a:pt x="12803" y="4474"/>
                    <a:pt x="12803" y="4510"/>
                  </a:cubicBezTo>
                  <a:cubicBezTo>
                    <a:pt x="12803" y="4565"/>
                    <a:pt x="12785" y="4601"/>
                    <a:pt x="12822" y="4619"/>
                  </a:cubicBezTo>
                  <a:cubicBezTo>
                    <a:pt x="12840" y="4655"/>
                    <a:pt x="12876" y="4691"/>
                    <a:pt x="12894" y="4709"/>
                  </a:cubicBezTo>
                  <a:cubicBezTo>
                    <a:pt x="12930" y="4764"/>
                    <a:pt x="12930" y="4800"/>
                    <a:pt x="12912" y="4854"/>
                  </a:cubicBezTo>
                  <a:cubicBezTo>
                    <a:pt x="12894" y="4890"/>
                    <a:pt x="12858" y="4927"/>
                    <a:pt x="12822" y="4963"/>
                  </a:cubicBezTo>
                  <a:cubicBezTo>
                    <a:pt x="12803" y="4999"/>
                    <a:pt x="12822" y="5035"/>
                    <a:pt x="12858" y="5053"/>
                  </a:cubicBezTo>
                  <a:cubicBezTo>
                    <a:pt x="12894" y="5108"/>
                    <a:pt x="12912" y="5162"/>
                    <a:pt x="12894" y="5216"/>
                  </a:cubicBezTo>
                  <a:cubicBezTo>
                    <a:pt x="12894" y="5216"/>
                    <a:pt x="12894" y="5235"/>
                    <a:pt x="12894" y="5253"/>
                  </a:cubicBezTo>
                  <a:cubicBezTo>
                    <a:pt x="12948" y="5289"/>
                    <a:pt x="12985" y="5343"/>
                    <a:pt x="12985" y="5398"/>
                  </a:cubicBezTo>
                  <a:cubicBezTo>
                    <a:pt x="12985" y="5488"/>
                    <a:pt x="12894" y="5524"/>
                    <a:pt x="12822" y="5542"/>
                  </a:cubicBezTo>
                  <a:cubicBezTo>
                    <a:pt x="12785" y="5542"/>
                    <a:pt x="12749" y="5542"/>
                    <a:pt x="12749" y="5561"/>
                  </a:cubicBezTo>
                  <a:cubicBezTo>
                    <a:pt x="12731" y="5579"/>
                    <a:pt x="12749" y="5597"/>
                    <a:pt x="12767" y="5615"/>
                  </a:cubicBezTo>
                  <a:cubicBezTo>
                    <a:pt x="12803" y="5651"/>
                    <a:pt x="12858" y="5651"/>
                    <a:pt x="12894" y="5597"/>
                  </a:cubicBezTo>
                  <a:cubicBezTo>
                    <a:pt x="12912" y="5579"/>
                    <a:pt x="12930" y="5579"/>
                    <a:pt x="12966" y="5579"/>
                  </a:cubicBezTo>
                  <a:cubicBezTo>
                    <a:pt x="13021" y="5597"/>
                    <a:pt x="13057" y="5651"/>
                    <a:pt x="13057" y="5724"/>
                  </a:cubicBezTo>
                  <a:cubicBezTo>
                    <a:pt x="13057" y="5760"/>
                    <a:pt x="13039" y="5796"/>
                    <a:pt x="13039" y="5814"/>
                  </a:cubicBezTo>
                  <a:cubicBezTo>
                    <a:pt x="13039" y="5850"/>
                    <a:pt x="13021" y="5868"/>
                    <a:pt x="13039" y="5905"/>
                  </a:cubicBezTo>
                  <a:cubicBezTo>
                    <a:pt x="13057" y="5923"/>
                    <a:pt x="13075" y="5923"/>
                    <a:pt x="13111" y="5923"/>
                  </a:cubicBezTo>
                  <a:cubicBezTo>
                    <a:pt x="13148" y="5923"/>
                    <a:pt x="13184" y="5941"/>
                    <a:pt x="13220" y="5941"/>
                  </a:cubicBezTo>
                  <a:cubicBezTo>
                    <a:pt x="13256" y="5959"/>
                    <a:pt x="13292" y="5977"/>
                    <a:pt x="13310" y="6013"/>
                  </a:cubicBezTo>
                  <a:cubicBezTo>
                    <a:pt x="13365" y="5868"/>
                    <a:pt x="13347" y="5724"/>
                    <a:pt x="13292" y="5579"/>
                  </a:cubicBezTo>
                  <a:cubicBezTo>
                    <a:pt x="13274" y="5561"/>
                    <a:pt x="13292" y="5542"/>
                    <a:pt x="13292" y="5524"/>
                  </a:cubicBezTo>
                  <a:cubicBezTo>
                    <a:pt x="13329" y="5506"/>
                    <a:pt x="13383" y="5488"/>
                    <a:pt x="13419" y="5488"/>
                  </a:cubicBezTo>
                  <a:lnTo>
                    <a:pt x="13528" y="5488"/>
                  </a:lnTo>
                  <a:cubicBezTo>
                    <a:pt x="13546" y="5488"/>
                    <a:pt x="13528" y="5416"/>
                    <a:pt x="13510" y="5398"/>
                  </a:cubicBezTo>
                  <a:cubicBezTo>
                    <a:pt x="13492" y="5361"/>
                    <a:pt x="13473" y="5307"/>
                    <a:pt x="13492" y="5253"/>
                  </a:cubicBezTo>
                  <a:cubicBezTo>
                    <a:pt x="13528" y="5162"/>
                    <a:pt x="13618" y="5108"/>
                    <a:pt x="13709" y="5126"/>
                  </a:cubicBezTo>
                  <a:cubicBezTo>
                    <a:pt x="13818" y="5162"/>
                    <a:pt x="13872" y="5253"/>
                    <a:pt x="13872" y="5361"/>
                  </a:cubicBezTo>
                  <a:cubicBezTo>
                    <a:pt x="13854" y="5416"/>
                    <a:pt x="13836" y="5470"/>
                    <a:pt x="13818" y="5506"/>
                  </a:cubicBezTo>
                  <a:cubicBezTo>
                    <a:pt x="13781" y="5561"/>
                    <a:pt x="13818" y="5597"/>
                    <a:pt x="13836" y="5651"/>
                  </a:cubicBezTo>
                  <a:cubicBezTo>
                    <a:pt x="13854" y="5742"/>
                    <a:pt x="13781" y="5814"/>
                    <a:pt x="13727" y="5868"/>
                  </a:cubicBezTo>
                  <a:cubicBezTo>
                    <a:pt x="13727" y="5905"/>
                    <a:pt x="13691" y="5923"/>
                    <a:pt x="13709" y="5959"/>
                  </a:cubicBezTo>
                  <a:cubicBezTo>
                    <a:pt x="13727" y="5977"/>
                    <a:pt x="13781" y="5995"/>
                    <a:pt x="13799" y="6013"/>
                  </a:cubicBezTo>
                  <a:cubicBezTo>
                    <a:pt x="13854" y="6013"/>
                    <a:pt x="13890" y="6031"/>
                    <a:pt x="13944" y="6068"/>
                  </a:cubicBezTo>
                  <a:cubicBezTo>
                    <a:pt x="13981" y="6104"/>
                    <a:pt x="13999" y="6158"/>
                    <a:pt x="14017" y="6194"/>
                  </a:cubicBezTo>
                  <a:cubicBezTo>
                    <a:pt x="14053" y="6321"/>
                    <a:pt x="14071" y="6466"/>
                    <a:pt x="14053" y="6593"/>
                  </a:cubicBezTo>
                  <a:cubicBezTo>
                    <a:pt x="14053" y="6665"/>
                    <a:pt x="14053" y="6738"/>
                    <a:pt x="14053" y="6810"/>
                  </a:cubicBezTo>
                  <a:cubicBezTo>
                    <a:pt x="14053" y="6864"/>
                    <a:pt x="14053" y="6919"/>
                    <a:pt x="14071" y="6955"/>
                  </a:cubicBezTo>
                  <a:lnTo>
                    <a:pt x="14071" y="6955"/>
                  </a:lnTo>
                  <a:cubicBezTo>
                    <a:pt x="14107" y="6955"/>
                    <a:pt x="14125" y="6991"/>
                    <a:pt x="14107" y="7009"/>
                  </a:cubicBezTo>
                  <a:cubicBezTo>
                    <a:pt x="14089" y="7009"/>
                    <a:pt x="14089" y="7027"/>
                    <a:pt x="14071" y="7027"/>
                  </a:cubicBezTo>
                  <a:cubicBezTo>
                    <a:pt x="14071" y="7046"/>
                    <a:pt x="14071" y="7064"/>
                    <a:pt x="14053" y="7064"/>
                  </a:cubicBezTo>
                  <a:cubicBezTo>
                    <a:pt x="14053" y="7136"/>
                    <a:pt x="14071" y="7208"/>
                    <a:pt x="14125" y="7263"/>
                  </a:cubicBezTo>
                  <a:cubicBezTo>
                    <a:pt x="14216" y="7335"/>
                    <a:pt x="14270" y="7444"/>
                    <a:pt x="14288" y="7553"/>
                  </a:cubicBezTo>
                  <a:cubicBezTo>
                    <a:pt x="14288" y="7661"/>
                    <a:pt x="14216" y="7770"/>
                    <a:pt x="14216" y="7879"/>
                  </a:cubicBezTo>
                  <a:cubicBezTo>
                    <a:pt x="14234" y="8005"/>
                    <a:pt x="14307" y="8114"/>
                    <a:pt x="14397" y="8186"/>
                  </a:cubicBezTo>
                  <a:cubicBezTo>
                    <a:pt x="14451" y="8223"/>
                    <a:pt x="14488" y="8277"/>
                    <a:pt x="14524" y="8349"/>
                  </a:cubicBezTo>
                  <a:cubicBezTo>
                    <a:pt x="14524" y="8386"/>
                    <a:pt x="14524" y="8440"/>
                    <a:pt x="14506" y="8476"/>
                  </a:cubicBezTo>
                  <a:cubicBezTo>
                    <a:pt x="14542" y="8494"/>
                    <a:pt x="14578" y="8530"/>
                    <a:pt x="14596" y="8585"/>
                  </a:cubicBezTo>
                  <a:cubicBezTo>
                    <a:pt x="14632" y="8657"/>
                    <a:pt x="14614" y="8730"/>
                    <a:pt x="14560" y="8784"/>
                  </a:cubicBezTo>
                  <a:cubicBezTo>
                    <a:pt x="14524" y="8838"/>
                    <a:pt x="14470" y="8893"/>
                    <a:pt x="14488" y="8947"/>
                  </a:cubicBezTo>
                  <a:cubicBezTo>
                    <a:pt x="14506" y="8983"/>
                    <a:pt x="14524" y="9019"/>
                    <a:pt x="14560" y="9056"/>
                  </a:cubicBezTo>
                  <a:cubicBezTo>
                    <a:pt x="14578" y="9110"/>
                    <a:pt x="14614" y="9146"/>
                    <a:pt x="14632" y="9182"/>
                  </a:cubicBezTo>
                  <a:cubicBezTo>
                    <a:pt x="14669" y="9237"/>
                    <a:pt x="14669" y="9237"/>
                    <a:pt x="14687" y="9255"/>
                  </a:cubicBezTo>
                  <a:lnTo>
                    <a:pt x="14705" y="9255"/>
                  </a:lnTo>
                  <a:cubicBezTo>
                    <a:pt x="14741" y="9237"/>
                    <a:pt x="14795" y="9237"/>
                    <a:pt x="14832" y="9273"/>
                  </a:cubicBezTo>
                  <a:cubicBezTo>
                    <a:pt x="14868" y="9327"/>
                    <a:pt x="14886" y="9400"/>
                    <a:pt x="14832" y="9472"/>
                  </a:cubicBezTo>
                  <a:cubicBezTo>
                    <a:pt x="14814" y="9508"/>
                    <a:pt x="14723" y="9581"/>
                    <a:pt x="14777" y="9635"/>
                  </a:cubicBezTo>
                  <a:cubicBezTo>
                    <a:pt x="14832" y="9689"/>
                    <a:pt x="14904" y="9653"/>
                    <a:pt x="14940" y="9617"/>
                  </a:cubicBezTo>
                  <a:cubicBezTo>
                    <a:pt x="15103" y="9508"/>
                    <a:pt x="15230" y="9364"/>
                    <a:pt x="15321" y="9182"/>
                  </a:cubicBezTo>
                  <a:cubicBezTo>
                    <a:pt x="15321" y="9164"/>
                    <a:pt x="15357" y="9146"/>
                    <a:pt x="15375" y="9164"/>
                  </a:cubicBezTo>
                  <a:cubicBezTo>
                    <a:pt x="15429" y="9164"/>
                    <a:pt x="15484" y="9164"/>
                    <a:pt x="15538" y="9128"/>
                  </a:cubicBezTo>
                  <a:lnTo>
                    <a:pt x="15556" y="9128"/>
                  </a:lnTo>
                  <a:cubicBezTo>
                    <a:pt x="15610" y="9092"/>
                    <a:pt x="15683" y="9146"/>
                    <a:pt x="15647" y="9201"/>
                  </a:cubicBezTo>
                  <a:cubicBezTo>
                    <a:pt x="15647" y="9201"/>
                    <a:pt x="15647" y="9219"/>
                    <a:pt x="15647" y="9219"/>
                  </a:cubicBezTo>
                  <a:cubicBezTo>
                    <a:pt x="15647" y="9255"/>
                    <a:pt x="15647" y="9273"/>
                    <a:pt x="15683" y="9291"/>
                  </a:cubicBezTo>
                  <a:cubicBezTo>
                    <a:pt x="15701" y="9309"/>
                    <a:pt x="15719" y="9327"/>
                    <a:pt x="15737" y="9345"/>
                  </a:cubicBezTo>
                  <a:cubicBezTo>
                    <a:pt x="15755" y="9382"/>
                    <a:pt x="15755" y="9400"/>
                    <a:pt x="15737" y="9436"/>
                  </a:cubicBezTo>
                  <a:cubicBezTo>
                    <a:pt x="15719" y="9472"/>
                    <a:pt x="15683" y="9527"/>
                    <a:pt x="15647" y="9563"/>
                  </a:cubicBezTo>
                  <a:cubicBezTo>
                    <a:pt x="15647" y="9563"/>
                    <a:pt x="15610" y="9581"/>
                    <a:pt x="15610" y="9599"/>
                  </a:cubicBezTo>
                  <a:cubicBezTo>
                    <a:pt x="15610" y="9617"/>
                    <a:pt x="15610" y="9635"/>
                    <a:pt x="15629" y="9653"/>
                  </a:cubicBezTo>
                  <a:cubicBezTo>
                    <a:pt x="15647" y="9671"/>
                    <a:pt x="15647" y="9708"/>
                    <a:pt x="15665" y="9726"/>
                  </a:cubicBezTo>
                  <a:cubicBezTo>
                    <a:pt x="15665" y="9708"/>
                    <a:pt x="15665" y="9689"/>
                    <a:pt x="15683" y="9689"/>
                  </a:cubicBezTo>
                  <a:lnTo>
                    <a:pt x="15936" y="9563"/>
                  </a:lnTo>
                  <a:lnTo>
                    <a:pt x="16045" y="9508"/>
                  </a:lnTo>
                  <a:cubicBezTo>
                    <a:pt x="16063" y="9490"/>
                    <a:pt x="16081" y="9490"/>
                    <a:pt x="16099" y="9472"/>
                  </a:cubicBezTo>
                  <a:lnTo>
                    <a:pt x="16117" y="9472"/>
                  </a:lnTo>
                  <a:lnTo>
                    <a:pt x="16117" y="9472"/>
                  </a:lnTo>
                  <a:cubicBezTo>
                    <a:pt x="16117" y="9418"/>
                    <a:pt x="16154" y="9400"/>
                    <a:pt x="16190" y="9400"/>
                  </a:cubicBezTo>
                  <a:cubicBezTo>
                    <a:pt x="16280" y="9418"/>
                    <a:pt x="16371" y="9472"/>
                    <a:pt x="16425" y="9563"/>
                  </a:cubicBezTo>
                  <a:cubicBezTo>
                    <a:pt x="16462" y="9599"/>
                    <a:pt x="16480" y="9653"/>
                    <a:pt x="16462" y="9708"/>
                  </a:cubicBezTo>
                  <a:cubicBezTo>
                    <a:pt x="16534" y="9708"/>
                    <a:pt x="16588" y="9726"/>
                    <a:pt x="16643" y="9780"/>
                  </a:cubicBezTo>
                  <a:cubicBezTo>
                    <a:pt x="16679" y="9816"/>
                    <a:pt x="16697" y="9871"/>
                    <a:pt x="16697" y="9925"/>
                  </a:cubicBezTo>
                  <a:cubicBezTo>
                    <a:pt x="16697" y="9961"/>
                    <a:pt x="16697" y="10015"/>
                    <a:pt x="16697" y="10070"/>
                  </a:cubicBezTo>
                  <a:cubicBezTo>
                    <a:pt x="16715" y="10124"/>
                    <a:pt x="16806" y="10178"/>
                    <a:pt x="16824" y="10233"/>
                  </a:cubicBezTo>
                  <a:cubicBezTo>
                    <a:pt x="16860" y="10269"/>
                    <a:pt x="16860" y="10323"/>
                    <a:pt x="16842" y="10360"/>
                  </a:cubicBezTo>
                  <a:cubicBezTo>
                    <a:pt x="16842" y="10378"/>
                    <a:pt x="16824" y="10414"/>
                    <a:pt x="16806" y="10432"/>
                  </a:cubicBezTo>
                  <a:cubicBezTo>
                    <a:pt x="16788" y="10450"/>
                    <a:pt x="16769" y="10468"/>
                    <a:pt x="16751" y="10486"/>
                  </a:cubicBezTo>
                  <a:cubicBezTo>
                    <a:pt x="16751" y="10523"/>
                    <a:pt x="16751" y="10577"/>
                    <a:pt x="16788" y="10595"/>
                  </a:cubicBezTo>
                  <a:cubicBezTo>
                    <a:pt x="16860" y="10631"/>
                    <a:pt x="16914" y="10631"/>
                    <a:pt x="16987" y="10631"/>
                  </a:cubicBezTo>
                  <a:cubicBezTo>
                    <a:pt x="17023" y="10631"/>
                    <a:pt x="17041" y="10667"/>
                    <a:pt x="17041" y="10704"/>
                  </a:cubicBezTo>
                  <a:cubicBezTo>
                    <a:pt x="17041" y="10812"/>
                    <a:pt x="17005" y="10921"/>
                    <a:pt x="16951" y="11030"/>
                  </a:cubicBezTo>
                  <a:cubicBezTo>
                    <a:pt x="16969" y="11066"/>
                    <a:pt x="16969" y="11120"/>
                    <a:pt x="16969" y="11174"/>
                  </a:cubicBezTo>
                  <a:cubicBezTo>
                    <a:pt x="17023" y="11156"/>
                    <a:pt x="17077" y="11120"/>
                    <a:pt x="17095" y="11084"/>
                  </a:cubicBezTo>
                  <a:cubicBezTo>
                    <a:pt x="17150" y="11030"/>
                    <a:pt x="17204" y="10975"/>
                    <a:pt x="17276" y="10957"/>
                  </a:cubicBezTo>
                  <a:cubicBezTo>
                    <a:pt x="17313" y="10939"/>
                    <a:pt x="17349" y="10939"/>
                    <a:pt x="17385" y="10957"/>
                  </a:cubicBezTo>
                  <a:cubicBezTo>
                    <a:pt x="17421" y="10957"/>
                    <a:pt x="17421" y="10921"/>
                    <a:pt x="17421" y="10885"/>
                  </a:cubicBezTo>
                  <a:cubicBezTo>
                    <a:pt x="17439" y="10794"/>
                    <a:pt x="17421" y="10704"/>
                    <a:pt x="17385" y="10613"/>
                  </a:cubicBezTo>
                  <a:cubicBezTo>
                    <a:pt x="17385" y="10577"/>
                    <a:pt x="17403" y="10541"/>
                    <a:pt x="17439" y="10541"/>
                  </a:cubicBezTo>
                  <a:cubicBezTo>
                    <a:pt x="17494" y="10541"/>
                    <a:pt x="17530" y="10523"/>
                    <a:pt x="17584" y="10504"/>
                  </a:cubicBezTo>
                  <a:cubicBezTo>
                    <a:pt x="17584" y="10486"/>
                    <a:pt x="17584" y="10468"/>
                    <a:pt x="17584" y="10450"/>
                  </a:cubicBezTo>
                  <a:cubicBezTo>
                    <a:pt x="17566" y="10414"/>
                    <a:pt x="17566" y="10378"/>
                    <a:pt x="17566" y="10341"/>
                  </a:cubicBezTo>
                  <a:cubicBezTo>
                    <a:pt x="17566" y="10305"/>
                    <a:pt x="17584" y="10269"/>
                    <a:pt x="17621" y="10251"/>
                  </a:cubicBezTo>
                  <a:cubicBezTo>
                    <a:pt x="17639" y="10233"/>
                    <a:pt x="17657" y="10215"/>
                    <a:pt x="17657" y="10197"/>
                  </a:cubicBezTo>
                  <a:cubicBezTo>
                    <a:pt x="17675" y="10142"/>
                    <a:pt x="17693" y="10070"/>
                    <a:pt x="17711" y="10015"/>
                  </a:cubicBezTo>
                  <a:cubicBezTo>
                    <a:pt x="17711" y="9979"/>
                    <a:pt x="17729" y="9961"/>
                    <a:pt x="17765" y="9943"/>
                  </a:cubicBezTo>
                  <a:cubicBezTo>
                    <a:pt x="17802" y="9925"/>
                    <a:pt x="17820" y="9907"/>
                    <a:pt x="17856" y="9907"/>
                  </a:cubicBezTo>
                  <a:cubicBezTo>
                    <a:pt x="17892" y="9907"/>
                    <a:pt x="17910" y="9871"/>
                    <a:pt x="17928" y="9852"/>
                  </a:cubicBezTo>
                  <a:cubicBezTo>
                    <a:pt x="17947" y="9834"/>
                    <a:pt x="17965" y="9816"/>
                    <a:pt x="18001" y="9798"/>
                  </a:cubicBezTo>
                  <a:cubicBezTo>
                    <a:pt x="18110" y="9744"/>
                    <a:pt x="18236" y="9762"/>
                    <a:pt x="18327" y="9834"/>
                  </a:cubicBezTo>
                  <a:cubicBezTo>
                    <a:pt x="18417" y="9943"/>
                    <a:pt x="18454" y="10070"/>
                    <a:pt x="18399" y="10215"/>
                  </a:cubicBezTo>
                  <a:cubicBezTo>
                    <a:pt x="18381" y="10269"/>
                    <a:pt x="18381" y="10323"/>
                    <a:pt x="18399" y="10378"/>
                  </a:cubicBezTo>
                  <a:cubicBezTo>
                    <a:pt x="18417" y="10396"/>
                    <a:pt x="18417" y="10414"/>
                    <a:pt x="18435" y="10432"/>
                  </a:cubicBezTo>
                  <a:cubicBezTo>
                    <a:pt x="18454" y="10450"/>
                    <a:pt x="18508" y="10432"/>
                    <a:pt x="18526" y="10450"/>
                  </a:cubicBezTo>
                  <a:cubicBezTo>
                    <a:pt x="18598" y="10468"/>
                    <a:pt x="18653" y="10504"/>
                    <a:pt x="18653" y="10577"/>
                  </a:cubicBezTo>
                  <a:cubicBezTo>
                    <a:pt x="18671" y="10613"/>
                    <a:pt x="18671" y="10667"/>
                    <a:pt x="18689" y="10704"/>
                  </a:cubicBezTo>
                  <a:lnTo>
                    <a:pt x="18689" y="10704"/>
                  </a:lnTo>
                  <a:lnTo>
                    <a:pt x="18689" y="10704"/>
                  </a:lnTo>
                  <a:lnTo>
                    <a:pt x="18689" y="10704"/>
                  </a:lnTo>
                  <a:cubicBezTo>
                    <a:pt x="18725" y="10722"/>
                    <a:pt x="18761" y="10740"/>
                    <a:pt x="18798" y="10758"/>
                  </a:cubicBezTo>
                  <a:cubicBezTo>
                    <a:pt x="18834" y="10812"/>
                    <a:pt x="18834" y="10885"/>
                    <a:pt x="18798" y="10939"/>
                  </a:cubicBezTo>
                  <a:cubicBezTo>
                    <a:pt x="18761" y="10993"/>
                    <a:pt x="18725" y="11030"/>
                    <a:pt x="18689" y="11084"/>
                  </a:cubicBezTo>
                  <a:cubicBezTo>
                    <a:pt x="18689" y="11102"/>
                    <a:pt x="18689" y="11102"/>
                    <a:pt x="18689" y="11120"/>
                  </a:cubicBezTo>
                  <a:lnTo>
                    <a:pt x="18689" y="11120"/>
                  </a:lnTo>
                  <a:lnTo>
                    <a:pt x="18689" y="11120"/>
                  </a:lnTo>
                  <a:cubicBezTo>
                    <a:pt x="18725" y="11138"/>
                    <a:pt x="18743" y="11156"/>
                    <a:pt x="18780" y="11174"/>
                  </a:cubicBezTo>
                  <a:cubicBezTo>
                    <a:pt x="18834" y="11229"/>
                    <a:pt x="18834" y="11319"/>
                    <a:pt x="18816" y="11392"/>
                  </a:cubicBezTo>
                  <a:cubicBezTo>
                    <a:pt x="18798" y="11428"/>
                    <a:pt x="18798" y="11464"/>
                    <a:pt x="18816" y="11500"/>
                  </a:cubicBezTo>
                  <a:lnTo>
                    <a:pt x="18816" y="11500"/>
                  </a:lnTo>
                  <a:cubicBezTo>
                    <a:pt x="18816" y="11500"/>
                    <a:pt x="18834" y="11500"/>
                    <a:pt x="18834" y="11500"/>
                  </a:cubicBezTo>
                  <a:lnTo>
                    <a:pt x="18834" y="11500"/>
                  </a:lnTo>
                  <a:cubicBezTo>
                    <a:pt x="18870" y="11500"/>
                    <a:pt x="18888" y="11519"/>
                    <a:pt x="18888" y="11537"/>
                  </a:cubicBezTo>
                  <a:cubicBezTo>
                    <a:pt x="18924" y="11537"/>
                    <a:pt x="18961" y="11537"/>
                    <a:pt x="18997" y="11519"/>
                  </a:cubicBezTo>
                  <a:cubicBezTo>
                    <a:pt x="19015" y="11500"/>
                    <a:pt x="19033" y="11482"/>
                    <a:pt x="19033" y="11446"/>
                  </a:cubicBezTo>
                  <a:cubicBezTo>
                    <a:pt x="19033" y="11410"/>
                    <a:pt x="19051" y="11356"/>
                    <a:pt x="19087" y="11337"/>
                  </a:cubicBezTo>
                  <a:cubicBezTo>
                    <a:pt x="19142" y="11319"/>
                    <a:pt x="19196" y="11319"/>
                    <a:pt x="19250" y="11319"/>
                  </a:cubicBezTo>
                  <a:lnTo>
                    <a:pt x="19413" y="11319"/>
                  </a:lnTo>
                  <a:cubicBezTo>
                    <a:pt x="19486" y="11301"/>
                    <a:pt x="19576" y="11337"/>
                    <a:pt x="19631" y="11392"/>
                  </a:cubicBezTo>
                  <a:cubicBezTo>
                    <a:pt x="19685" y="11464"/>
                    <a:pt x="19685" y="11555"/>
                    <a:pt x="19631" y="11609"/>
                  </a:cubicBezTo>
                  <a:cubicBezTo>
                    <a:pt x="19613" y="11645"/>
                    <a:pt x="19594" y="11682"/>
                    <a:pt x="19576" y="11718"/>
                  </a:cubicBezTo>
                  <a:cubicBezTo>
                    <a:pt x="19576" y="11736"/>
                    <a:pt x="19594" y="11754"/>
                    <a:pt x="19613" y="11772"/>
                  </a:cubicBezTo>
                  <a:cubicBezTo>
                    <a:pt x="19685" y="11845"/>
                    <a:pt x="19739" y="11917"/>
                    <a:pt x="19739" y="12008"/>
                  </a:cubicBezTo>
                  <a:cubicBezTo>
                    <a:pt x="19739" y="12116"/>
                    <a:pt x="19667" y="12207"/>
                    <a:pt x="19576" y="12225"/>
                  </a:cubicBezTo>
                  <a:cubicBezTo>
                    <a:pt x="19486" y="12279"/>
                    <a:pt x="19395" y="12297"/>
                    <a:pt x="19341" y="12370"/>
                  </a:cubicBezTo>
                  <a:cubicBezTo>
                    <a:pt x="19323" y="12406"/>
                    <a:pt x="19305" y="12460"/>
                    <a:pt x="19305" y="12496"/>
                  </a:cubicBezTo>
                  <a:cubicBezTo>
                    <a:pt x="19305" y="12515"/>
                    <a:pt x="19305" y="12533"/>
                    <a:pt x="19305" y="12551"/>
                  </a:cubicBezTo>
                  <a:cubicBezTo>
                    <a:pt x="19305" y="12569"/>
                    <a:pt x="19305" y="12569"/>
                    <a:pt x="19305" y="12587"/>
                  </a:cubicBezTo>
                  <a:cubicBezTo>
                    <a:pt x="19305" y="12569"/>
                    <a:pt x="19323" y="12569"/>
                    <a:pt x="19323" y="12569"/>
                  </a:cubicBezTo>
                  <a:cubicBezTo>
                    <a:pt x="19359" y="12569"/>
                    <a:pt x="19395" y="12569"/>
                    <a:pt x="19413" y="12587"/>
                  </a:cubicBezTo>
                  <a:cubicBezTo>
                    <a:pt x="19468" y="12605"/>
                    <a:pt x="19504" y="12659"/>
                    <a:pt x="19486" y="12714"/>
                  </a:cubicBezTo>
                  <a:cubicBezTo>
                    <a:pt x="19486" y="12768"/>
                    <a:pt x="19450" y="12822"/>
                    <a:pt x="19413" y="12859"/>
                  </a:cubicBezTo>
                  <a:cubicBezTo>
                    <a:pt x="19359" y="12895"/>
                    <a:pt x="19305" y="12913"/>
                    <a:pt x="19269" y="12931"/>
                  </a:cubicBezTo>
                  <a:cubicBezTo>
                    <a:pt x="19232" y="12949"/>
                    <a:pt x="19196" y="12985"/>
                    <a:pt x="19214" y="13022"/>
                  </a:cubicBezTo>
                  <a:cubicBezTo>
                    <a:pt x="19214" y="13040"/>
                    <a:pt x="19232" y="13076"/>
                    <a:pt x="19269" y="13076"/>
                  </a:cubicBezTo>
                  <a:cubicBezTo>
                    <a:pt x="19305" y="13076"/>
                    <a:pt x="19341" y="13076"/>
                    <a:pt x="19359" y="13094"/>
                  </a:cubicBezTo>
                  <a:cubicBezTo>
                    <a:pt x="19395" y="13112"/>
                    <a:pt x="19413" y="13148"/>
                    <a:pt x="19432" y="13185"/>
                  </a:cubicBezTo>
                  <a:cubicBezTo>
                    <a:pt x="19432" y="13239"/>
                    <a:pt x="19450" y="13293"/>
                    <a:pt x="19450" y="13366"/>
                  </a:cubicBezTo>
                  <a:cubicBezTo>
                    <a:pt x="19450" y="13420"/>
                    <a:pt x="19450" y="13492"/>
                    <a:pt x="19413" y="13547"/>
                  </a:cubicBezTo>
                  <a:cubicBezTo>
                    <a:pt x="19413" y="13583"/>
                    <a:pt x="19395" y="13601"/>
                    <a:pt x="19377" y="13637"/>
                  </a:cubicBezTo>
                  <a:cubicBezTo>
                    <a:pt x="19450" y="13692"/>
                    <a:pt x="19468" y="13764"/>
                    <a:pt x="19468" y="13855"/>
                  </a:cubicBezTo>
                  <a:cubicBezTo>
                    <a:pt x="19450" y="13945"/>
                    <a:pt x="19395" y="14036"/>
                    <a:pt x="19305" y="14090"/>
                  </a:cubicBezTo>
                  <a:lnTo>
                    <a:pt x="19450" y="14163"/>
                  </a:lnTo>
                  <a:lnTo>
                    <a:pt x="19558" y="14199"/>
                  </a:lnTo>
                  <a:lnTo>
                    <a:pt x="19613" y="14235"/>
                  </a:lnTo>
                  <a:cubicBezTo>
                    <a:pt x="19631" y="14235"/>
                    <a:pt x="19631" y="14235"/>
                    <a:pt x="19631" y="14253"/>
                  </a:cubicBezTo>
                  <a:cubicBezTo>
                    <a:pt x="19739" y="14253"/>
                    <a:pt x="19794" y="14380"/>
                    <a:pt x="19866" y="14452"/>
                  </a:cubicBezTo>
                  <a:lnTo>
                    <a:pt x="19884" y="14470"/>
                  </a:lnTo>
                  <a:lnTo>
                    <a:pt x="19902" y="14470"/>
                  </a:lnTo>
                  <a:lnTo>
                    <a:pt x="19920" y="14470"/>
                  </a:lnTo>
                  <a:lnTo>
                    <a:pt x="19957" y="14470"/>
                  </a:lnTo>
                  <a:cubicBezTo>
                    <a:pt x="19957" y="14470"/>
                    <a:pt x="19975" y="14452"/>
                    <a:pt x="19993" y="14452"/>
                  </a:cubicBezTo>
                  <a:cubicBezTo>
                    <a:pt x="20047" y="14380"/>
                    <a:pt x="20047" y="14289"/>
                    <a:pt x="20083" y="14217"/>
                  </a:cubicBezTo>
                  <a:cubicBezTo>
                    <a:pt x="20102" y="14181"/>
                    <a:pt x="20120" y="14163"/>
                    <a:pt x="20138" y="14126"/>
                  </a:cubicBezTo>
                  <a:cubicBezTo>
                    <a:pt x="20138" y="14108"/>
                    <a:pt x="20174" y="14090"/>
                    <a:pt x="20174" y="14072"/>
                  </a:cubicBezTo>
                  <a:cubicBezTo>
                    <a:pt x="20192" y="14054"/>
                    <a:pt x="20174" y="13981"/>
                    <a:pt x="20174" y="13945"/>
                  </a:cubicBezTo>
                  <a:cubicBezTo>
                    <a:pt x="20156" y="13891"/>
                    <a:pt x="20192" y="13855"/>
                    <a:pt x="20246" y="13855"/>
                  </a:cubicBezTo>
                  <a:lnTo>
                    <a:pt x="20265" y="13855"/>
                  </a:lnTo>
                  <a:lnTo>
                    <a:pt x="20301" y="13855"/>
                  </a:lnTo>
                  <a:cubicBezTo>
                    <a:pt x="20319" y="13855"/>
                    <a:pt x="20355" y="13837"/>
                    <a:pt x="20373" y="13800"/>
                  </a:cubicBezTo>
                  <a:cubicBezTo>
                    <a:pt x="20409" y="13764"/>
                    <a:pt x="20464" y="13710"/>
                    <a:pt x="20536" y="13674"/>
                  </a:cubicBezTo>
                  <a:cubicBezTo>
                    <a:pt x="20609" y="13637"/>
                    <a:pt x="20681" y="13619"/>
                    <a:pt x="20754" y="13619"/>
                  </a:cubicBezTo>
                  <a:cubicBezTo>
                    <a:pt x="20790" y="13619"/>
                    <a:pt x="20808" y="13601"/>
                    <a:pt x="20826" y="13583"/>
                  </a:cubicBezTo>
                  <a:cubicBezTo>
                    <a:pt x="20862" y="13547"/>
                    <a:pt x="20862" y="13511"/>
                    <a:pt x="20862" y="13474"/>
                  </a:cubicBezTo>
                  <a:cubicBezTo>
                    <a:pt x="20862" y="13402"/>
                    <a:pt x="20916" y="13311"/>
                    <a:pt x="20989" y="13275"/>
                  </a:cubicBezTo>
                  <a:lnTo>
                    <a:pt x="21079" y="13221"/>
                  </a:lnTo>
                  <a:cubicBezTo>
                    <a:pt x="21098" y="13221"/>
                    <a:pt x="21116" y="13221"/>
                    <a:pt x="21116" y="13203"/>
                  </a:cubicBez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203"/>
                  </a:lnTo>
                  <a:lnTo>
                    <a:pt x="21116" y="13185"/>
                  </a:lnTo>
                  <a:cubicBezTo>
                    <a:pt x="21116" y="13167"/>
                    <a:pt x="21116" y="13148"/>
                    <a:pt x="21098" y="13112"/>
                  </a:cubicBezTo>
                  <a:cubicBezTo>
                    <a:pt x="21079" y="13076"/>
                    <a:pt x="21079" y="13004"/>
                    <a:pt x="21098" y="12949"/>
                  </a:cubicBezTo>
                  <a:cubicBezTo>
                    <a:pt x="21134" y="12877"/>
                    <a:pt x="21188" y="12804"/>
                    <a:pt x="21279" y="12786"/>
                  </a:cubicBezTo>
                  <a:cubicBezTo>
                    <a:pt x="21442" y="12732"/>
                    <a:pt x="21641" y="12822"/>
                    <a:pt x="21677" y="13004"/>
                  </a:cubicBezTo>
                  <a:cubicBezTo>
                    <a:pt x="21695" y="13094"/>
                    <a:pt x="21677" y="13203"/>
                    <a:pt x="21641" y="13275"/>
                  </a:cubicBezTo>
                  <a:cubicBezTo>
                    <a:pt x="21605" y="13348"/>
                    <a:pt x="21550" y="13420"/>
                    <a:pt x="21568" y="13511"/>
                  </a:cubicBezTo>
                  <a:cubicBezTo>
                    <a:pt x="21568" y="13547"/>
                    <a:pt x="21605" y="13547"/>
                    <a:pt x="21641" y="13583"/>
                  </a:cubicBezTo>
                  <a:cubicBezTo>
                    <a:pt x="21695" y="13619"/>
                    <a:pt x="21713" y="13655"/>
                    <a:pt x="21731" y="13710"/>
                  </a:cubicBezTo>
                  <a:cubicBezTo>
                    <a:pt x="21731" y="13800"/>
                    <a:pt x="21695" y="13891"/>
                    <a:pt x="21659" y="13981"/>
                  </a:cubicBezTo>
                  <a:cubicBezTo>
                    <a:pt x="21605" y="14036"/>
                    <a:pt x="21605" y="14108"/>
                    <a:pt x="21659" y="14181"/>
                  </a:cubicBezTo>
                  <a:cubicBezTo>
                    <a:pt x="21695" y="14217"/>
                    <a:pt x="21750" y="14271"/>
                    <a:pt x="21786" y="14307"/>
                  </a:cubicBezTo>
                  <a:cubicBezTo>
                    <a:pt x="21840" y="14362"/>
                    <a:pt x="21858" y="14416"/>
                    <a:pt x="21876" y="14489"/>
                  </a:cubicBezTo>
                  <a:cubicBezTo>
                    <a:pt x="21876" y="14579"/>
                    <a:pt x="21840" y="14651"/>
                    <a:pt x="21768" y="14724"/>
                  </a:cubicBezTo>
                  <a:cubicBezTo>
                    <a:pt x="21731" y="14742"/>
                    <a:pt x="21695" y="14778"/>
                    <a:pt x="21659" y="14814"/>
                  </a:cubicBezTo>
                  <a:cubicBezTo>
                    <a:pt x="21641" y="14851"/>
                    <a:pt x="21659" y="14887"/>
                    <a:pt x="21659" y="14905"/>
                  </a:cubicBezTo>
                  <a:cubicBezTo>
                    <a:pt x="21677" y="14941"/>
                    <a:pt x="21695" y="14977"/>
                    <a:pt x="21695" y="15014"/>
                  </a:cubicBezTo>
                  <a:cubicBezTo>
                    <a:pt x="21750" y="15014"/>
                    <a:pt x="21804" y="15032"/>
                    <a:pt x="21840" y="15068"/>
                  </a:cubicBezTo>
                  <a:cubicBezTo>
                    <a:pt x="21913" y="15140"/>
                    <a:pt x="21858" y="15249"/>
                    <a:pt x="21822" y="15322"/>
                  </a:cubicBezTo>
                  <a:cubicBezTo>
                    <a:pt x="21804" y="15340"/>
                    <a:pt x="21786" y="15358"/>
                    <a:pt x="21786" y="15376"/>
                  </a:cubicBezTo>
                  <a:cubicBezTo>
                    <a:pt x="21786" y="15376"/>
                    <a:pt x="21786" y="15376"/>
                    <a:pt x="21786" y="15376"/>
                  </a:cubicBezTo>
                  <a:cubicBezTo>
                    <a:pt x="21786" y="15412"/>
                    <a:pt x="21822" y="15412"/>
                    <a:pt x="21822" y="15448"/>
                  </a:cubicBezTo>
                  <a:cubicBezTo>
                    <a:pt x="21840" y="15466"/>
                    <a:pt x="21840" y="15503"/>
                    <a:pt x="21822" y="15539"/>
                  </a:cubicBezTo>
                  <a:cubicBezTo>
                    <a:pt x="21804" y="15593"/>
                    <a:pt x="21750" y="15611"/>
                    <a:pt x="21695" y="15629"/>
                  </a:cubicBezTo>
                  <a:cubicBezTo>
                    <a:pt x="21659" y="15629"/>
                    <a:pt x="21605" y="15629"/>
                    <a:pt x="21568" y="15648"/>
                  </a:cubicBezTo>
                  <a:cubicBezTo>
                    <a:pt x="21550" y="15684"/>
                    <a:pt x="21568" y="15720"/>
                    <a:pt x="21605" y="15738"/>
                  </a:cubicBezTo>
                  <a:cubicBezTo>
                    <a:pt x="21641" y="15774"/>
                    <a:pt x="21695" y="15810"/>
                    <a:pt x="21750" y="15810"/>
                  </a:cubicBezTo>
                  <a:cubicBezTo>
                    <a:pt x="21768" y="15810"/>
                    <a:pt x="21786" y="15829"/>
                    <a:pt x="21786" y="15847"/>
                  </a:cubicBezTo>
                  <a:cubicBezTo>
                    <a:pt x="21786" y="15937"/>
                    <a:pt x="21750" y="16028"/>
                    <a:pt x="21659" y="16082"/>
                  </a:cubicBezTo>
                  <a:cubicBezTo>
                    <a:pt x="21623" y="16100"/>
                    <a:pt x="21587" y="16136"/>
                    <a:pt x="21568" y="16155"/>
                  </a:cubicBezTo>
                  <a:cubicBezTo>
                    <a:pt x="21532" y="16191"/>
                    <a:pt x="21532" y="16227"/>
                    <a:pt x="21568" y="16263"/>
                  </a:cubicBezTo>
                  <a:cubicBezTo>
                    <a:pt x="21587" y="16299"/>
                    <a:pt x="21587" y="16354"/>
                    <a:pt x="21587" y="16390"/>
                  </a:cubicBezTo>
                  <a:cubicBezTo>
                    <a:pt x="21587" y="16426"/>
                    <a:pt x="21550" y="16462"/>
                    <a:pt x="21550" y="16499"/>
                  </a:cubicBezTo>
                  <a:cubicBezTo>
                    <a:pt x="21568" y="16589"/>
                    <a:pt x="21695" y="16589"/>
                    <a:pt x="21786" y="16607"/>
                  </a:cubicBezTo>
                  <a:cubicBezTo>
                    <a:pt x="21822" y="16607"/>
                    <a:pt x="21840" y="16625"/>
                    <a:pt x="21840" y="16680"/>
                  </a:cubicBezTo>
                  <a:cubicBezTo>
                    <a:pt x="21804" y="16879"/>
                    <a:pt x="21605" y="16970"/>
                    <a:pt x="21460" y="17096"/>
                  </a:cubicBezTo>
                  <a:cubicBezTo>
                    <a:pt x="21442" y="17132"/>
                    <a:pt x="21405" y="17187"/>
                    <a:pt x="21387" y="17223"/>
                  </a:cubicBezTo>
                  <a:cubicBezTo>
                    <a:pt x="21405" y="17223"/>
                    <a:pt x="21424" y="17223"/>
                    <a:pt x="21460" y="17205"/>
                  </a:cubicBezTo>
                  <a:cubicBezTo>
                    <a:pt x="21496" y="17187"/>
                    <a:pt x="21550" y="17169"/>
                    <a:pt x="21587" y="17169"/>
                  </a:cubicBezTo>
                  <a:cubicBezTo>
                    <a:pt x="21641" y="17151"/>
                    <a:pt x="21695" y="17169"/>
                    <a:pt x="21731" y="17223"/>
                  </a:cubicBezTo>
                  <a:cubicBezTo>
                    <a:pt x="21804" y="17187"/>
                    <a:pt x="21876" y="17187"/>
                    <a:pt x="21949" y="17259"/>
                  </a:cubicBezTo>
                  <a:cubicBezTo>
                    <a:pt x="22003" y="17314"/>
                    <a:pt x="22003" y="17422"/>
                    <a:pt x="21949" y="17495"/>
                  </a:cubicBezTo>
                  <a:cubicBezTo>
                    <a:pt x="22021" y="17549"/>
                    <a:pt x="22112" y="17567"/>
                    <a:pt x="22202" y="17567"/>
                  </a:cubicBezTo>
                  <a:cubicBezTo>
                    <a:pt x="22220" y="17567"/>
                    <a:pt x="22257" y="17585"/>
                    <a:pt x="22257" y="17603"/>
                  </a:cubicBezTo>
                  <a:cubicBezTo>
                    <a:pt x="22275" y="17694"/>
                    <a:pt x="22275" y="17784"/>
                    <a:pt x="22238" y="17857"/>
                  </a:cubicBezTo>
                  <a:cubicBezTo>
                    <a:pt x="22257" y="17875"/>
                    <a:pt x="22293" y="17875"/>
                    <a:pt x="22311" y="17857"/>
                  </a:cubicBezTo>
                  <a:cubicBezTo>
                    <a:pt x="22329" y="17839"/>
                    <a:pt x="22365" y="17857"/>
                    <a:pt x="22383" y="17893"/>
                  </a:cubicBezTo>
                  <a:cubicBezTo>
                    <a:pt x="22420" y="17966"/>
                    <a:pt x="22492" y="18038"/>
                    <a:pt x="22492" y="18129"/>
                  </a:cubicBezTo>
                  <a:cubicBezTo>
                    <a:pt x="22510" y="18165"/>
                    <a:pt x="22492" y="18201"/>
                    <a:pt x="22474" y="18237"/>
                  </a:cubicBezTo>
                  <a:cubicBezTo>
                    <a:pt x="22510" y="18219"/>
                    <a:pt x="22528" y="18219"/>
                    <a:pt x="22564" y="18219"/>
                  </a:cubicBezTo>
                  <a:cubicBezTo>
                    <a:pt x="22637" y="18237"/>
                    <a:pt x="22691" y="18273"/>
                    <a:pt x="22709" y="18346"/>
                  </a:cubicBezTo>
                  <a:cubicBezTo>
                    <a:pt x="22764" y="18473"/>
                    <a:pt x="22673" y="18581"/>
                    <a:pt x="22564" y="18654"/>
                  </a:cubicBezTo>
                  <a:cubicBezTo>
                    <a:pt x="22601" y="18708"/>
                    <a:pt x="22637" y="18744"/>
                    <a:pt x="22655" y="18799"/>
                  </a:cubicBezTo>
                  <a:cubicBezTo>
                    <a:pt x="22673" y="18817"/>
                    <a:pt x="22691" y="18853"/>
                    <a:pt x="22727" y="18871"/>
                  </a:cubicBezTo>
                  <a:cubicBezTo>
                    <a:pt x="22727" y="18889"/>
                    <a:pt x="22746" y="18907"/>
                    <a:pt x="22764" y="18925"/>
                  </a:cubicBezTo>
                  <a:cubicBezTo>
                    <a:pt x="22782" y="18907"/>
                    <a:pt x="22818" y="18907"/>
                    <a:pt x="22836" y="18925"/>
                  </a:cubicBezTo>
                  <a:cubicBezTo>
                    <a:pt x="22854" y="18943"/>
                    <a:pt x="22854" y="18998"/>
                    <a:pt x="22836" y="19034"/>
                  </a:cubicBezTo>
                  <a:cubicBezTo>
                    <a:pt x="22818" y="19070"/>
                    <a:pt x="22818" y="19106"/>
                    <a:pt x="22818" y="19143"/>
                  </a:cubicBezTo>
                  <a:lnTo>
                    <a:pt x="22854" y="19143"/>
                  </a:lnTo>
                  <a:cubicBezTo>
                    <a:pt x="22909" y="19143"/>
                    <a:pt x="22927" y="19197"/>
                    <a:pt x="22909" y="19233"/>
                  </a:cubicBezTo>
                  <a:cubicBezTo>
                    <a:pt x="22890" y="19233"/>
                    <a:pt x="22890" y="19233"/>
                    <a:pt x="22890" y="19251"/>
                  </a:cubicBezTo>
                  <a:cubicBezTo>
                    <a:pt x="22836" y="19306"/>
                    <a:pt x="22890" y="19396"/>
                    <a:pt x="22963" y="19378"/>
                  </a:cubicBezTo>
                  <a:cubicBezTo>
                    <a:pt x="23072" y="19360"/>
                    <a:pt x="23090" y="19233"/>
                    <a:pt x="22999" y="19179"/>
                  </a:cubicBezTo>
                  <a:cubicBezTo>
                    <a:pt x="22963" y="19161"/>
                    <a:pt x="22963" y="19106"/>
                    <a:pt x="22999" y="19088"/>
                  </a:cubicBezTo>
                  <a:lnTo>
                    <a:pt x="23126" y="18998"/>
                  </a:lnTo>
                  <a:cubicBezTo>
                    <a:pt x="23108" y="18962"/>
                    <a:pt x="23090" y="18907"/>
                    <a:pt x="23108" y="18871"/>
                  </a:cubicBezTo>
                  <a:cubicBezTo>
                    <a:pt x="23108" y="18835"/>
                    <a:pt x="23144" y="18817"/>
                    <a:pt x="23162" y="18835"/>
                  </a:cubicBezTo>
                  <a:cubicBezTo>
                    <a:pt x="23216" y="18835"/>
                    <a:pt x="23271" y="18853"/>
                    <a:pt x="23307" y="18889"/>
                  </a:cubicBezTo>
                  <a:cubicBezTo>
                    <a:pt x="23307" y="18708"/>
                    <a:pt x="23343" y="18509"/>
                    <a:pt x="23397" y="18346"/>
                  </a:cubicBezTo>
                  <a:cubicBezTo>
                    <a:pt x="23397" y="18328"/>
                    <a:pt x="23416" y="18310"/>
                    <a:pt x="23434" y="18310"/>
                  </a:cubicBezTo>
                  <a:lnTo>
                    <a:pt x="23434" y="18310"/>
                  </a:lnTo>
                  <a:cubicBezTo>
                    <a:pt x="23488" y="18237"/>
                    <a:pt x="23579" y="18201"/>
                    <a:pt x="23669" y="18201"/>
                  </a:cubicBezTo>
                  <a:cubicBezTo>
                    <a:pt x="23760" y="18201"/>
                    <a:pt x="23868" y="18237"/>
                    <a:pt x="23941" y="18310"/>
                  </a:cubicBezTo>
                  <a:cubicBezTo>
                    <a:pt x="23959" y="18346"/>
                    <a:pt x="23977" y="18400"/>
                    <a:pt x="23977" y="18454"/>
                  </a:cubicBezTo>
                  <a:cubicBezTo>
                    <a:pt x="23995" y="18473"/>
                    <a:pt x="24031" y="18509"/>
                    <a:pt x="24049" y="18545"/>
                  </a:cubicBezTo>
                  <a:cubicBezTo>
                    <a:pt x="24086" y="18599"/>
                    <a:pt x="24086" y="18690"/>
                    <a:pt x="24049" y="18762"/>
                  </a:cubicBezTo>
                  <a:cubicBezTo>
                    <a:pt x="24013" y="18835"/>
                    <a:pt x="23959" y="18889"/>
                    <a:pt x="23977" y="18980"/>
                  </a:cubicBezTo>
                  <a:cubicBezTo>
                    <a:pt x="24013" y="19052"/>
                    <a:pt x="24104" y="19052"/>
                    <a:pt x="24140" y="19125"/>
                  </a:cubicBezTo>
                  <a:cubicBezTo>
                    <a:pt x="24176" y="19197"/>
                    <a:pt x="24176" y="19306"/>
                    <a:pt x="24140" y="19378"/>
                  </a:cubicBezTo>
                  <a:cubicBezTo>
                    <a:pt x="24104" y="19469"/>
                    <a:pt x="24068" y="19541"/>
                    <a:pt x="24049" y="19632"/>
                  </a:cubicBezTo>
                  <a:cubicBezTo>
                    <a:pt x="24013" y="19686"/>
                    <a:pt x="24013" y="19740"/>
                    <a:pt x="24031" y="19795"/>
                  </a:cubicBezTo>
                  <a:cubicBezTo>
                    <a:pt x="24049" y="19849"/>
                    <a:pt x="24086" y="19903"/>
                    <a:pt x="24140" y="19921"/>
                  </a:cubicBezTo>
                  <a:cubicBezTo>
                    <a:pt x="24231" y="19939"/>
                    <a:pt x="24303" y="20012"/>
                    <a:pt x="24285" y="20102"/>
                  </a:cubicBezTo>
                  <a:cubicBezTo>
                    <a:pt x="24267" y="20175"/>
                    <a:pt x="24231" y="20247"/>
                    <a:pt x="24158" y="20284"/>
                  </a:cubicBezTo>
                  <a:lnTo>
                    <a:pt x="24068" y="20428"/>
                  </a:lnTo>
                  <a:cubicBezTo>
                    <a:pt x="24104" y="20410"/>
                    <a:pt x="24122" y="20392"/>
                    <a:pt x="24140" y="20392"/>
                  </a:cubicBezTo>
                  <a:cubicBezTo>
                    <a:pt x="24176" y="20356"/>
                    <a:pt x="24231" y="20356"/>
                    <a:pt x="24267" y="20356"/>
                  </a:cubicBezTo>
                  <a:cubicBezTo>
                    <a:pt x="24321" y="20374"/>
                    <a:pt x="24357" y="20410"/>
                    <a:pt x="24375" y="20465"/>
                  </a:cubicBezTo>
                  <a:cubicBezTo>
                    <a:pt x="24394" y="20501"/>
                    <a:pt x="24394" y="20555"/>
                    <a:pt x="24375" y="20610"/>
                  </a:cubicBezTo>
                  <a:lnTo>
                    <a:pt x="24466" y="20646"/>
                  </a:lnTo>
                  <a:lnTo>
                    <a:pt x="24520" y="20664"/>
                  </a:lnTo>
                  <a:cubicBezTo>
                    <a:pt x="24520" y="20591"/>
                    <a:pt x="24538" y="20519"/>
                    <a:pt x="24557" y="20447"/>
                  </a:cubicBezTo>
                  <a:lnTo>
                    <a:pt x="24557" y="20410"/>
                  </a:lnTo>
                  <a:cubicBezTo>
                    <a:pt x="24557" y="20356"/>
                    <a:pt x="24629" y="20356"/>
                    <a:pt x="24665" y="20392"/>
                  </a:cubicBezTo>
                  <a:cubicBezTo>
                    <a:pt x="24738" y="20465"/>
                    <a:pt x="24864" y="20483"/>
                    <a:pt x="24937" y="20410"/>
                  </a:cubicBezTo>
                  <a:cubicBezTo>
                    <a:pt x="24973" y="20374"/>
                    <a:pt x="25045" y="20410"/>
                    <a:pt x="25045" y="20465"/>
                  </a:cubicBezTo>
                  <a:cubicBezTo>
                    <a:pt x="25045" y="20465"/>
                    <a:pt x="25045" y="20483"/>
                    <a:pt x="25045" y="20501"/>
                  </a:cubicBezTo>
                  <a:cubicBezTo>
                    <a:pt x="25045" y="20573"/>
                    <a:pt x="25027" y="20664"/>
                    <a:pt x="25009" y="20736"/>
                  </a:cubicBezTo>
                  <a:cubicBezTo>
                    <a:pt x="25064" y="20772"/>
                    <a:pt x="25100" y="20827"/>
                    <a:pt x="25100" y="20899"/>
                  </a:cubicBezTo>
                  <a:cubicBezTo>
                    <a:pt x="25100" y="20954"/>
                    <a:pt x="25082" y="21008"/>
                    <a:pt x="25064" y="21062"/>
                  </a:cubicBezTo>
                  <a:lnTo>
                    <a:pt x="25064" y="21117"/>
                  </a:lnTo>
                  <a:cubicBezTo>
                    <a:pt x="25154" y="21044"/>
                    <a:pt x="25263" y="21026"/>
                    <a:pt x="25371" y="21044"/>
                  </a:cubicBezTo>
                  <a:cubicBezTo>
                    <a:pt x="25480" y="21098"/>
                    <a:pt x="25553" y="21225"/>
                    <a:pt x="25498" y="21352"/>
                  </a:cubicBezTo>
                  <a:lnTo>
                    <a:pt x="25498" y="21352"/>
                  </a:lnTo>
                  <a:cubicBezTo>
                    <a:pt x="25534" y="21406"/>
                    <a:pt x="25589" y="21424"/>
                    <a:pt x="25661" y="21424"/>
                  </a:cubicBezTo>
                  <a:cubicBezTo>
                    <a:pt x="25716" y="21424"/>
                    <a:pt x="25770" y="21370"/>
                    <a:pt x="25824" y="21388"/>
                  </a:cubicBezTo>
                  <a:cubicBezTo>
                    <a:pt x="25915" y="21388"/>
                    <a:pt x="25969" y="21461"/>
                    <a:pt x="25969" y="21551"/>
                  </a:cubicBezTo>
                  <a:cubicBezTo>
                    <a:pt x="25969" y="21606"/>
                    <a:pt x="25969" y="21678"/>
                    <a:pt x="25933" y="21732"/>
                  </a:cubicBezTo>
                  <a:lnTo>
                    <a:pt x="0" y="15358"/>
                  </a:lnTo>
                  <a:close/>
                  <a:moveTo>
                    <a:pt x="19395" y="12696"/>
                  </a:moveTo>
                  <a:close/>
                  <a:moveTo>
                    <a:pt x="21587" y="15068"/>
                  </a:moveTo>
                  <a:close/>
                  <a:moveTo>
                    <a:pt x="19323" y="13239"/>
                  </a:moveTo>
                  <a:close/>
                  <a:moveTo>
                    <a:pt x="19305" y="12605"/>
                  </a:moveTo>
                  <a:lnTo>
                    <a:pt x="19305" y="12605"/>
                  </a:lnTo>
                  <a:close/>
                  <a:moveTo>
                    <a:pt x="15592" y="10034"/>
                  </a:moveTo>
                  <a:lnTo>
                    <a:pt x="15592" y="10034"/>
                  </a:lnTo>
                  <a:cubicBezTo>
                    <a:pt x="15592" y="10052"/>
                    <a:pt x="15610" y="10088"/>
                    <a:pt x="15647" y="10106"/>
                  </a:cubicBezTo>
                  <a:lnTo>
                    <a:pt x="15665" y="10124"/>
                  </a:lnTo>
                  <a:lnTo>
                    <a:pt x="15665" y="9852"/>
                  </a:lnTo>
                  <a:cubicBezTo>
                    <a:pt x="15647" y="9871"/>
                    <a:pt x="15629" y="9889"/>
                    <a:pt x="15629" y="9925"/>
                  </a:cubicBezTo>
                  <a:cubicBezTo>
                    <a:pt x="15610" y="9943"/>
                    <a:pt x="15574" y="9997"/>
                    <a:pt x="15574" y="10034"/>
                  </a:cubicBezTo>
                  <a:close/>
                  <a:moveTo>
                    <a:pt x="14741" y="9345"/>
                  </a:moveTo>
                  <a:lnTo>
                    <a:pt x="14741" y="9345"/>
                  </a:lnTo>
                  <a:close/>
                  <a:moveTo>
                    <a:pt x="12803" y="5198"/>
                  </a:moveTo>
                  <a:lnTo>
                    <a:pt x="12803" y="5198"/>
                  </a:lnTo>
                  <a:close/>
                  <a:moveTo>
                    <a:pt x="12260" y="4148"/>
                  </a:moveTo>
                  <a:lnTo>
                    <a:pt x="12260" y="4148"/>
                  </a:lnTo>
                  <a:cubicBezTo>
                    <a:pt x="12260" y="4148"/>
                    <a:pt x="12242" y="4148"/>
                    <a:pt x="12260" y="4148"/>
                  </a:cubicBezTo>
                  <a:close/>
                  <a:moveTo>
                    <a:pt x="761" y="4329"/>
                  </a:moveTo>
                  <a:close/>
                  <a:moveTo>
                    <a:pt x="4419" y="1576"/>
                  </a:moveTo>
                  <a:close/>
                  <a:moveTo>
                    <a:pt x="5379" y="888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77"/>
            <p:cNvSpPr/>
            <p:nvPr/>
          </p:nvSpPr>
          <p:spPr>
            <a:xfrm>
              <a:off x="-124978" y="3537944"/>
              <a:ext cx="2090037" cy="1751861"/>
            </a:xfrm>
            <a:custGeom>
              <a:rect b="b" l="l" r="r" t="t"/>
              <a:pathLst>
                <a:path extrusionOk="0" h="17639" w="21044">
                  <a:moveTo>
                    <a:pt x="20265" y="17639"/>
                  </a:moveTo>
                  <a:cubicBezTo>
                    <a:pt x="20482" y="17476"/>
                    <a:pt x="20681" y="17295"/>
                    <a:pt x="20898" y="17132"/>
                  </a:cubicBezTo>
                  <a:lnTo>
                    <a:pt x="20916" y="17132"/>
                  </a:lnTo>
                  <a:cubicBezTo>
                    <a:pt x="20989" y="17168"/>
                    <a:pt x="21043" y="17077"/>
                    <a:pt x="20971" y="17041"/>
                  </a:cubicBezTo>
                  <a:cubicBezTo>
                    <a:pt x="20971" y="17023"/>
                    <a:pt x="20953" y="17023"/>
                    <a:pt x="20953" y="17023"/>
                  </a:cubicBezTo>
                  <a:lnTo>
                    <a:pt x="20772" y="16896"/>
                  </a:lnTo>
                  <a:cubicBezTo>
                    <a:pt x="20717" y="16860"/>
                    <a:pt x="20645" y="16806"/>
                    <a:pt x="20591" y="16769"/>
                  </a:cubicBezTo>
                  <a:cubicBezTo>
                    <a:pt x="20482" y="16661"/>
                    <a:pt x="20373" y="16552"/>
                    <a:pt x="20301" y="16425"/>
                  </a:cubicBezTo>
                  <a:cubicBezTo>
                    <a:pt x="20246" y="16280"/>
                    <a:pt x="20210" y="16136"/>
                    <a:pt x="20210" y="15991"/>
                  </a:cubicBezTo>
                  <a:cubicBezTo>
                    <a:pt x="20210" y="15900"/>
                    <a:pt x="20210" y="15810"/>
                    <a:pt x="20192" y="15719"/>
                  </a:cubicBezTo>
                  <a:cubicBezTo>
                    <a:pt x="20192" y="15647"/>
                    <a:pt x="20120" y="15574"/>
                    <a:pt x="20047" y="15592"/>
                  </a:cubicBezTo>
                  <a:cubicBezTo>
                    <a:pt x="19957" y="15592"/>
                    <a:pt x="19884" y="15610"/>
                    <a:pt x="19794" y="15629"/>
                  </a:cubicBezTo>
                  <a:lnTo>
                    <a:pt x="19649" y="15665"/>
                  </a:lnTo>
                  <a:lnTo>
                    <a:pt x="19631" y="15665"/>
                  </a:lnTo>
                  <a:lnTo>
                    <a:pt x="19631" y="15393"/>
                  </a:lnTo>
                  <a:cubicBezTo>
                    <a:pt x="19631" y="15303"/>
                    <a:pt x="19594" y="15230"/>
                    <a:pt x="19522" y="15212"/>
                  </a:cubicBezTo>
                  <a:cubicBezTo>
                    <a:pt x="19468" y="15212"/>
                    <a:pt x="19432" y="15212"/>
                    <a:pt x="19395" y="15212"/>
                  </a:cubicBezTo>
                  <a:cubicBezTo>
                    <a:pt x="19377" y="15230"/>
                    <a:pt x="19359" y="15212"/>
                    <a:pt x="19359" y="15212"/>
                  </a:cubicBezTo>
                  <a:cubicBezTo>
                    <a:pt x="19323" y="15158"/>
                    <a:pt x="19305" y="15103"/>
                    <a:pt x="19323" y="15067"/>
                  </a:cubicBezTo>
                  <a:cubicBezTo>
                    <a:pt x="19359" y="14995"/>
                    <a:pt x="19395" y="14922"/>
                    <a:pt x="19413" y="14868"/>
                  </a:cubicBezTo>
                  <a:cubicBezTo>
                    <a:pt x="19450" y="14795"/>
                    <a:pt x="19450" y="14723"/>
                    <a:pt x="19432" y="14651"/>
                  </a:cubicBezTo>
                  <a:cubicBezTo>
                    <a:pt x="19395" y="14578"/>
                    <a:pt x="19323" y="14542"/>
                    <a:pt x="19250" y="14560"/>
                  </a:cubicBezTo>
                  <a:cubicBezTo>
                    <a:pt x="19178" y="14560"/>
                    <a:pt x="19142" y="14633"/>
                    <a:pt x="19087" y="14633"/>
                  </a:cubicBezTo>
                  <a:cubicBezTo>
                    <a:pt x="19033" y="14651"/>
                    <a:pt x="18961" y="14633"/>
                    <a:pt x="18924" y="14596"/>
                  </a:cubicBezTo>
                  <a:lnTo>
                    <a:pt x="18924" y="14596"/>
                  </a:lnTo>
                  <a:cubicBezTo>
                    <a:pt x="18924" y="14470"/>
                    <a:pt x="18834" y="14361"/>
                    <a:pt x="18707" y="14343"/>
                  </a:cubicBezTo>
                  <a:cubicBezTo>
                    <a:pt x="18598" y="14343"/>
                    <a:pt x="18508" y="14397"/>
                    <a:pt x="18435" y="14470"/>
                  </a:cubicBezTo>
                  <a:cubicBezTo>
                    <a:pt x="18435" y="14451"/>
                    <a:pt x="18435" y="14433"/>
                    <a:pt x="18435" y="14415"/>
                  </a:cubicBezTo>
                  <a:cubicBezTo>
                    <a:pt x="18454" y="14361"/>
                    <a:pt x="18454" y="14307"/>
                    <a:pt x="18435" y="14252"/>
                  </a:cubicBezTo>
                  <a:cubicBezTo>
                    <a:pt x="18417" y="14180"/>
                    <a:pt x="18363" y="14144"/>
                    <a:pt x="18309" y="14125"/>
                  </a:cubicBezTo>
                  <a:cubicBezTo>
                    <a:pt x="18309" y="14035"/>
                    <a:pt x="18309" y="13962"/>
                    <a:pt x="18291" y="13890"/>
                  </a:cubicBezTo>
                  <a:cubicBezTo>
                    <a:pt x="18291" y="13872"/>
                    <a:pt x="18291" y="13854"/>
                    <a:pt x="18291" y="13836"/>
                  </a:cubicBezTo>
                  <a:cubicBezTo>
                    <a:pt x="18272" y="13799"/>
                    <a:pt x="18200" y="13781"/>
                    <a:pt x="18182" y="13818"/>
                  </a:cubicBezTo>
                  <a:cubicBezTo>
                    <a:pt x="18110" y="13908"/>
                    <a:pt x="17983" y="13926"/>
                    <a:pt x="17910" y="13854"/>
                  </a:cubicBezTo>
                  <a:cubicBezTo>
                    <a:pt x="17856" y="13836"/>
                    <a:pt x="17802" y="13854"/>
                    <a:pt x="17802" y="13908"/>
                  </a:cubicBezTo>
                  <a:lnTo>
                    <a:pt x="17802" y="13962"/>
                  </a:lnTo>
                  <a:lnTo>
                    <a:pt x="17802" y="14162"/>
                  </a:lnTo>
                  <a:lnTo>
                    <a:pt x="17765" y="14162"/>
                  </a:lnTo>
                  <a:lnTo>
                    <a:pt x="17675" y="14144"/>
                  </a:lnTo>
                  <a:cubicBezTo>
                    <a:pt x="17675" y="14107"/>
                    <a:pt x="17657" y="14053"/>
                    <a:pt x="17639" y="14017"/>
                  </a:cubicBezTo>
                  <a:cubicBezTo>
                    <a:pt x="17602" y="13962"/>
                    <a:pt x="17548" y="13944"/>
                    <a:pt x="17494" y="13926"/>
                  </a:cubicBezTo>
                  <a:cubicBezTo>
                    <a:pt x="17458" y="13944"/>
                    <a:pt x="17403" y="13962"/>
                    <a:pt x="17385" y="13999"/>
                  </a:cubicBezTo>
                  <a:cubicBezTo>
                    <a:pt x="17385" y="13999"/>
                    <a:pt x="17349" y="14035"/>
                    <a:pt x="17313" y="14053"/>
                  </a:cubicBezTo>
                  <a:cubicBezTo>
                    <a:pt x="17331" y="13999"/>
                    <a:pt x="17367" y="13944"/>
                    <a:pt x="17385" y="13890"/>
                  </a:cubicBezTo>
                  <a:cubicBezTo>
                    <a:pt x="17421" y="13836"/>
                    <a:pt x="17458" y="13763"/>
                    <a:pt x="17458" y="13691"/>
                  </a:cubicBezTo>
                  <a:cubicBezTo>
                    <a:pt x="17458" y="13582"/>
                    <a:pt x="17367" y="13546"/>
                    <a:pt x="17276" y="13528"/>
                  </a:cubicBezTo>
                  <a:cubicBezTo>
                    <a:pt x="17204" y="13528"/>
                    <a:pt x="17150" y="13510"/>
                    <a:pt x="17132" y="13455"/>
                  </a:cubicBezTo>
                  <a:cubicBezTo>
                    <a:pt x="17095" y="13401"/>
                    <a:pt x="17095" y="13347"/>
                    <a:pt x="17095" y="13274"/>
                  </a:cubicBezTo>
                  <a:cubicBezTo>
                    <a:pt x="17095" y="13184"/>
                    <a:pt x="17132" y="13111"/>
                    <a:pt x="17132" y="13021"/>
                  </a:cubicBezTo>
                  <a:cubicBezTo>
                    <a:pt x="17150" y="12930"/>
                    <a:pt x="17132" y="12840"/>
                    <a:pt x="17077" y="12767"/>
                  </a:cubicBezTo>
                  <a:cubicBezTo>
                    <a:pt x="17023" y="12713"/>
                    <a:pt x="16932" y="12731"/>
                    <a:pt x="16896" y="12659"/>
                  </a:cubicBezTo>
                  <a:cubicBezTo>
                    <a:pt x="16842" y="12586"/>
                    <a:pt x="16896" y="12514"/>
                    <a:pt x="16896" y="12423"/>
                  </a:cubicBezTo>
                  <a:cubicBezTo>
                    <a:pt x="16932" y="12351"/>
                    <a:pt x="16914" y="12260"/>
                    <a:pt x="16860" y="12206"/>
                  </a:cubicBezTo>
                  <a:cubicBezTo>
                    <a:pt x="16842" y="12170"/>
                    <a:pt x="16806" y="12152"/>
                    <a:pt x="16769" y="12152"/>
                  </a:cubicBezTo>
                  <a:cubicBezTo>
                    <a:pt x="16769" y="12097"/>
                    <a:pt x="16733" y="12043"/>
                    <a:pt x="16697" y="12007"/>
                  </a:cubicBezTo>
                  <a:cubicBezTo>
                    <a:pt x="16606" y="11952"/>
                    <a:pt x="16516" y="11934"/>
                    <a:pt x="16425" y="11970"/>
                  </a:cubicBezTo>
                  <a:cubicBezTo>
                    <a:pt x="16335" y="11989"/>
                    <a:pt x="16226" y="12025"/>
                    <a:pt x="16208" y="12115"/>
                  </a:cubicBezTo>
                  <a:lnTo>
                    <a:pt x="16208" y="12115"/>
                  </a:lnTo>
                  <a:cubicBezTo>
                    <a:pt x="16190" y="12133"/>
                    <a:pt x="16190" y="12152"/>
                    <a:pt x="16190" y="12170"/>
                  </a:cubicBezTo>
                  <a:cubicBezTo>
                    <a:pt x="16172" y="12351"/>
                    <a:pt x="16172" y="12532"/>
                    <a:pt x="16226" y="12713"/>
                  </a:cubicBezTo>
                  <a:cubicBezTo>
                    <a:pt x="16172" y="12695"/>
                    <a:pt x="16136" y="12695"/>
                    <a:pt x="16081" y="12695"/>
                  </a:cubicBezTo>
                  <a:cubicBezTo>
                    <a:pt x="16045" y="12695"/>
                    <a:pt x="16027" y="12713"/>
                    <a:pt x="16027" y="12749"/>
                  </a:cubicBezTo>
                  <a:cubicBezTo>
                    <a:pt x="16027" y="12785"/>
                    <a:pt x="16045" y="12840"/>
                    <a:pt x="16081" y="12858"/>
                  </a:cubicBezTo>
                  <a:lnTo>
                    <a:pt x="15973" y="12985"/>
                  </a:lnTo>
                  <a:cubicBezTo>
                    <a:pt x="15936" y="13021"/>
                    <a:pt x="15954" y="13075"/>
                    <a:pt x="15991" y="13075"/>
                  </a:cubicBezTo>
                  <a:cubicBezTo>
                    <a:pt x="16099" y="13093"/>
                    <a:pt x="16117" y="13238"/>
                    <a:pt x="16009" y="13274"/>
                  </a:cubicBezTo>
                  <a:cubicBezTo>
                    <a:pt x="15936" y="13311"/>
                    <a:pt x="15864" y="13238"/>
                    <a:pt x="15900" y="13166"/>
                  </a:cubicBezTo>
                  <a:cubicBezTo>
                    <a:pt x="15900" y="13166"/>
                    <a:pt x="15918" y="13148"/>
                    <a:pt x="15918" y="13148"/>
                  </a:cubicBezTo>
                  <a:cubicBezTo>
                    <a:pt x="15936" y="13129"/>
                    <a:pt x="15936" y="13111"/>
                    <a:pt x="15918" y="13075"/>
                  </a:cubicBezTo>
                  <a:cubicBezTo>
                    <a:pt x="15900" y="13075"/>
                    <a:pt x="15864" y="13075"/>
                    <a:pt x="15846" y="13075"/>
                  </a:cubicBezTo>
                  <a:lnTo>
                    <a:pt x="15828" y="13093"/>
                  </a:lnTo>
                  <a:cubicBezTo>
                    <a:pt x="15810" y="13057"/>
                    <a:pt x="15810" y="13021"/>
                    <a:pt x="15828" y="12985"/>
                  </a:cubicBezTo>
                  <a:cubicBezTo>
                    <a:pt x="15846" y="12948"/>
                    <a:pt x="15828" y="12894"/>
                    <a:pt x="15791" y="12876"/>
                  </a:cubicBezTo>
                  <a:cubicBezTo>
                    <a:pt x="15773" y="12858"/>
                    <a:pt x="15737" y="12876"/>
                    <a:pt x="15719" y="12912"/>
                  </a:cubicBezTo>
                  <a:cubicBezTo>
                    <a:pt x="15701" y="12894"/>
                    <a:pt x="15683" y="12876"/>
                    <a:pt x="15683" y="12858"/>
                  </a:cubicBezTo>
                  <a:cubicBezTo>
                    <a:pt x="15665" y="12858"/>
                    <a:pt x="15629" y="12822"/>
                    <a:pt x="15592" y="12803"/>
                  </a:cubicBezTo>
                  <a:cubicBezTo>
                    <a:pt x="15556" y="12767"/>
                    <a:pt x="15520" y="12731"/>
                    <a:pt x="15484" y="12695"/>
                  </a:cubicBezTo>
                  <a:cubicBezTo>
                    <a:pt x="15574" y="12604"/>
                    <a:pt x="15610" y="12459"/>
                    <a:pt x="15538" y="12351"/>
                  </a:cubicBezTo>
                  <a:cubicBezTo>
                    <a:pt x="15502" y="12296"/>
                    <a:pt x="15447" y="12260"/>
                    <a:pt x="15375" y="12260"/>
                  </a:cubicBezTo>
                  <a:cubicBezTo>
                    <a:pt x="15339" y="12278"/>
                    <a:pt x="15303" y="12296"/>
                    <a:pt x="15284" y="12314"/>
                  </a:cubicBezTo>
                  <a:cubicBezTo>
                    <a:pt x="15303" y="12278"/>
                    <a:pt x="15303" y="12224"/>
                    <a:pt x="15284" y="12188"/>
                  </a:cubicBezTo>
                  <a:cubicBezTo>
                    <a:pt x="15248" y="12097"/>
                    <a:pt x="15176" y="12061"/>
                    <a:pt x="15121" y="11989"/>
                  </a:cubicBezTo>
                  <a:cubicBezTo>
                    <a:pt x="15103" y="11952"/>
                    <a:pt x="15067" y="11952"/>
                    <a:pt x="15031" y="11970"/>
                  </a:cubicBezTo>
                  <a:cubicBezTo>
                    <a:pt x="15013" y="11989"/>
                    <a:pt x="14995" y="12007"/>
                    <a:pt x="14958" y="11989"/>
                  </a:cubicBezTo>
                  <a:cubicBezTo>
                    <a:pt x="14977" y="11898"/>
                    <a:pt x="14958" y="11807"/>
                    <a:pt x="14922" y="11735"/>
                  </a:cubicBezTo>
                  <a:cubicBezTo>
                    <a:pt x="14904" y="11717"/>
                    <a:pt x="14886" y="11717"/>
                    <a:pt x="14868" y="11717"/>
                  </a:cubicBezTo>
                  <a:cubicBezTo>
                    <a:pt x="14777" y="11735"/>
                    <a:pt x="14687" y="11735"/>
                    <a:pt x="14596" y="11717"/>
                  </a:cubicBezTo>
                  <a:cubicBezTo>
                    <a:pt x="14632" y="11626"/>
                    <a:pt x="14596" y="11536"/>
                    <a:pt x="14524" y="11481"/>
                  </a:cubicBezTo>
                  <a:cubicBezTo>
                    <a:pt x="14451" y="11427"/>
                    <a:pt x="14361" y="11445"/>
                    <a:pt x="14307" y="11500"/>
                  </a:cubicBezTo>
                  <a:cubicBezTo>
                    <a:pt x="14270" y="11463"/>
                    <a:pt x="14216" y="11445"/>
                    <a:pt x="14162" y="11481"/>
                  </a:cubicBezTo>
                  <a:cubicBezTo>
                    <a:pt x="14125" y="11500"/>
                    <a:pt x="14071" y="11518"/>
                    <a:pt x="14035" y="11554"/>
                  </a:cubicBezTo>
                  <a:cubicBezTo>
                    <a:pt x="14017" y="11572"/>
                    <a:pt x="13999" y="11572"/>
                    <a:pt x="13981" y="11572"/>
                  </a:cubicBezTo>
                  <a:cubicBezTo>
                    <a:pt x="13999" y="11536"/>
                    <a:pt x="13999" y="11481"/>
                    <a:pt x="14035" y="11445"/>
                  </a:cubicBezTo>
                  <a:cubicBezTo>
                    <a:pt x="14125" y="11282"/>
                    <a:pt x="14307" y="11137"/>
                    <a:pt x="14288" y="10938"/>
                  </a:cubicBezTo>
                  <a:cubicBezTo>
                    <a:pt x="14288" y="10902"/>
                    <a:pt x="14252" y="10884"/>
                    <a:pt x="14216" y="10884"/>
                  </a:cubicBezTo>
                  <a:cubicBezTo>
                    <a:pt x="14144" y="10902"/>
                    <a:pt x="14017" y="10920"/>
                    <a:pt x="13962" y="10848"/>
                  </a:cubicBezTo>
                  <a:cubicBezTo>
                    <a:pt x="13944" y="10811"/>
                    <a:pt x="13962" y="10757"/>
                    <a:pt x="13962" y="10721"/>
                  </a:cubicBezTo>
                  <a:cubicBezTo>
                    <a:pt x="13962" y="10685"/>
                    <a:pt x="13944" y="10630"/>
                    <a:pt x="13908" y="10612"/>
                  </a:cubicBezTo>
                  <a:cubicBezTo>
                    <a:pt x="13890" y="10576"/>
                    <a:pt x="13872" y="10540"/>
                    <a:pt x="13890" y="10504"/>
                  </a:cubicBezTo>
                  <a:cubicBezTo>
                    <a:pt x="13908" y="10467"/>
                    <a:pt x="13944" y="10431"/>
                    <a:pt x="13962" y="10395"/>
                  </a:cubicBezTo>
                  <a:cubicBezTo>
                    <a:pt x="14035" y="10341"/>
                    <a:pt x="14071" y="10232"/>
                    <a:pt x="14035" y="10141"/>
                  </a:cubicBezTo>
                  <a:cubicBezTo>
                    <a:pt x="14035" y="10123"/>
                    <a:pt x="14017" y="10123"/>
                    <a:pt x="13999" y="10123"/>
                  </a:cubicBezTo>
                  <a:cubicBezTo>
                    <a:pt x="13926" y="10123"/>
                    <a:pt x="13872" y="10123"/>
                    <a:pt x="13818" y="10087"/>
                  </a:cubicBezTo>
                  <a:cubicBezTo>
                    <a:pt x="13799" y="10069"/>
                    <a:pt x="13781" y="10033"/>
                    <a:pt x="13781" y="10015"/>
                  </a:cubicBezTo>
                  <a:cubicBezTo>
                    <a:pt x="13799" y="9978"/>
                    <a:pt x="13872" y="9960"/>
                    <a:pt x="13890" y="9960"/>
                  </a:cubicBezTo>
                  <a:cubicBezTo>
                    <a:pt x="13944" y="9924"/>
                    <a:pt x="13981" y="9888"/>
                    <a:pt x="13999" y="9833"/>
                  </a:cubicBezTo>
                  <a:cubicBezTo>
                    <a:pt x="13999" y="9797"/>
                    <a:pt x="13999" y="9761"/>
                    <a:pt x="13981" y="9743"/>
                  </a:cubicBezTo>
                  <a:cubicBezTo>
                    <a:pt x="13962" y="9725"/>
                    <a:pt x="13944" y="9707"/>
                    <a:pt x="13926" y="9689"/>
                  </a:cubicBezTo>
                  <a:cubicBezTo>
                    <a:pt x="13926" y="9689"/>
                    <a:pt x="13926" y="9689"/>
                    <a:pt x="13926" y="9671"/>
                  </a:cubicBezTo>
                  <a:cubicBezTo>
                    <a:pt x="13926" y="9652"/>
                    <a:pt x="13926" y="9634"/>
                    <a:pt x="13944" y="9616"/>
                  </a:cubicBezTo>
                  <a:cubicBezTo>
                    <a:pt x="13962" y="9544"/>
                    <a:pt x="13999" y="9435"/>
                    <a:pt x="13890" y="9381"/>
                  </a:cubicBezTo>
                  <a:cubicBezTo>
                    <a:pt x="13854" y="9345"/>
                    <a:pt x="13799" y="9345"/>
                    <a:pt x="13745" y="9363"/>
                  </a:cubicBezTo>
                  <a:cubicBezTo>
                    <a:pt x="13745" y="9326"/>
                    <a:pt x="13727" y="9290"/>
                    <a:pt x="13691" y="9272"/>
                  </a:cubicBezTo>
                  <a:cubicBezTo>
                    <a:pt x="13673" y="9236"/>
                    <a:pt x="13655" y="9200"/>
                    <a:pt x="13655" y="9163"/>
                  </a:cubicBezTo>
                  <a:cubicBezTo>
                    <a:pt x="13691" y="9127"/>
                    <a:pt x="13709" y="9091"/>
                    <a:pt x="13745" y="9055"/>
                  </a:cubicBezTo>
                  <a:cubicBezTo>
                    <a:pt x="13799" y="8982"/>
                    <a:pt x="13818" y="8892"/>
                    <a:pt x="13781" y="8801"/>
                  </a:cubicBezTo>
                  <a:cubicBezTo>
                    <a:pt x="13763" y="8729"/>
                    <a:pt x="13709" y="8693"/>
                    <a:pt x="13655" y="8656"/>
                  </a:cubicBezTo>
                  <a:cubicBezTo>
                    <a:pt x="13600" y="8602"/>
                    <a:pt x="13546" y="8584"/>
                    <a:pt x="13492" y="8548"/>
                  </a:cubicBezTo>
                  <a:cubicBezTo>
                    <a:pt x="13437" y="8493"/>
                    <a:pt x="13419" y="8421"/>
                    <a:pt x="13437" y="8367"/>
                  </a:cubicBezTo>
                  <a:cubicBezTo>
                    <a:pt x="13473" y="8276"/>
                    <a:pt x="13473" y="8167"/>
                    <a:pt x="13455" y="8077"/>
                  </a:cubicBezTo>
                  <a:cubicBezTo>
                    <a:pt x="13437" y="8041"/>
                    <a:pt x="13419" y="8004"/>
                    <a:pt x="13383" y="7968"/>
                  </a:cubicBezTo>
                  <a:cubicBezTo>
                    <a:pt x="13347" y="7950"/>
                    <a:pt x="13292" y="7950"/>
                    <a:pt x="13274" y="7914"/>
                  </a:cubicBezTo>
                  <a:cubicBezTo>
                    <a:pt x="13238" y="7841"/>
                    <a:pt x="13274" y="7751"/>
                    <a:pt x="13310" y="7678"/>
                  </a:cubicBezTo>
                  <a:cubicBezTo>
                    <a:pt x="13329" y="7588"/>
                    <a:pt x="13310" y="7497"/>
                    <a:pt x="13274" y="7407"/>
                  </a:cubicBezTo>
                  <a:cubicBezTo>
                    <a:pt x="13184" y="7244"/>
                    <a:pt x="12985" y="7190"/>
                    <a:pt x="12822" y="7298"/>
                  </a:cubicBezTo>
                  <a:cubicBezTo>
                    <a:pt x="12749" y="7334"/>
                    <a:pt x="12713" y="7425"/>
                    <a:pt x="12713" y="7497"/>
                  </a:cubicBezTo>
                  <a:cubicBezTo>
                    <a:pt x="12695" y="7552"/>
                    <a:pt x="12713" y="7606"/>
                    <a:pt x="12749" y="7660"/>
                  </a:cubicBezTo>
                  <a:cubicBezTo>
                    <a:pt x="12749" y="7678"/>
                    <a:pt x="12767" y="7697"/>
                    <a:pt x="12785" y="7715"/>
                  </a:cubicBez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lnTo>
                    <a:pt x="12785" y="7733"/>
                  </a:lnTo>
                  <a:cubicBezTo>
                    <a:pt x="12767" y="7751"/>
                    <a:pt x="12749" y="7751"/>
                    <a:pt x="12749" y="7769"/>
                  </a:cubicBezTo>
                  <a:cubicBezTo>
                    <a:pt x="12713" y="7787"/>
                    <a:pt x="12695" y="7805"/>
                    <a:pt x="12677" y="7823"/>
                  </a:cubicBezTo>
                  <a:cubicBezTo>
                    <a:pt x="12604" y="7896"/>
                    <a:pt x="12586" y="7968"/>
                    <a:pt x="12604" y="8059"/>
                  </a:cubicBezTo>
                  <a:cubicBezTo>
                    <a:pt x="12604" y="8095"/>
                    <a:pt x="12604" y="8131"/>
                    <a:pt x="12604" y="8167"/>
                  </a:cubicBezTo>
                  <a:cubicBezTo>
                    <a:pt x="12586" y="8186"/>
                    <a:pt x="12550" y="8204"/>
                    <a:pt x="12532" y="8222"/>
                  </a:cubicBezTo>
                  <a:cubicBezTo>
                    <a:pt x="12459" y="8240"/>
                    <a:pt x="12387" y="8276"/>
                    <a:pt x="12333" y="8330"/>
                  </a:cubicBezTo>
                  <a:cubicBezTo>
                    <a:pt x="12278" y="8367"/>
                    <a:pt x="12242" y="8421"/>
                    <a:pt x="12206" y="8493"/>
                  </a:cubicBezTo>
                  <a:cubicBezTo>
                    <a:pt x="12188" y="8511"/>
                    <a:pt x="12170" y="8530"/>
                    <a:pt x="12151" y="8548"/>
                  </a:cubicBezTo>
                  <a:lnTo>
                    <a:pt x="12133" y="8566"/>
                  </a:lnTo>
                  <a:lnTo>
                    <a:pt x="12097" y="8566"/>
                  </a:lnTo>
                  <a:cubicBezTo>
                    <a:pt x="12061" y="8566"/>
                    <a:pt x="12007" y="8620"/>
                    <a:pt x="12043" y="8674"/>
                  </a:cubicBezTo>
                  <a:cubicBezTo>
                    <a:pt x="12079" y="8711"/>
                    <a:pt x="12115" y="8747"/>
                    <a:pt x="12097" y="8801"/>
                  </a:cubicBezTo>
                  <a:cubicBezTo>
                    <a:pt x="12079" y="8837"/>
                    <a:pt x="12061" y="8837"/>
                    <a:pt x="12061" y="8856"/>
                  </a:cubicBezTo>
                  <a:cubicBezTo>
                    <a:pt x="12043" y="8892"/>
                    <a:pt x="12043" y="8910"/>
                    <a:pt x="12025" y="8946"/>
                  </a:cubicBezTo>
                  <a:cubicBezTo>
                    <a:pt x="12025" y="9037"/>
                    <a:pt x="12025" y="9127"/>
                    <a:pt x="11988" y="9200"/>
                  </a:cubicBezTo>
                  <a:cubicBezTo>
                    <a:pt x="11988" y="9218"/>
                    <a:pt x="11970" y="9218"/>
                    <a:pt x="11970" y="9236"/>
                  </a:cubicBezTo>
                  <a:lnTo>
                    <a:pt x="11952" y="9236"/>
                  </a:lnTo>
                  <a:lnTo>
                    <a:pt x="11934" y="9236"/>
                  </a:lnTo>
                  <a:lnTo>
                    <a:pt x="11916" y="9236"/>
                  </a:lnTo>
                  <a:lnTo>
                    <a:pt x="11898" y="9236"/>
                  </a:lnTo>
                  <a:lnTo>
                    <a:pt x="11880" y="9236"/>
                  </a:lnTo>
                  <a:cubicBezTo>
                    <a:pt x="11789" y="9182"/>
                    <a:pt x="11699" y="9073"/>
                    <a:pt x="11590" y="9073"/>
                  </a:cubicBezTo>
                  <a:lnTo>
                    <a:pt x="11572" y="9073"/>
                  </a:lnTo>
                  <a:cubicBezTo>
                    <a:pt x="11554" y="9073"/>
                    <a:pt x="11536" y="9073"/>
                    <a:pt x="11518" y="9073"/>
                  </a:cubicBezTo>
                  <a:lnTo>
                    <a:pt x="11391" y="9037"/>
                  </a:lnTo>
                  <a:lnTo>
                    <a:pt x="11246" y="9019"/>
                  </a:lnTo>
                  <a:cubicBezTo>
                    <a:pt x="11318" y="8946"/>
                    <a:pt x="11337" y="8856"/>
                    <a:pt x="11337" y="8747"/>
                  </a:cubicBezTo>
                  <a:cubicBezTo>
                    <a:pt x="11337" y="8656"/>
                    <a:pt x="11282" y="8584"/>
                    <a:pt x="11210" y="8548"/>
                  </a:cubicBezTo>
                  <a:cubicBezTo>
                    <a:pt x="11210" y="8511"/>
                    <a:pt x="11228" y="8493"/>
                    <a:pt x="11228" y="8457"/>
                  </a:cubicBezTo>
                  <a:cubicBezTo>
                    <a:pt x="11228" y="8385"/>
                    <a:pt x="11210" y="8330"/>
                    <a:pt x="11192" y="8258"/>
                  </a:cubicBezTo>
                  <a:cubicBezTo>
                    <a:pt x="11192" y="8204"/>
                    <a:pt x="11174" y="8149"/>
                    <a:pt x="11137" y="8095"/>
                  </a:cubicBezTo>
                  <a:cubicBezTo>
                    <a:pt x="11119" y="8077"/>
                    <a:pt x="11101" y="8041"/>
                    <a:pt x="11065" y="8023"/>
                  </a:cubicBezTo>
                  <a:cubicBezTo>
                    <a:pt x="11029" y="8023"/>
                    <a:pt x="10992" y="8023"/>
                    <a:pt x="10956" y="8023"/>
                  </a:cubicBezTo>
                  <a:cubicBezTo>
                    <a:pt x="10938" y="8041"/>
                    <a:pt x="10902" y="8023"/>
                    <a:pt x="10884" y="7986"/>
                  </a:cubicBezTo>
                  <a:cubicBezTo>
                    <a:pt x="10866" y="7950"/>
                    <a:pt x="10884" y="7932"/>
                    <a:pt x="10920" y="7896"/>
                  </a:cubicBezTo>
                  <a:cubicBezTo>
                    <a:pt x="10956" y="7860"/>
                    <a:pt x="11011" y="7823"/>
                    <a:pt x="11047" y="7787"/>
                  </a:cubicBezTo>
                  <a:cubicBezTo>
                    <a:pt x="11083" y="7751"/>
                    <a:pt x="11101" y="7697"/>
                    <a:pt x="11101" y="7624"/>
                  </a:cubicBezTo>
                  <a:cubicBezTo>
                    <a:pt x="11083" y="7570"/>
                    <a:pt x="11047" y="7534"/>
                    <a:pt x="10992" y="7515"/>
                  </a:cubicBezTo>
                  <a:cubicBezTo>
                    <a:pt x="10956" y="7515"/>
                    <a:pt x="10938" y="7515"/>
                    <a:pt x="10902" y="7515"/>
                  </a:cubicBezTo>
                  <a:lnTo>
                    <a:pt x="10884" y="7534"/>
                  </a:lnTo>
                  <a:cubicBezTo>
                    <a:pt x="10866" y="7534"/>
                    <a:pt x="10866" y="7515"/>
                    <a:pt x="10866" y="7515"/>
                  </a:cubicBezTo>
                  <a:cubicBezTo>
                    <a:pt x="10848" y="7497"/>
                    <a:pt x="10848" y="7479"/>
                    <a:pt x="10848" y="7461"/>
                  </a:cubicBezTo>
                  <a:cubicBezTo>
                    <a:pt x="10829" y="7407"/>
                    <a:pt x="10829" y="7371"/>
                    <a:pt x="10848" y="7334"/>
                  </a:cubicBezTo>
                  <a:cubicBezTo>
                    <a:pt x="10884" y="7244"/>
                    <a:pt x="10974" y="7190"/>
                    <a:pt x="11047" y="7135"/>
                  </a:cubicBezTo>
                  <a:cubicBezTo>
                    <a:pt x="11137" y="7081"/>
                    <a:pt x="11174" y="6972"/>
                    <a:pt x="11155" y="6882"/>
                  </a:cubicBezTo>
                  <a:cubicBezTo>
                    <a:pt x="11137" y="6791"/>
                    <a:pt x="11047" y="6737"/>
                    <a:pt x="10974" y="6682"/>
                  </a:cubicBezTo>
                  <a:cubicBezTo>
                    <a:pt x="10938" y="6682"/>
                    <a:pt x="10920" y="6664"/>
                    <a:pt x="10920" y="6628"/>
                  </a:cubicBezTo>
                  <a:cubicBezTo>
                    <a:pt x="10920" y="6592"/>
                    <a:pt x="10938" y="6556"/>
                    <a:pt x="10956" y="6519"/>
                  </a:cubicBezTo>
                  <a:cubicBezTo>
                    <a:pt x="10992" y="6447"/>
                    <a:pt x="10974" y="6356"/>
                    <a:pt x="10902" y="6302"/>
                  </a:cubicBezTo>
                  <a:cubicBezTo>
                    <a:pt x="10829" y="6266"/>
                    <a:pt x="10757" y="6248"/>
                    <a:pt x="10667" y="6284"/>
                  </a:cubicBezTo>
                  <a:cubicBezTo>
                    <a:pt x="10630" y="6284"/>
                    <a:pt x="10576" y="6302"/>
                    <a:pt x="10522" y="6320"/>
                  </a:cubicBezTo>
                  <a:cubicBezTo>
                    <a:pt x="10467" y="6338"/>
                    <a:pt x="10431" y="6356"/>
                    <a:pt x="10377" y="6375"/>
                  </a:cubicBezTo>
                  <a:cubicBezTo>
                    <a:pt x="10341" y="6411"/>
                    <a:pt x="10322" y="6447"/>
                    <a:pt x="10341" y="6501"/>
                  </a:cubicBezTo>
                  <a:cubicBezTo>
                    <a:pt x="10341" y="6519"/>
                    <a:pt x="10341" y="6556"/>
                    <a:pt x="10322" y="6574"/>
                  </a:cubicBezTo>
                  <a:cubicBezTo>
                    <a:pt x="10304" y="6592"/>
                    <a:pt x="10268" y="6610"/>
                    <a:pt x="10232" y="6610"/>
                  </a:cubicBezTo>
                  <a:cubicBezTo>
                    <a:pt x="10214" y="6592"/>
                    <a:pt x="10196" y="6592"/>
                    <a:pt x="10178" y="6592"/>
                  </a:cubicBezTo>
                  <a:lnTo>
                    <a:pt x="10178" y="6592"/>
                  </a:lnTo>
                  <a:cubicBezTo>
                    <a:pt x="10159" y="6592"/>
                    <a:pt x="10141" y="6592"/>
                    <a:pt x="10141" y="6592"/>
                  </a:cubicBezTo>
                  <a:lnTo>
                    <a:pt x="10141" y="6592"/>
                  </a:lnTo>
                  <a:cubicBezTo>
                    <a:pt x="10123" y="6556"/>
                    <a:pt x="10123" y="6519"/>
                    <a:pt x="10123" y="6483"/>
                  </a:cubicBezTo>
                  <a:cubicBezTo>
                    <a:pt x="10141" y="6411"/>
                    <a:pt x="10105" y="6338"/>
                    <a:pt x="10051" y="6284"/>
                  </a:cubicBezTo>
                  <a:cubicBezTo>
                    <a:pt x="10015" y="6266"/>
                    <a:pt x="9978" y="6266"/>
                    <a:pt x="9942" y="6266"/>
                  </a:cubicBezTo>
                  <a:lnTo>
                    <a:pt x="9942" y="6266"/>
                  </a:lnTo>
                  <a:cubicBezTo>
                    <a:pt x="9942" y="6248"/>
                    <a:pt x="9942" y="6248"/>
                    <a:pt x="9942" y="6248"/>
                  </a:cubicBezTo>
                  <a:cubicBezTo>
                    <a:pt x="9942" y="6248"/>
                    <a:pt x="9942" y="6230"/>
                    <a:pt x="9942" y="6212"/>
                  </a:cubicBezTo>
                  <a:cubicBezTo>
                    <a:pt x="9960" y="6157"/>
                    <a:pt x="9996" y="6103"/>
                    <a:pt x="10015" y="6049"/>
                  </a:cubicBezTo>
                  <a:cubicBezTo>
                    <a:pt x="10033" y="5994"/>
                    <a:pt x="10015" y="5922"/>
                    <a:pt x="9960" y="5886"/>
                  </a:cubicBezTo>
                  <a:cubicBezTo>
                    <a:pt x="9924" y="5849"/>
                    <a:pt x="9888" y="5849"/>
                    <a:pt x="9852" y="5849"/>
                  </a:cubicBezTo>
                  <a:lnTo>
                    <a:pt x="9833" y="5849"/>
                  </a:lnTo>
                  <a:lnTo>
                    <a:pt x="9833" y="5849"/>
                  </a:lnTo>
                  <a:lnTo>
                    <a:pt x="9833" y="5849"/>
                  </a:lnTo>
                  <a:cubicBezTo>
                    <a:pt x="9815" y="5813"/>
                    <a:pt x="9797" y="5759"/>
                    <a:pt x="9779" y="5723"/>
                  </a:cubicBezTo>
                  <a:cubicBezTo>
                    <a:pt x="9743" y="5668"/>
                    <a:pt x="9689" y="5632"/>
                    <a:pt x="9616" y="5632"/>
                  </a:cubicBezTo>
                  <a:cubicBezTo>
                    <a:pt x="9580" y="5632"/>
                    <a:pt x="9544" y="5650"/>
                    <a:pt x="9526" y="5632"/>
                  </a:cubicBezTo>
                  <a:cubicBezTo>
                    <a:pt x="9507" y="5632"/>
                    <a:pt x="9489" y="5614"/>
                    <a:pt x="9471" y="5596"/>
                  </a:cubicBezTo>
                  <a:cubicBezTo>
                    <a:pt x="9453" y="5560"/>
                    <a:pt x="9435" y="5487"/>
                    <a:pt x="9435" y="5433"/>
                  </a:cubicBezTo>
                  <a:cubicBezTo>
                    <a:pt x="9453" y="5288"/>
                    <a:pt x="9381" y="5161"/>
                    <a:pt x="9272" y="5089"/>
                  </a:cubicBezTo>
                  <a:cubicBezTo>
                    <a:pt x="9163" y="5034"/>
                    <a:pt x="9037" y="5053"/>
                    <a:pt x="8946" y="5125"/>
                  </a:cubicBezTo>
                  <a:cubicBezTo>
                    <a:pt x="8928" y="5143"/>
                    <a:pt x="8892" y="5179"/>
                    <a:pt x="8892" y="5197"/>
                  </a:cubicBezTo>
                  <a:cubicBezTo>
                    <a:pt x="8874" y="5234"/>
                    <a:pt x="8856" y="5252"/>
                    <a:pt x="8837" y="5270"/>
                  </a:cubicBezTo>
                  <a:cubicBezTo>
                    <a:pt x="8801" y="5288"/>
                    <a:pt x="8783" y="5306"/>
                    <a:pt x="8747" y="5324"/>
                  </a:cubicBezTo>
                  <a:cubicBezTo>
                    <a:pt x="8729" y="5360"/>
                    <a:pt x="8711" y="5379"/>
                    <a:pt x="8711" y="5415"/>
                  </a:cubicBezTo>
                  <a:lnTo>
                    <a:pt x="8711" y="5596"/>
                  </a:lnTo>
                  <a:cubicBezTo>
                    <a:pt x="8711" y="5614"/>
                    <a:pt x="8693" y="5650"/>
                    <a:pt x="8674" y="5668"/>
                  </a:cubicBezTo>
                  <a:cubicBezTo>
                    <a:pt x="8656" y="5686"/>
                    <a:pt x="8638" y="5741"/>
                    <a:pt x="8656" y="5777"/>
                  </a:cubicBezTo>
                  <a:cubicBezTo>
                    <a:pt x="8656" y="5795"/>
                    <a:pt x="8674" y="5831"/>
                    <a:pt x="8693" y="5868"/>
                  </a:cubicBezTo>
                  <a:cubicBezTo>
                    <a:pt x="8693" y="5886"/>
                    <a:pt x="8693" y="5904"/>
                    <a:pt x="8693" y="5922"/>
                  </a:cubicBezTo>
                  <a:cubicBezTo>
                    <a:pt x="8656" y="5958"/>
                    <a:pt x="8602" y="5976"/>
                    <a:pt x="8566" y="5994"/>
                  </a:cubicBezTo>
                  <a:cubicBezTo>
                    <a:pt x="8530" y="5994"/>
                    <a:pt x="8511" y="6030"/>
                    <a:pt x="8530" y="6067"/>
                  </a:cubicBezTo>
                  <a:cubicBezTo>
                    <a:pt x="8584" y="6139"/>
                    <a:pt x="8620" y="6230"/>
                    <a:pt x="8638" y="6338"/>
                  </a:cubicBezTo>
                  <a:cubicBezTo>
                    <a:pt x="8638" y="6356"/>
                    <a:pt x="8638" y="6393"/>
                    <a:pt x="8602" y="6393"/>
                  </a:cubicBezTo>
                  <a:cubicBezTo>
                    <a:pt x="8566" y="6393"/>
                    <a:pt x="8530" y="6411"/>
                    <a:pt x="8493" y="6429"/>
                  </a:cubicBezTo>
                  <a:cubicBezTo>
                    <a:pt x="8439" y="6465"/>
                    <a:pt x="8385" y="6538"/>
                    <a:pt x="8367" y="6610"/>
                  </a:cubicBezTo>
                  <a:cubicBezTo>
                    <a:pt x="8330" y="6646"/>
                    <a:pt x="8294" y="6682"/>
                    <a:pt x="8258" y="6701"/>
                  </a:cubicBezTo>
                  <a:cubicBezTo>
                    <a:pt x="8240" y="6664"/>
                    <a:pt x="8222" y="6610"/>
                    <a:pt x="8204" y="6574"/>
                  </a:cubicBezTo>
                  <a:cubicBezTo>
                    <a:pt x="8240" y="6465"/>
                    <a:pt x="8240" y="6356"/>
                    <a:pt x="8222" y="6230"/>
                  </a:cubicBezTo>
                  <a:cubicBezTo>
                    <a:pt x="8204" y="6212"/>
                    <a:pt x="8167" y="6175"/>
                    <a:pt x="8131" y="6193"/>
                  </a:cubicBezTo>
                  <a:cubicBezTo>
                    <a:pt x="8077" y="6212"/>
                    <a:pt x="8004" y="6212"/>
                    <a:pt x="7950" y="6193"/>
                  </a:cubicBezTo>
                  <a:cubicBezTo>
                    <a:pt x="7914" y="6175"/>
                    <a:pt x="7878" y="6139"/>
                    <a:pt x="7896" y="6103"/>
                  </a:cubicBezTo>
                  <a:cubicBezTo>
                    <a:pt x="7896" y="6067"/>
                    <a:pt x="7914" y="6049"/>
                    <a:pt x="7932" y="6030"/>
                  </a:cubicBezTo>
                  <a:cubicBezTo>
                    <a:pt x="7932" y="6012"/>
                    <a:pt x="7950" y="5976"/>
                    <a:pt x="7950" y="5958"/>
                  </a:cubicBezTo>
                  <a:cubicBezTo>
                    <a:pt x="7950" y="5904"/>
                    <a:pt x="7932" y="5868"/>
                    <a:pt x="7896" y="5831"/>
                  </a:cubicBezTo>
                  <a:cubicBezTo>
                    <a:pt x="7860" y="5777"/>
                    <a:pt x="7769" y="5759"/>
                    <a:pt x="7733" y="5705"/>
                  </a:cubicBezTo>
                  <a:cubicBezTo>
                    <a:pt x="7697" y="5632"/>
                    <a:pt x="7715" y="5596"/>
                    <a:pt x="7697" y="5560"/>
                  </a:cubicBezTo>
                  <a:cubicBezTo>
                    <a:pt x="7697" y="5505"/>
                    <a:pt x="7660" y="5469"/>
                    <a:pt x="7606" y="5433"/>
                  </a:cubicBezTo>
                  <a:cubicBezTo>
                    <a:pt x="7552" y="5397"/>
                    <a:pt x="7479" y="5397"/>
                    <a:pt x="7425" y="5415"/>
                  </a:cubicBezTo>
                  <a:cubicBezTo>
                    <a:pt x="7425" y="5360"/>
                    <a:pt x="7389" y="5306"/>
                    <a:pt x="7352" y="5270"/>
                  </a:cubicBezTo>
                  <a:cubicBezTo>
                    <a:pt x="7280" y="5216"/>
                    <a:pt x="7171" y="5179"/>
                    <a:pt x="7081" y="5179"/>
                  </a:cubicBezTo>
                  <a:cubicBezTo>
                    <a:pt x="7045" y="5179"/>
                    <a:pt x="7008" y="5216"/>
                    <a:pt x="7026" y="5252"/>
                  </a:cubicBezTo>
                  <a:lnTo>
                    <a:pt x="7026" y="5252"/>
                  </a:lnTo>
                  <a:cubicBezTo>
                    <a:pt x="7008" y="5270"/>
                    <a:pt x="7008" y="5270"/>
                    <a:pt x="7008" y="5270"/>
                  </a:cubicBezTo>
                  <a:lnTo>
                    <a:pt x="6972" y="5306"/>
                  </a:lnTo>
                  <a:cubicBezTo>
                    <a:pt x="6936" y="5342"/>
                    <a:pt x="6900" y="5360"/>
                    <a:pt x="6864" y="5397"/>
                  </a:cubicBezTo>
                  <a:lnTo>
                    <a:pt x="6646" y="5578"/>
                  </a:lnTo>
                  <a:cubicBezTo>
                    <a:pt x="6646" y="5578"/>
                    <a:pt x="6646" y="5596"/>
                    <a:pt x="6646" y="5614"/>
                  </a:cubicBezTo>
                  <a:lnTo>
                    <a:pt x="6592" y="5560"/>
                  </a:lnTo>
                  <a:cubicBezTo>
                    <a:pt x="6574" y="5542"/>
                    <a:pt x="6574" y="5523"/>
                    <a:pt x="6556" y="5505"/>
                  </a:cubicBezTo>
                  <a:cubicBezTo>
                    <a:pt x="6574" y="5487"/>
                    <a:pt x="6574" y="5469"/>
                    <a:pt x="6592" y="5451"/>
                  </a:cubicBezTo>
                  <a:cubicBezTo>
                    <a:pt x="6628" y="5415"/>
                    <a:pt x="6646" y="5360"/>
                    <a:pt x="6646" y="5306"/>
                  </a:cubicBezTo>
                  <a:cubicBezTo>
                    <a:pt x="6646" y="5288"/>
                    <a:pt x="6628" y="5252"/>
                    <a:pt x="6610" y="5234"/>
                  </a:cubicBezTo>
                  <a:cubicBezTo>
                    <a:pt x="6592" y="5216"/>
                    <a:pt x="6574" y="5197"/>
                    <a:pt x="6538" y="5197"/>
                  </a:cubicBezTo>
                  <a:cubicBezTo>
                    <a:pt x="6519" y="5179"/>
                    <a:pt x="6501" y="5161"/>
                    <a:pt x="6501" y="5143"/>
                  </a:cubicBezTo>
                  <a:cubicBezTo>
                    <a:pt x="6501" y="5125"/>
                    <a:pt x="6501" y="5125"/>
                    <a:pt x="6501" y="5107"/>
                  </a:cubicBezTo>
                  <a:cubicBezTo>
                    <a:pt x="6501" y="5053"/>
                    <a:pt x="6447" y="5016"/>
                    <a:pt x="6393" y="5053"/>
                  </a:cubicBezTo>
                  <a:lnTo>
                    <a:pt x="6375" y="5071"/>
                  </a:lnTo>
                  <a:cubicBezTo>
                    <a:pt x="6338" y="5107"/>
                    <a:pt x="6284" y="5125"/>
                    <a:pt x="6230" y="5125"/>
                  </a:cubicBezTo>
                  <a:cubicBezTo>
                    <a:pt x="6193" y="5143"/>
                    <a:pt x="6175" y="5143"/>
                    <a:pt x="6175" y="5179"/>
                  </a:cubicBezTo>
                  <a:cubicBezTo>
                    <a:pt x="6139" y="5360"/>
                    <a:pt x="6049" y="5542"/>
                    <a:pt x="5922" y="5686"/>
                  </a:cubicBezTo>
                  <a:cubicBezTo>
                    <a:pt x="5867" y="5723"/>
                    <a:pt x="5813" y="5759"/>
                    <a:pt x="5759" y="5741"/>
                  </a:cubicBezTo>
                  <a:cubicBezTo>
                    <a:pt x="5686" y="5705"/>
                    <a:pt x="5759" y="5614"/>
                    <a:pt x="5777" y="5560"/>
                  </a:cubicBezTo>
                  <a:cubicBezTo>
                    <a:pt x="5795" y="5487"/>
                    <a:pt x="5777" y="5415"/>
                    <a:pt x="5723" y="5379"/>
                  </a:cubicBezTo>
                  <a:cubicBezTo>
                    <a:pt x="5686" y="5360"/>
                    <a:pt x="5632" y="5360"/>
                    <a:pt x="5596" y="5379"/>
                  </a:cubicBezTo>
                  <a:lnTo>
                    <a:pt x="5578" y="5379"/>
                  </a:lnTo>
                  <a:cubicBezTo>
                    <a:pt x="5560" y="5379"/>
                    <a:pt x="5523" y="5342"/>
                    <a:pt x="5523" y="5324"/>
                  </a:cubicBezTo>
                  <a:lnTo>
                    <a:pt x="5397" y="5216"/>
                  </a:lnTo>
                  <a:cubicBezTo>
                    <a:pt x="5379" y="5197"/>
                    <a:pt x="5342" y="5161"/>
                    <a:pt x="5306" y="5143"/>
                  </a:cubicBezTo>
                  <a:cubicBezTo>
                    <a:pt x="5270" y="5071"/>
                    <a:pt x="5306" y="5016"/>
                    <a:pt x="5342" y="4962"/>
                  </a:cubicBezTo>
                  <a:cubicBezTo>
                    <a:pt x="5379" y="4890"/>
                    <a:pt x="5379" y="4799"/>
                    <a:pt x="5342" y="4745"/>
                  </a:cubicBezTo>
                  <a:cubicBezTo>
                    <a:pt x="5306" y="4709"/>
                    <a:pt x="5270" y="4672"/>
                    <a:pt x="5216" y="4654"/>
                  </a:cubicBezTo>
                  <a:cubicBezTo>
                    <a:pt x="5234" y="4618"/>
                    <a:pt x="5216" y="4582"/>
                    <a:pt x="5197" y="4546"/>
                  </a:cubicBezTo>
                  <a:cubicBezTo>
                    <a:pt x="5179" y="4473"/>
                    <a:pt x="5107" y="4437"/>
                    <a:pt x="5053" y="4401"/>
                  </a:cubicBezTo>
                  <a:cubicBezTo>
                    <a:pt x="4962" y="4346"/>
                    <a:pt x="4817" y="4274"/>
                    <a:pt x="4799" y="4165"/>
                  </a:cubicBezTo>
                  <a:cubicBezTo>
                    <a:pt x="4781" y="4057"/>
                    <a:pt x="4799" y="3930"/>
                    <a:pt x="4781" y="3821"/>
                  </a:cubicBezTo>
                  <a:cubicBezTo>
                    <a:pt x="4781" y="3712"/>
                    <a:pt x="4654" y="3640"/>
                    <a:pt x="4564" y="3586"/>
                  </a:cubicBezTo>
                  <a:cubicBezTo>
                    <a:pt x="4491" y="3549"/>
                    <a:pt x="4455" y="3477"/>
                    <a:pt x="4455" y="3405"/>
                  </a:cubicBezTo>
                  <a:cubicBezTo>
                    <a:pt x="4455" y="3387"/>
                    <a:pt x="4455" y="3368"/>
                    <a:pt x="4455" y="3368"/>
                  </a:cubicBezTo>
                  <a:cubicBezTo>
                    <a:pt x="4455" y="3350"/>
                    <a:pt x="4455" y="3350"/>
                    <a:pt x="4473" y="3350"/>
                  </a:cubicBezTo>
                  <a:cubicBezTo>
                    <a:pt x="4491" y="3332"/>
                    <a:pt x="4473" y="3278"/>
                    <a:pt x="4437" y="3296"/>
                  </a:cubicBezTo>
                  <a:lnTo>
                    <a:pt x="4437" y="3296"/>
                  </a:lnTo>
                  <a:cubicBezTo>
                    <a:pt x="4419" y="3260"/>
                    <a:pt x="4401" y="3205"/>
                    <a:pt x="4383" y="3151"/>
                  </a:cubicBezTo>
                  <a:cubicBezTo>
                    <a:pt x="4364" y="3079"/>
                    <a:pt x="4328" y="3024"/>
                    <a:pt x="4310" y="2952"/>
                  </a:cubicBezTo>
                  <a:cubicBezTo>
                    <a:pt x="4310" y="2807"/>
                    <a:pt x="4274" y="2680"/>
                    <a:pt x="4201" y="2572"/>
                  </a:cubicBezTo>
                  <a:cubicBezTo>
                    <a:pt x="4165" y="2535"/>
                    <a:pt x="4129" y="2499"/>
                    <a:pt x="4093" y="2463"/>
                  </a:cubicBezTo>
                  <a:cubicBezTo>
                    <a:pt x="4038" y="2445"/>
                    <a:pt x="3984" y="2427"/>
                    <a:pt x="3930" y="2427"/>
                  </a:cubicBezTo>
                  <a:cubicBezTo>
                    <a:pt x="3912" y="2427"/>
                    <a:pt x="3857" y="2427"/>
                    <a:pt x="3839" y="2409"/>
                  </a:cubicBezTo>
                  <a:cubicBezTo>
                    <a:pt x="3821" y="2390"/>
                    <a:pt x="3839" y="2354"/>
                    <a:pt x="3839" y="2336"/>
                  </a:cubicBezTo>
                  <a:cubicBezTo>
                    <a:pt x="3875" y="2246"/>
                    <a:pt x="3930" y="2155"/>
                    <a:pt x="3875" y="2083"/>
                  </a:cubicBezTo>
                  <a:cubicBezTo>
                    <a:pt x="3857" y="2028"/>
                    <a:pt x="3803" y="2010"/>
                    <a:pt x="3821" y="1956"/>
                  </a:cubicBezTo>
                  <a:cubicBezTo>
                    <a:pt x="3839" y="1902"/>
                    <a:pt x="3839" y="1847"/>
                    <a:pt x="3839" y="1793"/>
                  </a:cubicBezTo>
                  <a:cubicBezTo>
                    <a:pt x="3821" y="1684"/>
                    <a:pt x="3749" y="1612"/>
                    <a:pt x="3640" y="1594"/>
                  </a:cubicBezTo>
                  <a:cubicBezTo>
                    <a:pt x="3531" y="1594"/>
                    <a:pt x="3459" y="1666"/>
                    <a:pt x="3441" y="1775"/>
                  </a:cubicBezTo>
                  <a:cubicBezTo>
                    <a:pt x="3441" y="1829"/>
                    <a:pt x="3459" y="1865"/>
                    <a:pt x="3495" y="1920"/>
                  </a:cubicBezTo>
                  <a:cubicBezTo>
                    <a:pt x="3495" y="1938"/>
                    <a:pt x="3549" y="1974"/>
                    <a:pt x="3531" y="1992"/>
                  </a:cubicBezTo>
                  <a:cubicBezTo>
                    <a:pt x="3513" y="2028"/>
                    <a:pt x="3459" y="2028"/>
                    <a:pt x="3441" y="2028"/>
                  </a:cubicBezTo>
                  <a:cubicBezTo>
                    <a:pt x="3386" y="2046"/>
                    <a:pt x="3350" y="2065"/>
                    <a:pt x="3332" y="2101"/>
                  </a:cubicBezTo>
                  <a:cubicBezTo>
                    <a:pt x="3314" y="2119"/>
                    <a:pt x="3314" y="2137"/>
                    <a:pt x="3332" y="2155"/>
                  </a:cubicBezTo>
                  <a:cubicBezTo>
                    <a:pt x="3423" y="2264"/>
                    <a:pt x="3459" y="2409"/>
                    <a:pt x="3459" y="2553"/>
                  </a:cubicBezTo>
                  <a:cubicBezTo>
                    <a:pt x="3423" y="2535"/>
                    <a:pt x="3386" y="2535"/>
                    <a:pt x="3332" y="2517"/>
                  </a:cubicBezTo>
                  <a:cubicBezTo>
                    <a:pt x="3296" y="2517"/>
                    <a:pt x="3260" y="2517"/>
                    <a:pt x="3223" y="2517"/>
                  </a:cubicBezTo>
                  <a:cubicBezTo>
                    <a:pt x="3205" y="2517"/>
                    <a:pt x="3169" y="2535"/>
                    <a:pt x="3151" y="2517"/>
                  </a:cubicBezTo>
                  <a:cubicBezTo>
                    <a:pt x="3133" y="2517"/>
                    <a:pt x="3151" y="2463"/>
                    <a:pt x="3151" y="2445"/>
                  </a:cubicBezTo>
                  <a:cubicBezTo>
                    <a:pt x="3169" y="2409"/>
                    <a:pt x="3169" y="2372"/>
                    <a:pt x="3151" y="2354"/>
                  </a:cubicBezTo>
                  <a:cubicBezTo>
                    <a:pt x="3151" y="2282"/>
                    <a:pt x="3097" y="2228"/>
                    <a:pt x="3024" y="2228"/>
                  </a:cubicBezTo>
                  <a:cubicBezTo>
                    <a:pt x="3006" y="2228"/>
                    <a:pt x="2988" y="2246"/>
                    <a:pt x="2970" y="2264"/>
                  </a:cubicBezTo>
                  <a:cubicBezTo>
                    <a:pt x="2952" y="2318"/>
                    <a:pt x="2898" y="2336"/>
                    <a:pt x="2843" y="2318"/>
                  </a:cubicBezTo>
                  <a:cubicBezTo>
                    <a:pt x="2825" y="2318"/>
                    <a:pt x="2807" y="2282"/>
                    <a:pt x="2807" y="2264"/>
                  </a:cubicBezTo>
                  <a:cubicBezTo>
                    <a:pt x="2825" y="2246"/>
                    <a:pt x="2861" y="2228"/>
                    <a:pt x="2879" y="2228"/>
                  </a:cubicBezTo>
                  <a:cubicBezTo>
                    <a:pt x="2952" y="2191"/>
                    <a:pt x="3024" y="2137"/>
                    <a:pt x="3006" y="2046"/>
                  </a:cubicBezTo>
                  <a:cubicBezTo>
                    <a:pt x="2988" y="1992"/>
                    <a:pt x="2934" y="1938"/>
                    <a:pt x="2879" y="1920"/>
                  </a:cubicBezTo>
                  <a:cubicBezTo>
                    <a:pt x="2879" y="1902"/>
                    <a:pt x="2879" y="1902"/>
                    <a:pt x="2879" y="1883"/>
                  </a:cubicBezTo>
                  <a:cubicBezTo>
                    <a:pt x="2879" y="1829"/>
                    <a:pt x="2843" y="1775"/>
                    <a:pt x="2789" y="1757"/>
                  </a:cubicBezTo>
                  <a:cubicBezTo>
                    <a:pt x="2771" y="1720"/>
                    <a:pt x="2735" y="1702"/>
                    <a:pt x="2753" y="1666"/>
                  </a:cubicBezTo>
                  <a:cubicBezTo>
                    <a:pt x="2771" y="1612"/>
                    <a:pt x="2789" y="1576"/>
                    <a:pt x="2807" y="1539"/>
                  </a:cubicBezTo>
                  <a:cubicBezTo>
                    <a:pt x="2807" y="1485"/>
                    <a:pt x="2789" y="1431"/>
                    <a:pt x="2771" y="1413"/>
                  </a:cubicBezTo>
                  <a:cubicBezTo>
                    <a:pt x="2735" y="1376"/>
                    <a:pt x="2698" y="1358"/>
                    <a:pt x="2662" y="1340"/>
                  </a:cubicBezTo>
                  <a:cubicBezTo>
                    <a:pt x="2626" y="1322"/>
                    <a:pt x="2626" y="1286"/>
                    <a:pt x="2626" y="1231"/>
                  </a:cubicBezTo>
                  <a:cubicBezTo>
                    <a:pt x="2608" y="1195"/>
                    <a:pt x="2590" y="1141"/>
                    <a:pt x="2553" y="1123"/>
                  </a:cubicBezTo>
                  <a:cubicBezTo>
                    <a:pt x="2499" y="1087"/>
                    <a:pt x="2445" y="1068"/>
                    <a:pt x="2390" y="1087"/>
                  </a:cubicBezTo>
                  <a:lnTo>
                    <a:pt x="2390" y="978"/>
                  </a:lnTo>
                  <a:cubicBezTo>
                    <a:pt x="2390" y="887"/>
                    <a:pt x="2264" y="887"/>
                    <a:pt x="2264" y="978"/>
                  </a:cubicBezTo>
                  <a:lnTo>
                    <a:pt x="2083" y="1014"/>
                  </a:lnTo>
                  <a:lnTo>
                    <a:pt x="1992" y="1032"/>
                  </a:lnTo>
                  <a:lnTo>
                    <a:pt x="1992" y="1032"/>
                  </a:lnTo>
                  <a:cubicBezTo>
                    <a:pt x="2028" y="1014"/>
                    <a:pt x="2046" y="978"/>
                    <a:pt x="2064" y="942"/>
                  </a:cubicBezTo>
                  <a:cubicBezTo>
                    <a:pt x="2064" y="887"/>
                    <a:pt x="2064" y="851"/>
                    <a:pt x="2064" y="815"/>
                  </a:cubicBezTo>
                  <a:cubicBezTo>
                    <a:pt x="2046" y="761"/>
                    <a:pt x="2028" y="724"/>
                    <a:pt x="2010" y="688"/>
                  </a:cubicBezTo>
                  <a:cubicBezTo>
                    <a:pt x="1956" y="670"/>
                    <a:pt x="1901" y="688"/>
                    <a:pt x="1847" y="724"/>
                  </a:cubicBezTo>
                  <a:lnTo>
                    <a:pt x="1739" y="779"/>
                  </a:lnTo>
                  <a:cubicBezTo>
                    <a:pt x="1739" y="724"/>
                    <a:pt x="1720" y="688"/>
                    <a:pt x="1702" y="634"/>
                  </a:cubicBezTo>
                  <a:cubicBezTo>
                    <a:pt x="1720" y="616"/>
                    <a:pt x="1720" y="580"/>
                    <a:pt x="1702" y="561"/>
                  </a:cubicBezTo>
                  <a:cubicBezTo>
                    <a:pt x="1684" y="543"/>
                    <a:pt x="1666" y="507"/>
                    <a:pt x="1630" y="489"/>
                  </a:cubicBezTo>
                  <a:cubicBezTo>
                    <a:pt x="1576" y="398"/>
                    <a:pt x="1539" y="308"/>
                    <a:pt x="1521" y="199"/>
                  </a:cubicBezTo>
                  <a:cubicBezTo>
                    <a:pt x="1503" y="181"/>
                    <a:pt x="1467" y="163"/>
                    <a:pt x="1449" y="163"/>
                  </a:cubicBezTo>
                  <a:lnTo>
                    <a:pt x="1394" y="199"/>
                  </a:lnTo>
                  <a:lnTo>
                    <a:pt x="1376" y="54"/>
                  </a:lnTo>
                  <a:cubicBezTo>
                    <a:pt x="1358" y="18"/>
                    <a:pt x="1340" y="0"/>
                    <a:pt x="1322" y="0"/>
                  </a:cubicBezTo>
                  <a:cubicBezTo>
                    <a:pt x="1250" y="0"/>
                    <a:pt x="1195" y="54"/>
                    <a:pt x="1177" y="127"/>
                  </a:cubicBezTo>
                  <a:cubicBezTo>
                    <a:pt x="1159" y="181"/>
                    <a:pt x="1141" y="235"/>
                    <a:pt x="1123" y="272"/>
                  </a:cubicBezTo>
                  <a:cubicBezTo>
                    <a:pt x="1087" y="308"/>
                    <a:pt x="1032" y="308"/>
                    <a:pt x="996" y="308"/>
                  </a:cubicBezTo>
                  <a:cubicBezTo>
                    <a:pt x="960" y="326"/>
                    <a:pt x="924" y="344"/>
                    <a:pt x="905" y="380"/>
                  </a:cubicBezTo>
                  <a:cubicBezTo>
                    <a:pt x="851" y="453"/>
                    <a:pt x="833" y="525"/>
                    <a:pt x="869" y="616"/>
                  </a:cubicBezTo>
                  <a:cubicBezTo>
                    <a:pt x="869" y="670"/>
                    <a:pt x="905" y="724"/>
                    <a:pt x="942" y="761"/>
                  </a:cubicBezTo>
                  <a:lnTo>
                    <a:pt x="761" y="761"/>
                  </a:lnTo>
                  <a:cubicBezTo>
                    <a:pt x="742" y="761"/>
                    <a:pt x="724" y="779"/>
                    <a:pt x="706" y="797"/>
                  </a:cubicBezTo>
                  <a:lnTo>
                    <a:pt x="634" y="1231"/>
                  </a:lnTo>
                  <a:cubicBezTo>
                    <a:pt x="543" y="1213"/>
                    <a:pt x="453" y="1213"/>
                    <a:pt x="380" y="1231"/>
                  </a:cubicBezTo>
                  <a:cubicBezTo>
                    <a:pt x="344" y="1231"/>
                    <a:pt x="326" y="1268"/>
                    <a:pt x="344" y="1304"/>
                  </a:cubicBezTo>
                  <a:lnTo>
                    <a:pt x="398" y="1394"/>
                  </a:lnTo>
                  <a:cubicBezTo>
                    <a:pt x="290" y="1449"/>
                    <a:pt x="235" y="1576"/>
                    <a:pt x="290" y="1702"/>
                  </a:cubicBezTo>
                  <a:cubicBezTo>
                    <a:pt x="308" y="1720"/>
                    <a:pt x="308" y="1739"/>
                    <a:pt x="326" y="1739"/>
                  </a:cubicBezTo>
                  <a:cubicBezTo>
                    <a:pt x="326" y="1739"/>
                    <a:pt x="344" y="1775"/>
                    <a:pt x="344" y="1793"/>
                  </a:cubicBezTo>
                  <a:cubicBezTo>
                    <a:pt x="344" y="1793"/>
                    <a:pt x="308" y="1829"/>
                    <a:pt x="308" y="1829"/>
                  </a:cubicBezTo>
                  <a:cubicBezTo>
                    <a:pt x="290" y="1847"/>
                    <a:pt x="272" y="1865"/>
                    <a:pt x="272" y="1902"/>
                  </a:cubicBezTo>
                  <a:cubicBezTo>
                    <a:pt x="235" y="1938"/>
                    <a:pt x="217" y="1992"/>
                    <a:pt x="199" y="2046"/>
                  </a:cubicBezTo>
                  <a:cubicBezTo>
                    <a:pt x="145" y="2028"/>
                    <a:pt x="72" y="2065"/>
                    <a:pt x="54" y="2137"/>
                  </a:cubicBezTo>
                  <a:cubicBezTo>
                    <a:pt x="18" y="2209"/>
                    <a:pt x="18" y="2300"/>
                    <a:pt x="36" y="2372"/>
                  </a:cubicBezTo>
                  <a:cubicBezTo>
                    <a:pt x="36" y="2427"/>
                    <a:pt x="54" y="2463"/>
                    <a:pt x="72" y="2499"/>
                  </a:cubicBezTo>
                  <a:cubicBezTo>
                    <a:pt x="72" y="2499"/>
                    <a:pt x="91" y="2517"/>
                    <a:pt x="91" y="2535"/>
                  </a:cubicBezTo>
                  <a:lnTo>
                    <a:pt x="91" y="2535"/>
                  </a:lnTo>
                  <a:cubicBezTo>
                    <a:pt x="54" y="2517"/>
                    <a:pt x="18" y="2553"/>
                    <a:pt x="18" y="2590"/>
                  </a:cubicBezTo>
                  <a:lnTo>
                    <a:pt x="18" y="2626"/>
                  </a:lnTo>
                  <a:cubicBezTo>
                    <a:pt x="18" y="2662"/>
                    <a:pt x="36" y="2698"/>
                    <a:pt x="36" y="2735"/>
                  </a:cubicBezTo>
                  <a:lnTo>
                    <a:pt x="0" y="2753"/>
                  </a:lnTo>
                  <a:lnTo>
                    <a:pt x="0" y="17639"/>
                  </a:lnTo>
                  <a:close/>
                  <a:moveTo>
                    <a:pt x="10920" y="7660"/>
                  </a:moveTo>
                  <a:close/>
                  <a:moveTo>
                    <a:pt x="20065" y="15737"/>
                  </a:moveTo>
                  <a:cubicBezTo>
                    <a:pt x="20065" y="15737"/>
                    <a:pt x="20065" y="15719"/>
                    <a:pt x="20065" y="15737"/>
                  </a:cubicBezTo>
                  <a:close/>
                  <a:moveTo>
                    <a:pt x="13618" y="9435"/>
                  </a:moveTo>
                  <a:close/>
                  <a:moveTo>
                    <a:pt x="10974" y="8186"/>
                  </a:moveTo>
                  <a:close/>
                  <a:moveTo>
                    <a:pt x="10811" y="7588"/>
                  </a:moveTo>
                  <a:close/>
                  <a:moveTo>
                    <a:pt x="6574" y="5976"/>
                  </a:moveTo>
                  <a:cubicBezTo>
                    <a:pt x="6574" y="5940"/>
                    <a:pt x="6574" y="5886"/>
                    <a:pt x="6592" y="5849"/>
                  </a:cubicBezTo>
                  <a:cubicBezTo>
                    <a:pt x="6610" y="5813"/>
                    <a:pt x="6610" y="5795"/>
                    <a:pt x="6610" y="5777"/>
                  </a:cubicBezTo>
                  <a:cubicBezTo>
                    <a:pt x="6628" y="5868"/>
                    <a:pt x="6646" y="5958"/>
                    <a:pt x="6664" y="6049"/>
                  </a:cubicBezTo>
                  <a:lnTo>
                    <a:pt x="6646" y="6030"/>
                  </a:lnTo>
                  <a:cubicBezTo>
                    <a:pt x="6628" y="6012"/>
                    <a:pt x="6592" y="5994"/>
                    <a:pt x="6574" y="5976"/>
                  </a:cubicBezTo>
                  <a:close/>
                  <a:moveTo>
                    <a:pt x="5614" y="5505"/>
                  </a:moveTo>
                  <a:close/>
                  <a:moveTo>
                    <a:pt x="2716" y="1938"/>
                  </a:moveTo>
                  <a:close/>
                  <a:moveTo>
                    <a:pt x="1938" y="1032"/>
                  </a:move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2" name="Google Shape;1642;p77"/>
          <p:cNvSpPr/>
          <p:nvPr/>
        </p:nvSpPr>
        <p:spPr>
          <a:xfrm>
            <a:off x="1716211" y="779960"/>
            <a:ext cx="150933" cy="56490"/>
          </a:xfrm>
          <a:custGeom>
            <a:rect b="b" l="l" r="r" t="t"/>
            <a:pathLst>
              <a:path extrusionOk="0" h="387" w="1034">
                <a:moveTo>
                  <a:pt x="186" y="1"/>
                </a:moveTo>
                <a:cubicBezTo>
                  <a:pt x="125" y="1"/>
                  <a:pt x="62" y="12"/>
                  <a:pt x="1" y="36"/>
                </a:cubicBezTo>
                <a:cubicBezTo>
                  <a:pt x="14" y="34"/>
                  <a:pt x="27" y="34"/>
                  <a:pt x="40" y="34"/>
                </a:cubicBezTo>
                <a:cubicBezTo>
                  <a:pt x="210" y="34"/>
                  <a:pt x="385" y="141"/>
                  <a:pt x="435" y="325"/>
                </a:cubicBezTo>
                <a:cubicBezTo>
                  <a:pt x="435" y="343"/>
                  <a:pt x="472" y="380"/>
                  <a:pt x="490" y="380"/>
                </a:cubicBezTo>
                <a:cubicBezTo>
                  <a:pt x="503" y="384"/>
                  <a:pt x="517" y="386"/>
                  <a:pt x="530" y="386"/>
                </a:cubicBezTo>
                <a:cubicBezTo>
                  <a:pt x="569" y="386"/>
                  <a:pt x="603" y="366"/>
                  <a:pt x="617" y="325"/>
                </a:cubicBezTo>
                <a:cubicBezTo>
                  <a:pt x="635" y="235"/>
                  <a:pt x="689" y="162"/>
                  <a:pt x="779" y="108"/>
                </a:cubicBezTo>
                <a:cubicBezTo>
                  <a:pt x="811" y="84"/>
                  <a:pt x="853" y="71"/>
                  <a:pt x="895" y="71"/>
                </a:cubicBezTo>
                <a:cubicBezTo>
                  <a:pt x="949" y="71"/>
                  <a:pt x="1002" y="93"/>
                  <a:pt x="1033" y="144"/>
                </a:cubicBezTo>
                <a:cubicBezTo>
                  <a:pt x="990" y="58"/>
                  <a:pt x="902" y="6"/>
                  <a:pt x="804" y="6"/>
                </a:cubicBezTo>
                <a:cubicBezTo>
                  <a:pt x="778" y="6"/>
                  <a:pt x="752" y="10"/>
                  <a:pt x="725" y="17"/>
                </a:cubicBezTo>
                <a:cubicBezTo>
                  <a:pt x="656" y="41"/>
                  <a:pt x="587" y="86"/>
                  <a:pt x="527" y="139"/>
                </a:cubicBezTo>
                <a:lnTo>
                  <a:pt x="527" y="139"/>
                </a:lnTo>
                <a:cubicBezTo>
                  <a:pt x="434" y="50"/>
                  <a:pt x="313" y="1"/>
                  <a:pt x="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77"/>
          <p:cNvSpPr/>
          <p:nvPr/>
        </p:nvSpPr>
        <p:spPr>
          <a:xfrm>
            <a:off x="2773248" y="3680885"/>
            <a:ext cx="142905" cy="75612"/>
          </a:xfrm>
          <a:custGeom>
            <a:rect b="b" l="l" r="r" t="t"/>
            <a:pathLst>
              <a:path extrusionOk="0" h="518" w="979">
                <a:moveTo>
                  <a:pt x="923" y="1"/>
                </a:moveTo>
                <a:cubicBezTo>
                  <a:pt x="830" y="1"/>
                  <a:pt x="734" y="38"/>
                  <a:pt x="689" y="114"/>
                </a:cubicBezTo>
                <a:cubicBezTo>
                  <a:pt x="647" y="155"/>
                  <a:pt x="612" y="208"/>
                  <a:pt x="586" y="263"/>
                </a:cubicBezTo>
                <a:lnTo>
                  <a:pt x="586" y="263"/>
                </a:lnTo>
                <a:cubicBezTo>
                  <a:pt x="506" y="213"/>
                  <a:pt x="416" y="188"/>
                  <a:pt x="325" y="188"/>
                </a:cubicBezTo>
                <a:cubicBezTo>
                  <a:pt x="209" y="188"/>
                  <a:pt x="93" y="229"/>
                  <a:pt x="1" y="313"/>
                </a:cubicBezTo>
                <a:cubicBezTo>
                  <a:pt x="21" y="311"/>
                  <a:pt x="41" y="310"/>
                  <a:pt x="62" y="310"/>
                </a:cubicBezTo>
                <a:cubicBezTo>
                  <a:pt x="240" y="310"/>
                  <a:pt x="417" y="380"/>
                  <a:pt x="580" y="494"/>
                </a:cubicBezTo>
                <a:cubicBezTo>
                  <a:pt x="580" y="494"/>
                  <a:pt x="598" y="512"/>
                  <a:pt x="598" y="512"/>
                </a:cubicBezTo>
                <a:cubicBezTo>
                  <a:pt x="608" y="516"/>
                  <a:pt x="617" y="517"/>
                  <a:pt x="627" y="517"/>
                </a:cubicBezTo>
                <a:cubicBezTo>
                  <a:pt x="671" y="517"/>
                  <a:pt x="710" y="485"/>
                  <a:pt x="725" y="440"/>
                </a:cubicBezTo>
                <a:cubicBezTo>
                  <a:pt x="743" y="367"/>
                  <a:pt x="779" y="277"/>
                  <a:pt x="797" y="204"/>
                </a:cubicBezTo>
                <a:cubicBezTo>
                  <a:pt x="834" y="114"/>
                  <a:pt x="906" y="41"/>
                  <a:pt x="978" y="5"/>
                </a:cubicBezTo>
                <a:cubicBezTo>
                  <a:pt x="960" y="2"/>
                  <a:pt x="942" y="1"/>
                  <a:pt x="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77"/>
          <p:cNvSpPr/>
          <p:nvPr/>
        </p:nvSpPr>
        <p:spPr>
          <a:xfrm flipH="1">
            <a:off x="891597" y="884780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7"/>
          <p:cNvSpPr/>
          <p:nvPr/>
        </p:nvSpPr>
        <p:spPr>
          <a:xfrm>
            <a:off x="6577505" y="8760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77"/>
          <p:cNvSpPr/>
          <p:nvPr/>
        </p:nvSpPr>
        <p:spPr>
          <a:xfrm>
            <a:off x="2248200" y="2648673"/>
            <a:ext cx="1470659" cy="404419"/>
          </a:xfrm>
          <a:custGeom>
            <a:rect b="b" l="l" r="r" t="t"/>
            <a:pathLst>
              <a:path extrusionOk="0" h="14629" w="53198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77"/>
          <p:cNvSpPr/>
          <p:nvPr/>
        </p:nvSpPr>
        <p:spPr>
          <a:xfrm>
            <a:off x="1330425" y="1002368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77"/>
          <p:cNvSpPr/>
          <p:nvPr/>
        </p:nvSpPr>
        <p:spPr>
          <a:xfrm>
            <a:off x="1027380" y="2066906"/>
            <a:ext cx="311315" cy="178365"/>
          </a:xfrm>
          <a:custGeom>
            <a:rect b="b" l="l" r="r" t="t"/>
            <a:pathLst>
              <a:path extrusionOk="0" h="758" w="1323">
                <a:moveTo>
                  <a:pt x="1159" y="0"/>
                </a:moveTo>
                <a:cubicBezTo>
                  <a:pt x="1141" y="0"/>
                  <a:pt x="1123" y="3"/>
                  <a:pt x="1105" y="7"/>
                </a:cubicBezTo>
                <a:cubicBezTo>
                  <a:pt x="1014" y="25"/>
                  <a:pt x="924" y="80"/>
                  <a:pt x="869" y="152"/>
                </a:cubicBezTo>
                <a:cubicBezTo>
                  <a:pt x="797" y="236"/>
                  <a:pt x="749" y="336"/>
                  <a:pt x="725" y="447"/>
                </a:cubicBezTo>
                <a:lnTo>
                  <a:pt x="725" y="447"/>
                </a:lnTo>
                <a:cubicBezTo>
                  <a:pt x="670" y="434"/>
                  <a:pt x="615" y="428"/>
                  <a:pt x="560" y="428"/>
                </a:cubicBezTo>
                <a:cubicBezTo>
                  <a:pt x="348" y="428"/>
                  <a:pt x="140" y="520"/>
                  <a:pt x="0" y="695"/>
                </a:cubicBezTo>
                <a:cubicBezTo>
                  <a:pt x="101" y="611"/>
                  <a:pt x="225" y="570"/>
                  <a:pt x="351" y="570"/>
                </a:cubicBezTo>
                <a:cubicBezTo>
                  <a:pt x="497" y="570"/>
                  <a:pt x="644" y="625"/>
                  <a:pt x="761" y="731"/>
                </a:cubicBezTo>
                <a:cubicBezTo>
                  <a:pt x="786" y="744"/>
                  <a:pt x="812" y="757"/>
                  <a:pt x="838" y="757"/>
                </a:cubicBezTo>
                <a:cubicBezTo>
                  <a:pt x="848" y="757"/>
                  <a:pt x="859" y="755"/>
                  <a:pt x="869" y="750"/>
                </a:cubicBezTo>
                <a:cubicBezTo>
                  <a:pt x="924" y="731"/>
                  <a:pt x="978" y="677"/>
                  <a:pt x="960" y="605"/>
                </a:cubicBezTo>
                <a:cubicBezTo>
                  <a:pt x="924" y="478"/>
                  <a:pt x="942" y="351"/>
                  <a:pt x="978" y="224"/>
                </a:cubicBezTo>
                <a:cubicBezTo>
                  <a:pt x="1021" y="109"/>
                  <a:pt x="1134" y="51"/>
                  <a:pt x="1243" y="51"/>
                </a:cubicBezTo>
                <a:cubicBezTo>
                  <a:pt x="1270" y="51"/>
                  <a:pt x="1297" y="54"/>
                  <a:pt x="1322" y="61"/>
                </a:cubicBezTo>
                <a:cubicBezTo>
                  <a:pt x="1268" y="21"/>
                  <a:pt x="1213" y="0"/>
                  <a:pt x="1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77"/>
          <p:cNvSpPr/>
          <p:nvPr/>
        </p:nvSpPr>
        <p:spPr>
          <a:xfrm>
            <a:off x="1338686" y="1272418"/>
            <a:ext cx="213191" cy="155305"/>
          </a:xfrm>
          <a:custGeom>
            <a:rect b="b" l="l" r="r" t="t"/>
            <a:pathLst>
              <a:path extrusionOk="0" h="660" w="906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77"/>
          <p:cNvSpPr/>
          <p:nvPr/>
        </p:nvSpPr>
        <p:spPr>
          <a:xfrm flipH="1">
            <a:off x="1833475" y="2044513"/>
            <a:ext cx="964800" cy="1054450"/>
          </a:xfrm>
          <a:custGeom>
            <a:rect b="b" l="l" r="r" t="t"/>
            <a:pathLst>
              <a:path extrusionOk="0" h="42178" w="38592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77"/>
          <p:cNvSpPr txBox="1"/>
          <p:nvPr>
            <p:ph idx="2" type="title"/>
          </p:nvPr>
        </p:nvSpPr>
        <p:spPr>
          <a:xfrm>
            <a:off x="720000" y="2402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Budući rad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78"/>
          <p:cNvSpPr/>
          <p:nvPr/>
        </p:nvSpPr>
        <p:spPr>
          <a:xfrm flipH="1">
            <a:off x="5668049" y="147974"/>
            <a:ext cx="3492140" cy="934108"/>
          </a:xfrm>
          <a:custGeom>
            <a:rect b="b" l="l" r="r" t="t"/>
            <a:pathLst>
              <a:path extrusionOk="0" h="25489" w="9529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7" name="Google Shape;1657;p78"/>
          <p:cNvGrpSpPr/>
          <p:nvPr/>
        </p:nvGrpSpPr>
        <p:grpSpPr>
          <a:xfrm>
            <a:off x="1552823" y="402428"/>
            <a:ext cx="7487245" cy="2368837"/>
            <a:chOff x="1552823" y="512903"/>
            <a:chExt cx="7487245" cy="2368837"/>
          </a:xfrm>
        </p:grpSpPr>
        <p:sp>
          <p:nvSpPr>
            <p:cNvPr id="1658" name="Google Shape;1658;p78"/>
            <p:cNvSpPr/>
            <p:nvPr/>
          </p:nvSpPr>
          <p:spPr>
            <a:xfrm>
              <a:off x="4927086" y="815823"/>
              <a:ext cx="150933" cy="56490"/>
            </a:xfrm>
            <a:custGeom>
              <a:rect b="b" l="l" r="r" t="t"/>
              <a:pathLst>
                <a:path extrusionOk="0" h="387" w="1034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78"/>
            <p:cNvSpPr/>
            <p:nvPr/>
          </p:nvSpPr>
          <p:spPr>
            <a:xfrm>
              <a:off x="1552823" y="531298"/>
              <a:ext cx="142905" cy="75612"/>
            </a:xfrm>
            <a:custGeom>
              <a:rect b="b" l="l" r="r" t="t"/>
              <a:pathLst>
                <a:path extrusionOk="0" h="518" w="979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78"/>
            <p:cNvSpPr/>
            <p:nvPr/>
          </p:nvSpPr>
          <p:spPr>
            <a:xfrm>
              <a:off x="4525275" y="512903"/>
              <a:ext cx="187863" cy="112397"/>
            </a:xfrm>
            <a:custGeom>
              <a:rect b="b" l="l" r="r" t="t"/>
              <a:pathLst>
                <a:path extrusionOk="0" h="770" w="1287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78"/>
            <p:cNvSpPr/>
            <p:nvPr/>
          </p:nvSpPr>
          <p:spPr>
            <a:xfrm>
              <a:off x="4321792" y="769227"/>
              <a:ext cx="179835" cy="78532"/>
            </a:xfrm>
            <a:custGeom>
              <a:rect b="b" l="l" r="r" t="t"/>
              <a:pathLst>
                <a:path extrusionOk="0" h="538" w="1232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78"/>
            <p:cNvSpPr/>
            <p:nvPr/>
          </p:nvSpPr>
          <p:spPr>
            <a:xfrm>
              <a:off x="8904967" y="2798551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78"/>
            <p:cNvSpPr/>
            <p:nvPr/>
          </p:nvSpPr>
          <p:spPr>
            <a:xfrm>
              <a:off x="8317788" y="1050931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78"/>
            <p:cNvSpPr/>
            <p:nvPr/>
          </p:nvSpPr>
          <p:spPr>
            <a:xfrm>
              <a:off x="8040025" y="681038"/>
              <a:ext cx="185099" cy="88934"/>
            </a:xfrm>
            <a:custGeom>
              <a:rect b="b" l="l" r="r" t="t"/>
              <a:pathLst>
                <a:path extrusionOk="0" h="418" w="87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5" name="Google Shape;1665;p78"/>
          <p:cNvSpPr/>
          <p:nvPr/>
        </p:nvSpPr>
        <p:spPr>
          <a:xfrm>
            <a:off x="0" y="1870263"/>
            <a:ext cx="4229745" cy="1194049"/>
          </a:xfrm>
          <a:custGeom>
            <a:rect b="b" l="l" r="r" t="t"/>
            <a:pathLst>
              <a:path extrusionOk="0" h="32582" w="115417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78"/>
          <p:cNvSpPr txBox="1"/>
          <p:nvPr>
            <p:ph type="title"/>
          </p:nvPr>
        </p:nvSpPr>
        <p:spPr>
          <a:xfrm>
            <a:off x="1144650" y="1328325"/>
            <a:ext cx="68547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  <p:sp>
        <p:nvSpPr>
          <p:cNvPr id="1667" name="Google Shape;1667;p78"/>
          <p:cNvSpPr/>
          <p:nvPr/>
        </p:nvSpPr>
        <p:spPr>
          <a:xfrm flipH="1">
            <a:off x="2258839" y="549688"/>
            <a:ext cx="1212604" cy="516349"/>
          </a:xfrm>
          <a:custGeom>
            <a:rect b="b" l="l" r="r" t="t"/>
            <a:pathLst>
              <a:path extrusionOk="0" h="5258" w="12348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78"/>
          <p:cNvSpPr/>
          <p:nvPr/>
        </p:nvSpPr>
        <p:spPr>
          <a:xfrm>
            <a:off x="226716" y="782451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78"/>
          <p:cNvSpPr/>
          <p:nvPr/>
        </p:nvSpPr>
        <p:spPr>
          <a:xfrm>
            <a:off x="6645973" y="659218"/>
            <a:ext cx="562060" cy="46144"/>
          </a:xfrm>
          <a:custGeom>
            <a:rect b="b" l="l" r="r" t="t"/>
            <a:pathLst>
              <a:path extrusionOk="0" h="1345" w="16383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0" name="Google Shape;1670;p78"/>
          <p:cNvGrpSpPr/>
          <p:nvPr/>
        </p:nvGrpSpPr>
        <p:grpSpPr>
          <a:xfrm flipH="1">
            <a:off x="2129461" y="2597000"/>
            <a:ext cx="1962079" cy="422738"/>
            <a:chOff x="7847880" y="4122175"/>
            <a:chExt cx="1962079" cy="422738"/>
          </a:xfrm>
        </p:grpSpPr>
        <p:sp>
          <p:nvSpPr>
            <p:cNvPr id="1671" name="Google Shape;1671;p78"/>
            <p:cNvSpPr/>
            <p:nvPr/>
          </p:nvSpPr>
          <p:spPr>
            <a:xfrm>
              <a:off x="7847880" y="4459701"/>
              <a:ext cx="135101" cy="83189"/>
            </a:xfrm>
            <a:custGeom>
              <a:rect b="b" l="l" r="r" t="t"/>
              <a:pathLst>
                <a:path extrusionOk="0" h="391" w="635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78"/>
            <p:cNvSpPr/>
            <p:nvPr/>
          </p:nvSpPr>
          <p:spPr>
            <a:xfrm>
              <a:off x="9586138" y="4457681"/>
              <a:ext cx="223821" cy="87232"/>
            </a:xfrm>
            <a:custGeom>
              <a:rect b="b" l="l" r="r" t="t"/>
              <a:pathLst>
                <a:path extrusionOk="0" h="410" w="1052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78"/>
            <p:cNvSpPr/>
            <p:nvPr/>
          </p:nvSpPr>
          <p:spPr>
            <a:xfrm>
              <a:off x="8836038" y="4122175"/>
              <a:ext cx="185099" cy="88934"/>
            </a:xfrm>
            <a:custGeom>
              <a:rect b="b" l="l" r="r" t="t"/>
              <a:pathLst>
                <a:path extrusionOk="0" h="418" w="87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4" name="Google Shape;1674;p78"/>
          <p:cNvSpPr/>
          <p:nvPr/>
        </p:nvSpPr>
        <p:spPr>
          <a:xfrm>
            <a:off x="4571991" y="2753576"/>
            <a:ext cx="1825090" cy="501884"/>
          </a:xfrm>
          <a:custGeom>
            <a:rect b="b" l="l" r="r" t="t"/>
            <a:pathLst>
              <a:path extrusionOk="0" h="14629" w="53198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78"/>
          <p:cNvSpPr/>
          <p:nvPr/>
        </p:nvSpPr>
        <p:spPr>
          <a:xfrm>
            <a:off x="6925161" y="503943"/>
            <a:ext cx="562025" cy="45766"/>
          </a:xfrm>
          <a:custGeom>
            <a:rect b="b" l="l" r="r" t="t"/>
            <a:pathLst>
              <a:path extrusionOk="0" h="1334" w="16382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ddle Earth Fantasy Day by Slidesgo">
  <a:themeElements>
    <a:clrScheme name="Simple Light">
      <a:dk1>
        <a:srgbClr val="262A29"/>
      </a:dk1>
      <a:lt1>
        <a:srgbClr val="F6E5CC"/>
      </a:lt1>
      <a:dk2>
        <a:srgbClr val="EEDEC5"/>
      </a:dk2>
      <a:lt2>
        <a:srgbClr val="FAE69B"/>
      </a:lt2>
      <a:accent1>
        <a:srgbClr val="FCEDB4"/>
      </a:accent1>
      <a:accent2>
        <a:srgbClr val="FFFBF0"/>
      </a:accent2>
      <a:accent3>
        <a:srgbClr val="6E704A"/>
      </a:accent3>
      <a:accent4>
        <a:srgbClr val="504E31"/>
      </a:accent4>
      <a:accent5>
        <a:srgbClr val="504E31"/>
      </a:accent5>
      <a:accent6>
        <a:srgbClr val="2E2D24"/>
      </a:accent6>
      <a:hlink>
        <a:srgbClr val="3033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